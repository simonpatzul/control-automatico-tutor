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1.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3.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14.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5.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6.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17.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8.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19.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20.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21.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22.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23.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notesSlides/notesSlide24.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notesSlides/notesSlide25.xml" ContentType="application/vnd.openxmlformats-officedocument.presentationml.notesSlide+xml"/>
  <Override PartName="/ppt/tags/tag280.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3"/>
  </p:notesMasterIdLst>
  <p:sldIdLst>
    <p:sldId id="256" r:id="rId5"/>
    <p:sldId id="257" r:id="rId6"/>
    <p:sldId id="274" r:id="rId7"/>
    <p:sldId id="276" r:id="rId8"/>
    <p:sldId id="275" r:id="rId9"/>
    <p:sldId id="278" r:id="rId10"/>
    <p:sldId id="279" r:id="rId11"/>
    <p:sldId id="280" r:id="rId12"/>
    <p:sldId id="258" r:id="rId13"/>
    <p:sldId id="281" r:id="rId14"/>
    <p:sldId id="282" r:id="rId15"/>
    <p:sldId id="283" r:id="rId16"/>
    <p:sldId id="284" r:id="rId17"/>
    <p:sldId id="285" r:id="rId18"/>
    <p:sldId id="286" r:id="rId19"/>
    <p:sldId id="287" r:id="rId20"/>
    <p:sldId id="288" r:id="rId21"/>
    <p:sldId id="259" r:id="rId22"/>
    <p:sldId id="289" r:id="rId23"/>
    <p:sldId id="290" r:id="rId24"/>
    <p:sldId id="291" r:id="rId25"/>
    <p:sldId id="292" r:id="rId26"/>
    <p:sldId id="293" r:id="rId27"/>
    <p:sldId id="294" r:id="rId28"/>
    <p:sldId id="295" r:id="rId29"/>
    <p:sldId id="296" r:id="rId30"/>
    <p:sldId id="297" r:id="rId31"/>
    <p:sldId id="260" r:id="rId32"/>
    <p:sldId id="298" r:id="rId33"/>
    <p:sldId id="299" r:id="rId34"/>
    <p:sldId id="300" r:id="rId35"/>
    <p:sldId id="301" r:id="rId36"/>
    <p:sldId id="310" r:id="rId37"/>
    <p:sldId id="261" r:id="rId38"/>
    <p:sldId id="304" r:id="rId39"/>
    <p:sldId id="305" r:id="rId40"/>
    <p:sldId id="306" r:id="rId41"/>
    <p:sldId id="308" r:id="rId42"/>
    <p:sldId id="309" r:id="rId43"/>
    <p:sldId id="311" r:id="rId44"/>
    <p:sldId id="312" r:id="rId45"/>
    <p:sldId id="313" r:id="rId46"/>
    <p:sldId id="314" r:id="rId47"/>
    <p:sldId id="315" r:id="rId48"/>
    <p:sldId id="316" r:id="rId49"/>
    <p:sldId id="348" r:id="rId50"/>
    <p:sldId id="317" r:id="rId51"/>
    <p:sldId id="318" r:id="rId52"/>
    <p:sldId id="319" r:id="rId53"/>
    <p:sldId id="320" r:id="rId54"/>
    <p:sldId id="321" r:id="rId55"/>
    <p:sldId id="322" r:id="rId56"/>
    <p:sldId id="323" r:id="rId57"/>
    <p:sldId id="324" r:id="rId58"/>
    <p:sldId id="325" r:id="rId59"/>
    <p:sldId id="326" r:id="rId60"/>
    <p:sldId id="327" r:id="rId61"/>
    <p:sldId id="262" r:id="rId62"/>
    <p:sldId id="328" r:id="rId63"/>
    <p:sldId id="329" r:id="rId64"/>
    <p:sldId id="330" r:id="rId65"/>
    <p:sldId id="331" r:id="rId66"/>
    <p:sldId id="332" r:id="rId67"/>
    <p:sldId id="333" r:id="rId68"/>
    <p:sldId id="334" r:id="rId69"/>
    <p:sldId id="335" r:id="rId70"/>
    <p:sldId id="336" r:id="rId71"/>
    <p:sldId id="337" r:id="rId72"/>
    <p:sldId id="338" r:id="rId73"/>
    <p:sldId id="339" r:id="rId74"/>
    <p:sldId id="340" r:id="rId75"/>
    <p:sldId id="341" r:id="rId76"/>
    <p:sldId id="342" r:id="rId77"/>
    <p:sldId id="343" r:id="rId78"/>
    <p:sldId id="264" r:id="rId79"/>
    <p:sldId id="344" r:id="rId80"/>
    <p:sldId id="345" r:id="rId81"/>
    <p:sldId id="346"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CFC"/>
    <a:srgbClr val="D0D0D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417141-4F64-F2DB-72B0-005448F2A819}" v="1" dt="2026-02-03T04:08:50.3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ónimo Valencia Vallejo" userId="S::jeronimo.valencia10@eia.edu.co::e6f7f393-26b7-46c1-9f2c-cfdafda88fe9" providerId="AD" clId="Web-{C5417141-4F64-F2DB-72B0-005448F2A819}"/>
    <pc:docChg chg="delSld">
      <pc:chgData name="Jerónimo Valencia Vallejo" userId="S::jeronimo.valencia10@eia.edu.co::e6f7f393-26b7-46c1-9f2c-cfdafda88fe9" providerId="AD" clId="Web-{C5417141-4F64-F2DB-72B0-005448F2A819}" dt="2026-02-03T04:08:50.326" v="0"/>
      <pc:docMkLst>
        <pc:docMk/>
      </pc:docMkLst>
      <pc:sldChg chg="del">
        <pc:chgData name="Jerónimo Valencia Vallejo" userId="S::jeronimo.valencia10@eia.edu.co::e6f7f393-26b7-46c1-9f2c-cfdafda88fe9" providerId="AD" clId="Web-{C5417141-4F64-F2DB-72B0-005448F2A819}" dt="2026-02-03T04:08:50.326" v="0"/>
        <pc:sldMkLst>
          <pc:docMk/>
          <pc:sldMk cId="3854398988"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7F4E37-029C-4A2B-908C-BC648F3EE433}" type="datetimeFigureOut">
              <a:rPr lang="es-419" smtClean="0"/>
              <a:t>2/2/2026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0853A-C75B-4B49-9A7D-549AFA9486C0}" type="slidenum">
              <a:rPr lang="es-419" smtClean="0"/>
              <a:t>‹#›</a:t>
            </a:fld>
            <a:endParaRPr lang="es-419"/>
          </a:p>
        </p:txBody>
      </p:sp>
    </p:spTree>
    <p:extLst>
      <p:ext uri="{BB962C8B-B14F-4D97-AF65-F5344CB8AC3E}">
        <p14:creationId xmlns:p14="http://schemas.microsoft.com/office/powerpoint/2010/main" val="2314154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2</a:t>
            </a:fld>
            <a:endParaRPr lang="es-419"/>
          </a:p>
        </p:txBody>
      </p:sp>
    </p:spTree>
    <p:extLst>
      <p:ext uri="{BB962C8B-B14F-4D97-AF65-F5344CB8AC3E}">
        <p14:creationId xmlns:p14="http://schemas.microsoft.com/office/powerpoint/2010/main" val="827085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3</a:t>
            </a:fld>
            <a:endParaRPr lang="es-419"/>
          </a:p>
        </p:txBody>
      </p:sp>
    </p:spTree>
    <p:extLst>
      <p:ext uri="{BB962C8B-B14F-4D97-AF65-F5344CB8AC3E}">
        <p14:creationId xmlns:p14="http://schemas.microsoft.com/office/powerpoint/2010/main" val="1805733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a:t>
            </a:fld>
            <a:endParaRPr lang="es-419"/>
          </a:p>
        </p:txBody>
      </p:sp>
    </p:spTree>
    <p:extLst>
      <p:ext uri="{BB962C8B-B14F-4D97-AF65-F5344CB8AC3E}">
        <p14:creationId xmlns:p14="http://schemas.microsoft.com/office/powerpoint/2010/main" val="1247389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5</a:t>
            </a:fld>
            <a:endParaRPr lang="es-419"/>
          </a:p>
        </p:txBody>
      </p:sp>
    </p:spTree>
    <p:extLst>
      <p:ext uri="{BB962C8B-B14F-4D97-AF65-F5344CB8AC3E}">
        <p14:creationId xmlns:p14="http://schemas.microsoft.com/office/powerpoint/2010/main" val="4149645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6</a:t>
            </a:fld>
            <a:endParaRPr lang="es-419"/>
          </a:p>
        </p:txBody>
      </p:sp>
    </p:spTree>
    <p:extLst>
      <p:ext uri="{BB962C8B-B14F-4D97-AF65-F5344CB8AC3E}">
        <p14:creationId xmlns:p14="http://schemas.microsoft.com/office/powerpoint/2010/main" val="862765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Por lo tanto se hace imprescindible conocer, que condiciones se deben cumplir para que el sistema se vuelva inestable. Y de cumplirse esto (condición no deseada) entonces que se puede hacer para estabilizar el sistema. Hasta este punto, hemos visto que la estabilidad de un sistema es regida por la ubicación de los polos. Entonces, un sistema será estable si TODOS los polos del sistema se encuentran en el semi plano izquierdo del plano complejo S.</a:t>
            </a:r>
          </a:p>
          <a:p>
            <a:endParaRPr lang="es-ES"/>
          </a:p>
          <a:p>
            <a:r>
              <a:rPr lang="es-ES"/>
              <a:t>Lo primero que podemos verificar de la función de transferencia anterior, son los signos de los coeficientes del denominador. Si el denominador presenta signos intercambiados, ya es un fuerte indicio de que el sistema sea inestable. Sin embargo debemos cumplir lo siguiente.</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7</a:t>
            </a:fld>
            <a:endParaRPr lang="es-419"/>
          </a:p>
        </p:txBody>
      </p:sp>
    </p:spTree>
    <p:extLst>
      <p:ext uri="{BB962C8B-B14F-4D97-AF65-F5344CB8AC3E}">
        <p14:creationId xmlns:p14="http://schemas.microsoft.com/office/powerpoint/2010/main" val="3838896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Con esto, se vuelve interesante poder determinar si existe alguna raíz o polo en el semiplano derecho y es justo ese el trabajo que propuso Eduard John Routh conocido como "A </a:t>
            </a:r>
            <a:r>
              <a:rPr lang="es-ES" err="1"/>
              <a:t>Treatise</a:t>
            </a:r>
            <a:r>
              <a:rPr lang="es-ES"/>
              <a:t> </a:t>
            </a:r>
            <a:r>
              <a:rPr lang="es-ES" err="1"/>
              <a:t>on</a:t>
            </a:r>
            <a:r>
              <a:rPr lang="es-ES"/>
              <a:t> </a:t>
            </a:r>
            <a:r>
              <a:rPr lang="es-ES" err="1"/>
              <a:t>the</a:t>
            </a:r>
            <a:r>
              <a:rPr lang="es-ES"/>
              <a:t> </a:t>
            </a:r>
            <a:r>
              <a:rPr lang="es-ES" err="1"/>
              <a:t>Stability</a:t>
            </a:r>
            <a:r>
              <a:rPr lang="es-ES"/>
              <a:t> </a:t>
            </a:r>
            <a:r>
              <a:rPr lang="es-ES" err="1"/>
              <a:t>of</a:t>
            </a:r>
            <a:r>
              <a:rPr lang="es-ES"/>
              <a:t> a </a:t>
            </a:r>
            <a:r>
              <a:rPr lang="es-ES" err="1"/>
              <a:t>given</a:t>
            </a:r>
            <a:r>
              <a:rPr lang="es-ES"/>
              <a:t> </a:t>
            </a:r>
            <a:r>
              <a:rPr lang="es-ES" err="1"/>
              <a:t>State</a:t>
            </a:r>
            <a:r>
              <a:rPr lang="es-ES"/>
              <a:t> </a:t>
            </a:r>
            <a:r>
              <a:rPr lang="es-ES" err="1"/>
              <a:t>of</a:t>
            </a:r>
            <a:r>
              <a:rPr lang="es-ES"/>
              <a:t> </a:t>
            </a:r>
            <a:r>
              <a:rPr lang="es-ES" err="1"/>
              <a:t>Motion"en</a:t>
            </a:r>
            <a:r>
              <a:rPr lang="es-ES"/>
              <a:t> 1877.</a:t>
            </a:r>
          </a:p>
        </p:txBody>
      </p:sp>
      <p:sp>
        <p:nvSpPr>
          <p:cNvPr id="4" name="Marcador de número de diapositiva 3"/>
          <p:cNvSpPr>
            <a:spLocks noGrp="1"/>
          </p:cNvSpPr>
          <p:nvPr>
            <p:ph type="sldNum" sz="quarter" idx="5"/>
          </p:nvPr>
        </p:nvSpPr>
        <p:spPr/>
        <p:txBody>
          <a:bodyPr/>
          <a:lstStyle/>
          <a:p>
            <a:fld id="{9810853A-C75B-4B49-9A7D-549AFA9486C0}" type="slidenum">
              <a:rPr lang="es-419" smtClean="0"/>
              <a:t>8</a:t>
            </a:fld>
            <a:endParaRPr lang="es-419"/>
          </a:p>
        </p:txBody>
      </p:sp>
    </p:spTree>
    <p:extLst>
      <p:ext uri="{BB962C8B-B14F-4D97-AF65-F5344CB8AC3E}">
        <p14:creationId xmlns:p14="http://schemas.microsoft.com/office/powerpoint/2010/main" val="375716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punto de partida para determinar la estabilidad usando el criterio de estabilidad de Routh es tomar un polinomio, que en el caso de los sistemas de control es la ecuación característica o denominador de la función de transferencia de lazo cerrado:</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9</a:t>
            </a:fld>
            <a:endParaRPr lang="es-419"/>
          </a:p>
        </p:txBody>
      </p:sp>
    </p:spTree>
    <p:extLst>
      <p:ext uri="{BB962C8B-B14F-4D97-AF65-F5344CB8AC3E}">
        <p14:creationId xmlns:p14="http://schemas.microsoft.com/office/powerpoint/2010/main" val="2826493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punto de partida para determinar la estabilidad usando el criterio de estabilidad de Routh es tomar un polinomio, que en el caso de los sistemas de control es la ecuación característica o denominador de la función de transferencia de lazo cerrado:</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10</a:t>
            </a:fld>
            <a:endParaRPr lang="es-419"/>
          </a:p>
        </p:txBody>
      </p:sp>
    </p:spTree>
    <p:extLst>
      <p:ext uri="{BB962C8B-B14F-4D97-AF65-F5344CB8AC3E}">
        <p14:creationId xmlns:p14="http://schemas.microsoft.com/office/powerpoint/2010/main" val="3092812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11</a:t>
            </a:fld>
            <a:endParaRPr lang="es-419"/>
          </a:p>
        </p:txBody>
      </p:sp>
    </p:spTree>
    <p:extLst>
      <p:ext uri="{BB962C8B-B14F-4D97-AF65-F5344CB8AC3E}">
        <p14:creationId xmlns:p14="http://schemas.microsoft.com/office/powerpoint/2010/main" val="2882843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12</a:t>
            </a:fld>
            <a:endParaRPr lang="es-419"/>
          </a:p>
        </p:txBody>
      </p:sp>
    </p:spTree>
    <p:extLst>
      <p:ext uri="{BB962C8B-B14F-4D97-AF65-F5344CB8AC3E}">
        <p14:creationId xmlns:p14="http://schemas.microsoft.com/office/powerpoint/2010/main" val="2328198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13</a:t>
            </a:fld>
            <a:endParaRPr lang="es-419"/>
          </a:p>
        </p:txBody>
      </p:sp>
    </p:spTree>
    <p:extLst>
      <p:ext uri="{BB962C8B-B14F-4D97-AF65-F5344CB8AC3E}">
        <p14:creationId xmlns:p14="http://schemas.microsoft.com/office/powerpoint/2010/main" val="2890423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14</a:t>
            </a:fld>
            <a:endParaRPr lang="es-419"/>
          </a:p>
        </p:txBody>
      </p:sp>
    </p:spTree>
    <p:extLst>
      <p:ext uri="{BB962C8B-B14F-4D97-AF65-F5344CB8AC3E}">
        <p14:creationId xmlns:p14="http://schemas.microsoft.com/office/powerpoint/2010/main" val="2240436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15</a:t>
            </a:fld>
            <a:endParaRPr lang="es-419"/>
          </a:p>
        </p:txBody>
      </p:sp>
    </p:spTree>
    <p:extLst>
      <p:ext uri="{BB962C8B-B14F-4D97-AF65-F5344CB8AC3E}">
        <p14:creationId xmlns:p14="http://schemas.microsoft.com/office/powerpoint/2010/main" val="1810300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16</a:t>
            </a:fld>
            <a:endParaRPr lang="es-419"/>
          </a:p>
        </p:txBody>
      </p:sp>
    </p:spTree>
    <p:extLst>
      <p:ext uri="{BB962C8B-B14F-4D97-AF65-F5344CB8AC3E}">
        <p14:creationId xmlns:p14="http://schemas.microsoft.com/office/powerpoint/2010/main" val="3437342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17</a:t>
            </a:fld>
            <a:endParaRPr lang="es-419"/>
          </a:p>
        </p:txBody>
      </p:sp>
    </p:spTree>
    <p:extLst>
      <p:ext uri="{BB962C8B-B14F-4D97-AF65-F5344CB8AC3E}">
        <p14:creationId xmlns:p14="http://schemas.microsoft.com/office/powerpoint/2010/main" val="39717212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como el cero no tiene signo, entonces lo que se procede a hacer es substituir ese cero, por un número extremadamente pequeño POSITIVO el cual se representa con la letra griega $\</a:t>
            </a:r>
            <a:r>
              <a:rPr lang="es-ES" err="1"/>
              <a:t>varepsilon</a:t>
            </a:r>
            <a:r>
              <a:rPr lang="es-ES"/>
              <a:t>$.</a:t>
            </a:r>
          </a:p>
          <a:p>
            <a:r>
              <a:rPr lang="es-ES"/>
              <a:t> En este punto es importante destacar que dentro de la columna pivote, cuando el resultado es CERO, NO se coloca el CERO y SI el $\</a:t>
            </a:r>
            <a:r>
              <a:rPr lang="es-ES" err="1"/>
              <a:t>varepsilon</a:t>
            </a:r>
            <a:r>
              <a:rPr lang="es-ES"/>
              <a:t>$ para poder continuar con los </a:t>
            </a:r>
            <a:r>
              <a:rPr lang="es-ES" err="1"/>
              <a:t>calculos</a:t>
            </a:r>
            <a:r>
              <a:rPr lang="es-ES"/>
              <a:t> de las demás </a:t>
            </a:r>
            <a:r>
              <a:rPr lang="es-ES" err="1"/>
              <a:t>incognitas</a:t>
            </a:r>
            <a:r>
              <a:rPr lang="es-ES"/>
              <a:t>.</a:t>
            </a:r>
          </a:p>
          <a:p>
            <a:endParaRPr lang="es-ES"/>
          </a:p>
          <a:p>
            <a:r>
              <a:rPr lang="es-ES"/>
              <a:t>Una vez se completa la tabla de Routh, las </a:t>
            </a:r>
            <a:r>
              <a:rPr lang="es-ES" err="1"/>
              <a:t>incognitas</a:t>
            </a:r>
            <a:r>
              <a:rPr lang="es-ES"/>
              <a:t> $</a:t>
            </a:r>
            <a:r>
              <a:rPr lang="es-ES" err="1"/>
              <a:t>e,f,g,h</a:t>
            </a:r>
            <a:r>
              <a:rPr lang="es-ES"/>
              <a:t>$ estarán todas en función de la variable desconocida $\</a:t>
            </a:r>
            <a:r>
              <a:rPr lang="es-ES" err="1"/>
              <a:t>varepsilon</a:t>
            </a:r>
            <a:r>
              <a:rPr lang="es-ES"/>
              <a:t>$, sin embargo aquí, lo importante NO es encontrar el valor de esa </a:t>
            </a:r>
            <a:r>
              <a:rPr lang="es-ES" err="1"/>
              <a:t>incognita</a:t>
            </a:r>
            <a:r>
              <a:rPr lang="es-ES"/>
              <a:t>, si no el signo (positivo o negativo) y para eso, SOLO tomamos las </a:t>
            </a:r>
            <a:r>
              <a:rPr lang="es-ES" err="1"/>
              <a:t>incognitas</a:t>
            </a:r>
            <a:r>
              <a:rPr lang="es-ES"/>
              <a:t> de la columna pivote y procedemos a realizar un limite cuando $\</a:t>
            </a:r>
            <a:r>
              <a:rPr lang="es-ES" err="1"/>
              <a:t>varepsilon</a:t>
            </a:r>
            <a:r>
              <a:rPr lang="es-ES"/>
              <a:t>$ tiende para cero.</a:t>
            </a:r>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33</a:t>
            </a:fld>
            <a:endParaRPr lang="es-419"/>
          </a:p>
        </p:txBody>
      </p:sp>
    </p:spTree>
    <p:extLst>
      <p:ext uri="{BB962C8B-B14F-4D97-AF65-F5344CB8AC3E}">
        <p14:creationId xmlns:p14="http://schemas.microsoft.com/office/powerpoint/2010/main" val="1525787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40</a:t>
            </a:fld>
            <a:endParaRPr lang="es-419"/>
          </a:p>
        </p:txBody>
      </p:sp>
    </p:spTree>
    <p:extLst>
      <p:ext uri="{BB962C8B-B14F-4D97-AF65-F5344CB8AC3E}">
        <p14:creationId xmlns:p14="http://schemas.microsoft.com/office/powerpoint/2010/main" val="38569288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41</a:t>
            </a:fld>
            <a:endParaRPr lang="es-419"/>
          </a:p>
        </p:txBody>
      </p:sp>
    </p:spTree>
    <p:extLst>
      <p:ext uri="{BB962C8B-B14F-4D97-AF65-F5344CB8AC3E}">
        <p14:creationId xmlns:p14="http://schemas.microsoft.com/office/powerpoint/2010/main" val="1409772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42</a:t>
            </a:fld>
            <a:endParaRPr lang="es-419"/>
          </a:p>
        </p:txBody>
      </p:sp>
    </p:spTree>
    <p:extLst>
      <p:ext uri="{BB962C8B-B14F-4D97-AF65-F5344CB8AC3E}">
        <p14:creationId xmlns:p14="http://schemas.microsoft.com/office/powerpoint/2010/main" val="19823424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43</a:t>
            </a:fld>
            <a:endParaRPr lang="es-419"/>
          </a:p>
        </p:txBody>
      </p:sp>
    </p:spTree>
    <p:extLst>
      <p:ext uri="{BB962C8B-B14F-4D97-AF65-F5344CB8AC3E}">
        <p14:creationId xmlns:p14="http://schemas.microsoft.com/office/powerpoint/2010/main" val="827807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44</a:t>
            </a:fld>
            <a:endParaRPr lang="es-419"/>
          </a:p>
        </p:txBody>
      </p:sp>
    </p:spTree>
    <p:extLst>
      <p:ext uri="{BB962C8B-B14F-4D97-AF65-F5344CB8AC3E}">
        <p14:creationId xmlns:p14="http://schemas.microsoft.com/office/powerpoint/2010/main" val="538153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a:p>
        </p:txBody>
      </p:sp>
      <p:sp>
        <p:nvSpPr>
          <p:cNvPr id="4" name="Marcador de número de diapositiva 3"/>
          <p:cNvSpPr>
            <a:spLocks noGrp="1"/>
          </p:cNvSpPr>
          <p:nvPr>
            <p:ph type="sldNum" sz="quarter" idx="5"/>
          </p:nvPr>
        </p:nvSpPr>
        <p:spPr/>
        <p:txBody>
          <a:bodyPr/>
          <a:lstStyle/>
          <a:p>
            <a:fld id="{9810853A-C75B-4B49-9A7D-549AFA9486C0}" type="slidenum">
              <a:rPr lang="es-419" smtClean="0"/>
              <a:t>58</a:t>
            </a:fld>
            <a:endParaRPr lang="es-419"/>
          </a:p>
        </p:txBody>
      </p:sp>
    </p:spTree>
    <p:extLst>
      <p:ext uri="{BB962C8B-B14F-4D97-AF65-F5344CB8AC3E}">
        <p14:creationId xmlns:p14="http://schemas.microsoft.com/office/powerpoint/2010/main" val="41807564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419"/>
              <a:t>Estable</a:t>
            </a:r>
          </a:p>
          <a:p>
            <a:pPr marL="228600" indent="-228600">
              <a:buAutoNum type="arabicPeriod"/>
            </a:pPr>
            <a:r>
              <a:rPr lang="es-419"/>
              <a:t>Inestable</a:t>
            </a:r>
          </a:p>
          <a:p>
            <a:pPr marL="228600" indent="-228600">
              <a:buAutoNum type="arabicPeriod"/>
            </a:pPr>
            <a:r>
              <a:rPr lang="es-419"/>
              <a:t>Estable</a:t>
            </a:r>
          </a:p>
        </p:txBody>
      </p:sp>
      <p:sp>
        <p:nvSpPr>
          <p:cNvPr id="4" name="Marcador de número de diapositiva 3"/>
          <p:cNvSpPr>
            <a:spLocks noGrp="1"/>
          </p:cNvSpPr>
          <p:nvPr>
            <p:ph type="sldNum" sz="quarter" idx="5"/>
          </p:nvPr>
        </p:nvSpPr>
        <p:spPr/>
        <p:txBody>
          <a:bodyPr/>
          <a:lstStyle/>
          <a:p>
            <a:fld id="{9810853A-C75B-4B49-9A7D-549AFA9486C0}" type="slidenum">
              <a:rPr lang="es-419" smtClean="0"/>
              <a:t>75</a:t>
            </a:fld>
            <a:endParaRPr lang="es-419"/>
          </a:p>
        </p:txBody>
      </p:sp>
    </p:spTree>
    <p:extLst>
      <p:ext uri="{BB962C8B-B14F-4D97-AF65-F5344CB8AC3E}">
        <p14:creationId xmlns:p14="http://schemas.microsoft.com/office/powerpoint/2010/main" val="2877977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419"/>
              <a:t>Inestable</a:t>
            </a:r>
          </a:p>
        </p:txBody>
      </p:sp>
      <p:sp>
        <p:nvSpPr>
          <p:cNvPr id="4" name="Marcador de número de diapositiva 3"/>
          <p:cNvSpPr>
            <a:spLocks noGrp="1"/>
          </p:cNvSpPr>
          <p:nvPr>
            <p:ph type="sldNum" sz="quarter" idx="5"/>
          </p:nvPr>
        </p:nvSpPr>
        <p:spPr/>
        <p:txBody>
          <a:bodyPr/>
          <a:lstStyle/>
          <a:p>
            <a:fld id="{9810853A-C75B-4B49-9A7D-549AFA9486C0}" type="slidenum">
              <a:rPr lang="es-419" smtClean="0"/>
              <a:t>76</a:t>
            </a:fld>
            <a:endParaRPr lang="es-419"/>
          </a:p>
        </p:txBody>
      </p:sp>
    </p:spTree>
    <p:extLst>
      <p:ext uri="{BB962C8B-B14F-4D97-AF65-F5344CB8AC3E}">
        <p14:creationId xmlns:p14="http://schemas.microsoft.com/office/powerpoint/2010/main" val="1505620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419"/>
              <a:t>Inestable</a:t>
            </a:r>
          </a:p>
        </p:txBody>
      </p:sp>
      <p:sp>
        <p:nvSpPr>
          <p:cNvPr id="4" name="Marcador de número de diapositiva 3"/>
          <p:cNvSpPr>
            <a:spLocks noGrp="1"/>
          </p:cNvSpPr>
          <p:nvPr>
            <p:ph type="sldNum" sz="quarter" idx="5"/>
          </p:nvPr>
        </p:nvSpPr>
        <p:spPr/>
        <p:txBody>
          <a:bodyPr/>
          <a:lstStyle/>
          <a:p>
            <a:fld id="{9810853A-C75B-4B49-9A7D-549AFA9486C0}" type="slidenum">
              <a:rPr lang="es-419" smtClean="0"/>
              <a:t>77</a:t>
            </a:fld>
            <a:endParaRPr lang="es-419"/>
          </a:p>
        </p:txBody>
      </p:sp>
    </p:spTree>
    <p:extLst>
      <p:ext uri="{BB962C8B-B14F-4D97-AF65-F5344CB8AC3E}">
        <p14:creationId xmlns:p14="http://schemas.microsoft.com/office/powerpoint/2010/main" val="797712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indent="-228600">
              <a:buAutoNum type="arabicPeriod"/>
            </a:pPr>
            <a:r>
              <a:rPr lang="es-419"/>
              <a:t>Inestable</a:t>
            </a:r>
          </a:p>
        </p:txBody>
      </p:sp>
      <p:sp>
        <p:nvSpPr>
          <p:cNvPr id="4" name="Marcador de número de diapositiva 3"/>
          <p:cNvSpPr>
            <a:spLocks noGrp="1"/>
          </p:cNvSpPr>
          <p:nvPr>
            <p:ph type="sldNum" sz="quarter" idx="5"/>
          </p:nvPr>
        </p:nvSpPr>
        <p:spPr/>
        <p:txBody>
          <a:bodyPr/>
          <a:lstStyle/>
          <a:p>
            <a:fld id="{9810853A-C75B-4B49-9A7D-549AFA9486C0}" type="slidenum">
              <a:rPr lang="es-419" smtClean="0"/>
              <a:t>78</a:t>
            </a:fld>
            <a:endParaRPr lang="es-419"/>
          </a:p>
        </p:txBody>
      </p:sp>
    </p:spTree>
    <p:extLst>
      <p:ext uri="{BB962C8B-B14F-4D97-AF65-F5344CB8AC3E}">
        <p14:creationId xmlns:p14="http://schemas.microsoft.com/office/powerpoint/2010/main" val="3243440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57C025-8105-40A8-BC44-36C252A3E50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BF7B7F35-B9CC-407D-8EC3-2AA32A2B75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1A62742-97A4-4DFC-8474-988E19143D97}"/>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2D27594B-2DBD-4474-8131-18A9103EBD17}"/>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007B1B27-028D-413F-933C-7E5DDE5B7EEC}"/>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1372834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2817B-4D3C-4B82-B2B0-40C764B0F09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A309340-9C78-4DBD-99D2-A344EDC38C0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4A222FB1-E798-447D-9D9E-14B09C97AA25}"/>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B532DC4D-BFB7-44D7-991A-8BFD2F8E16E4}"/>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458C4966-A0E3-4E40-8B25-4C41476297E2}"/>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3970568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672A07-5179-4B0F-A8A8-CE482FC2D88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FB9BC466-73E1-4B78-95A7-4EA210237B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FB85EC1-8F3F-4218-AE97-463A0A023E5B}"/>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6AADBCD7-3DCC-49CB-BC30-C58CF42682C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E6FFB97B-5F37-4088-A742-5C841C83AF27}"/>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132825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114487-E694-418D-803C-A99829DE24A0}"/>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330D39EF-8AAD-41A5-9C59-0D033EFC798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BF5AB216-E1E1-427A-8B5D-333B782E850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677C1DC4-9C47-4E4F-B269-4069C34178ED}"/>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6" name="Marcador de pie de página 5">
            <a:extLst>
              <a:ext uri="{FF2B5EF4-FFF2-40B4-BE49-F238E27FC236}">
                <a16:creationId xmlns:a16="http://schemas.microsoft.com/office/drawing/2014/main" id="{01953C7C-083D-4609-AFD4-6A8BD1961318}"/>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6E821E92-5E1A-40C2-BB71-0FC8EC3E34C5}"/>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2846736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DDAA3B-E331-4F9D-95C7-C816382E367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CFEEFEAC-DE5A-4AF5-98CA-8C5ECD73D5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51CCEB1-B0C0-45A6-A075-9369FC838B4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0E6E6C9-F07A-4B84-97E8-7C3D72885E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78494DD-34D5-4ED3-8FF4-E3D316C763A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3DB323A0-D2A3-4175-8AC5-EE61CDFEA166}"/>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8" name="Marcador de pie de página 7">
            <a:extLst>
              <a:ext uri="{FF2B5EF4-FFF2-40B4-BE49-F238E27FC236}">
                <a16:creationId xmlns:a16="http://schemas.microsoft.com/office/drawing/2014/main" id="{756DC1F5-45E0-4FD8-952D-8E5D72D47848}"/>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94FDA0BA-A877-4EA6-A10F-53A5D048AA8B}"/>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1834337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341BAE-EE1D-4C7D-A7D2-CDC65C00F19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CB5FCF41-055E-4833-8008-B8A60EC3B7EE}"/>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4" name="Marcador de pie de página 3">
            <a:extLst>
              <a:ext uri="{FF2B5EF4-FFF2-40B4-BE49-F238E27FC236}">
                <a16:creationId xmlns:a16="http://schemas.microsoft.com/office/drawing/2014/main" id="{B32D6698-8723-4B97-A041-FD9E463F56F9}"/>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2D7BCAD-BA09-4622-9EEA-56C7DC344504}"/>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655366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7FD5C37-98B6-45F8-950E-C2FFF561A40C}"/>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3" name="Marcador de pie de página 2">
            <a:extLst>
              <a:ext uri="{FF2B5EF4-FFF2-40B4-BE49-F238E27FC236}">
                <a16:creationId xmlns:a16="http://schemas.microsoft.com/office/drawing/2014/main" id="{E121C680-A1E0-4444-8405-1EF0BBDA7018}"/>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8A43B3A4-D6E1-4464-8155-ACB5C7879DF4}"/>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1636774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44B038-EDBF-44EB-82C9-313229D8CAD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F6C77CB4-F2B7-405A-93AA-A1A38E7CA4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99CC5F8F-CEB5-4742-8DBF-BF2F92ADA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369D45-EEBD-4C99-B810-BC1106F0FCF1}"/>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6" name="Marcador de pie de página 5">
            <a:extLst>
              <a:ext uri="{FF2B5EF4-FFF2-40B4-BE49-F238E27FC236}">
                <a16:creationId xmlns:a16="http://schemas.microsoft.com/office/drawing/2014/main" id="{DF764A3E-EC48-4433-801D-3C5EBBF0F7EE}"/>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8EB0059D-3B23-4527-97C3-C188ED52FFAC}"/>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310556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85D2C3-1988-4661-95AD-BACC01DBDEB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483AAF4C-04C6-4891-A723-0EBE0FF512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CCDE6448-F661-494E-9C95-FFA77C1BD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4C1B61A-4E1B-45FB-9F16-BEDF1562A0D6}"/>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6" name="Marcador de pie de página 5">
            <a:extLst>
              <a:ext uri="{FF2B5EF4-FFF2-40B4-BE49-F238E27FC236}">
                <a16:creationId xmlns:a16="http://schemas.microsoft.com/office/drawing/2014/main" id="{7E5E3B84-FE8D-44B1-98D1-A92B856C0864}"/>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9EC36F51-5E59-44DF-879C-63F27EF562BF}"/>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2463081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54BBD-5A2B-4B9D-8A59-F07B92D3EC2E}"/>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A48FB1E1-007B-4399-9E44-CF54B601573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466778C7-4996-4830-BD6E-BF584CAB7A1C}"/>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35794329-E732-4758-9370-366282080BC8}"/>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1A83E62B-378E-47CD-BA79-A17A749BFE70}"/>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310104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0554976-8265-424C-BEDD-9B99D022724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723E0DB2-D555-43FE-87FE-935F348283F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568E47D0-F32F-4C28-8B66-CF983C95EF63}"/>
              </a:ext>
            </a:extLst>
          </p:cNvPr>
          <p:cNvSpPr>
            <a:spLocks noGrp="1"/>
          </p:cNvSpPr>
          <p:nvPr>
            <p:ph type="dt" sz="half" idx="10"/>
          </p:nvPr>
        </p:nvSpPr>
        <p:spPr/>
        <p:txBody>
          <a:body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95F91293-51A3-4864-AB8E-91F78256843E}"/>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61B48FB2-F17E-4C5B-8452-7A875173083D}"/>
              </a:ext>
            </a:extLst>
          </p:cNvPr>
          <p:cNvSpPr>
            <a:spLocks noGrp="1"/>
          </p:cNvSpPr>
          <p:nvPr>
            <p:ph type="sldNum" sz="quarter" idx="12"/>
          </p:nvPr>
        </p:nvSpPr>
        <p:spPr/>
        <p:txBody>
          <a:bodyPr/>
          <a:lstStyle/>
          <a:p>
            <a:fld id="{DE7744A3-2849-48D1-B490-749BEE275263}" type="slidenum">
              <a:rPr lang="es-419" smtClean="0"/>
              <a:t>‹#›</a:t>
            </a:fld>
            <a:endParaRPr lang="es-419"/>
          </a:p>
        </p:txBody>
      </p:sp>
    </p:spTree>
    <p:extLst>
      <p:ext uri="{BB962C8B-B14F-4D97-AF65-F5344CB8AC3E}">
        <p14:creationId xmlns:p14="http://schemas.microsoft.com/office/powerpoint/2010/main" val="2412246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756372A-699D-45FA-A0D6-A65EAF50B5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6F3A6826-C018-4217-9502-630EBC5099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72B33DDB-8452-4A29-A457-3B8AB710E8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07A092-9F32-4FE3-A3D3-A717E5749ECE}" type="datetimeFigureOut">
              <a:rPr lang="es-419" smtClean="0"/>
              <a:t>2/2/2026</a:t>
            </a:fld>
            <a:endParaRPr lang="es-419"/>
          </a:p>
        </p:txBody>
      </p:sp>
      <p:sp>
        <p:nvSpPr>
          <p:cNvPr id="5" name="Marcador de pie de página 4">
            <a:extLst>
              <a:ext uri="{FF2B5EF4-FFF2-40B4-BE49-F238E27FC236}">
                <a16:creationId xmlns:a16="http://schemas.microsoft.com/office/drawing/2014/main" id="{5AFD2453-B5B2-42C0-BBC1-5662DFB7E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2DD07CFE-7434-463A-BBB3-A34D1689A3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7744A3-2849-48D1-B490-749BEE275263}" type="slidenum">
              <a:rPr lang="es-419" smtClean="0"/>
              <a:t>‹#›</a:t>
            </a:fld>
            <a:endParaRPr lang="es-419"/>
          </a:p>
        </p:txBody>
      </p:sp>
    </p:spTree>
    <p:extLst>
      <p:ext uri="{BB962C8B-B14F-4D97-AF65-F5344CB8AC3E}">
        <p14:creationId xmlns:p14="http://schemas.microsoft.com/office/powerpoint/2010/main" val="1926152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4.png"/><Relationship Id="rId11" Type="http://schemas.openxmlformats.org/officeDocument/2006/relationships/image" Target="../media/image9.gif"/><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xml"/><Relationship Id="rId7" Type="http://schemas.openxmlformats.org/officeDocument/2006/relationships/image" Target="../media/image5.png"/><Relationship Id="rId12"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4.png"/><Relationship Id="rId11" Type="http://schemas.openxmlformats.org/officeDocument/2006/relationships/image" Target="../media/image12.gif"/><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3.xml"/><Relationship Id="rId7" Type="http://schemas.openxmlformats.org/officeDocument/2006/relationships/image" Target="../media/image5.png"/><Relationship Id="rId12"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4.png"/><Relationship Id="rId11" Type="http://schemas.openxmlformats.org/officeDocument/2006/relationships/image" Target="../media/image14.gif"/><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4.xml"/><Relationship Id="rId7" Type="http://schemas.openxmlformats.org/officeDocument/2006/relationships/image" Target="../media/image5.png"/><Relationship Id="rId12"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4.png"/><Relationship Id="rId11" Type="http://schemas.openxmlformats.org/officeDocument/2006/relationships/image" Target="../media/image16.gif"/><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5.xml"/><Relationship Id="rId7" Type="http://schemas.openxmlformats.org/officeDocument/2006/relationships/image" Target="../media/image5.png"/><Relationship Id="rId12" Type="http://schemas.openxmlformats.org/officeDocument/2006/relationships/image" Target="../media/image18.gif"/><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6.xml"/><Relationship Id="rId7" Type="http://schemas.openxmlformats.org/officeDocument/2006/relationships/image" Target="../media/image5.png"/><Relationship Id="rId12" Type="http://schemas.openxmlformats.org/officeDocument/2006/relationships/image" Target="../media/image19.gif"/><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7.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4.png"/><Relationship Id="rId11" Type="http://schemas.openxmlformats.org/officeDocument/2006/relationships/image" Target="../media/image20.jpe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6.png"/><Relationship Id="rId3" Type="http://schemas.openxmlformats.org/officeDocument/2006/relationships/tags" Target="../tags/tag10.xml"/><Relationship Id="rId7" Type="http://schemas.openxmlformats.org/officeDocument/2006/relationships/image" Target="../media/image21.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tags" Target="../tags/tag9.xml"/><Relationship Id="rId16" Type="http://schemas.openxmlformats.org/officeDocument/2006/relationships/image" Target="../media/image29.png"/><Relationship Id="rId1" Type="http://schemas.openxmlformats.org/officeDocument/2006/relationships/tags" Target="../tags/tag8.xml"/><Relationship Id="rId6" Type="http://schemas.openxmlformats.org/officeDocument/2006/relationships/notesSlide" Target="../notesSlides/notesSlide8.xml"/><Relationship Id="rId11" Type="http://schemas.openxmlformats.org/officeDocument/2006/relationships/image" Target="../media/image4.png"/><Relationship Id="rId5" Type="http://schemas.openxmlformats.org/officeDocument/2006/relationships/slideLayout" Target="../slideLayouts/slideLayout2.xml"/><Relationship Id="rId15" Type="http://schemas.openxmlformats.org/officeDocument/2006/relationships/image" Target="../media/image28.png"/><Relationship Id="rId10" Type="http://schemas.openxmlformats.org/officeDocument/2006/relationships/image" Target="../media/image24.png"/><Relationship Id="rId4" Type="http://schemas.openxmlformats.org/officeDocument/2006/relationships/tags" Target="../tags/tag11.xml"/><Relationship Id="rId9" Type="http://schemas.openxmlformats.org/officeDocument/2006/relationships/image" Target="../media/image23.png"/><Relationship Id="rId1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6.png"/><Relationship Id="rId3" Type="http://schemas.openxmlformats.org/officeDocument/2006/relationships/tags" Target="../tags/tag14.xml"/><Relationship Id="rId7" Type="http://schemas.openxmlformats.org/officeDocument/2006/relationships/image" Target="../media/image21.png"/><Relationship Id="rId12" Type="http://schemas.openxmlformats.org/officeDocument/2006/relationships/image" Target="../media/image25.png"/><Relationship Id="rId17" Type="http://schemas.openxmlformats.org/officeDocument/2006/relationships/image" Target="../media/image31.png"/><Relationship Id="rId2" Type="http://schemas.openxmlformats.org/officeDocument/2006/relationships/tags" Target="../tags/tag13.xml"/><Relationship Id="rId16" Type="http://schemas.openxmlformats.org/officeDocument/2006/relationships/image" Target="../media/image29.png"/><Relationship Id="rId1" Type="http://schemas.openxmlformats.org/officeDocument/2006/relationships/tags" Target="../tags/tag12.xml"/><Relationship Id="rId6" Type="http://schemas.openxmlformats.org/officeDocument/2006/relationships/notesSlide" Target="../notesSlides/notesSlide9.xml"/><Relationship Id="rId11" Type="http://schemas.openxmlformats.org/officeDocument/2006/relationships/image" Target="../media/image4.png"/><Relationship Id="rId5" Type="http://schemas.openxmlformats.org/officeDocument/2006/relationships/slideLayout" Target="../slideLayouts/slideLayout2.xml"/><Relationship Id="rId15" Type="http://schemas.openxmlformats.org/officeDocument/2006/relationships/image" Target="../media/image28.png"/><Relationship Id="rId10" Type="http://schemas.openxmlformats.org/officeDocument/2006/relationships/image" Target="../media/image24.png"/><Relationship Id="rId4" Type="http://schemas.openxmlformats.org/officeDocument/2006/relationships/tags" Target="../tags/tag15.xml"/><Relationship Id="rId9" Type="http://schemas.openxmlformats.org/officeDocument/2006/relationships/image" Target="../media/image23.png"/><Relationship Id="rId14"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1.png"/><Relationship Id="rId3" Type="http://schemas.openxmlformats.org/officeDocument/2006/relationships/slideLayout" Target="../slideLayouts/slideLayout2.xml"/><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notesSlide" Target="../notesSlides/notesSlide10.xml"/><Relationship Id="rId9"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3" Type="http://schemas.openxmlformats.org/officeDocument/2006/relationships/tags" Target="../tags/tag20.xml"/><Relationship Id="rId7" Type="http://schemas.openxmlformats.org/officeDocument/2006/relationships/image" Target="../media/image22.png"/><Relationship Id="rId12" Type="http://schemas.openxmlformats.org/officeDocument/2006/relationships/image" Target="../media/image26.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notesSlide" Target="../notesSlides/notesSlide11.xml"/><Relationship Id="rId15" Type="http://schemas.openxmlformats.org/officeDocument/2006/relationships/image" Target="../media/image33.png"/><Relationship Id="rId10" Type="http://schemas.openxmlformats.org/officeDocument/2006/relationships/image" Target="../media/image4.png"/><Relationship Id="rId4" Type="http://schemas.openxmlformats.org/officeDocument/2006/relationships/slideLayout" Target="../slideLayouts/slideLayout2.xml"/><Relationship Id="rId9" Type="http://schemas.openxmlformats.org/officeDocument/2006/relationships/image" Target="../media/image24.png"/><Relationship Id="rId1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4.png"/><Relationship Id="rId3" Type="http://schemas.openxmlformats.org/officeDocument/2006/relationships/tags" Target="../tags/tag23.xml"/><Relationship Id="rId7" Type="http://schemas.openxmlformats.org/officeDocument/2006/relationships/image" Target="../media/image32.png"/><Relationship Id="rId12" Type="http://schemas.openxmlformats.org/officeDocument/2006/relationships/image" Target="../media/image24.png"/><Relationship Id="rId17" Type="http://schemas.openxmlformats.org/officeDocument/2006/relationships/image" Target="../media/image33.png"/><Relationship Id="rId2" Type="http://schemas.openxmlformats.org/officeDocument/2006/relationships/tags" Target="../tags/tag22.xml"/><Relationship Id="rId16" Type="http://schemas.openxmlformats.org/officeDocument/2006/relationships/image" Target="../media/image27.png"/><Relationship Id="rId1" Type="http://schemas.openxmlformats.org/officeDocument/2006/relationships/tags" Target="../tags/tag21.xml"/><Relationship Id="rId6" Type="http://schemas.openxmlformats.org/officeDocument/2006/relationships/notesSlide" Target="../notesSlides/notesSlide12.xml"/><Relationship Id="rId11" Type="http://schemas.openxmlformats.org/officeDocument/2006/relationships/image" Target="../media/image23.png"/><Relationship Id="rId5" Type="http://schemas.openxmlformats.org/officeDocument/2006/relationships/slideLayout" Target="../slideLayouts/slideLayout2.xml"/><Relationship Id="rId1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tags" Target="../tags/tag24.xml"/><Relationship Id="rId9" Type="http://schemas.openxmlformats.org/officeDocument/2006/relationships/image" Target="../media/image21.png"/><Relationship Id="rId14" Type="http://schemas.openxmlformats.org/officeDocument/2006/relationships/image" Target="../media/image25.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3.png"/><Relationship Id="rId18" Type="http://schemas.openxmlformats.org/officeDocument/2006/relationships/image" Target="../media/image27.png"/><Relationship Id="rId3" Type="http://schemas.openxmlformats.org/officeDocument/2006/relationships/tags" Target="../tags/tag27.xml"/><Relationship Id="rId7" Type="http://schemas.openxmlformats.org/officeDocument/2006/relationships/notesSlide" Target="../notesSlides/notesSlide13.xml"/><Relationship Id="rId12" Type="http://schemas.openxmlformats.org/officeDocument/2006/relationships/image" Target="../media/image22.png"/><Relationship Id="rId17" Type="http://schemas.openxmlformats.org/officeDocument/2006/relationships/image" Target="../media/image26.png"/><Relationship Id="rId2" Type="http://schemas.openxmlformats.org/officeDocument/2006/relationships/tags" Target="../tags/tag26.xml"/><Relationship Id="rId16" Type="http://schemas.openxmlformats.org/officeDocument/2006/relationships/image" Target="../media/image25.png"/><Relationship Id="rId1" Type="http://schemas.openxmlformats.org/officeDocument/2006/relationships/tags" Target="../tags/tag25.xml"/><Relationship Id="rId6" Type="http://schemas.openxmlformats.org/officeDocument/2006/relationships/slideLayout" Target="../slideLayouts/slideLayout2.xml"/><Relationship Id="rId11" Type="http://schemas.openxmlformats.org/officeDocument/2006/relationships/image" Target="../media/image21.png"/><Relationship Id="rId5" Type="http://schemas.openxmlformats.org/officeDocument/2006/relationships/tags" Target="../tags/tag29.xml"/><Relationship Id="rId15" Type="http://schemas.openxmlformats.org/officeDocument/2006/relationships/image" Target="../media/image4.png"/><Relationship Id="rId10" Type="http://schemas.openxmlformats.org/officeDocument/2006/relationships/image" Target="../media/image34.png"/><Relationship Id="rId19" Type="http://schemas.openxmlformats.org/officeDocument/2006/relationships/image" Target="../media/image33.png"/><Relationship Id="rId4" Type="http://schemas.openxmlformats.org/officeDocument/2006/relationships/tags" Target="../tags/tag28.xml"/><Relationship Id="rId9" Type="http://schemas.openxmlformats.org/officeDocument/2006/relationships/image" Target="../media/image35.png"/><Relationship Id="rId1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tags" Target="../tags/tag32.xml"/><Relationship Id="rId21" Type="http://schemas.openxmlformats.org/officeDocument/2006/relationships/image" Target="../media/image33.png"/><Relationship Id="rId7" Type="http://schemas.openxmlformats.org/officeDocument/2006/relationships/slideLayout" Target="../slideLayouts/slideLayout2.xml"/><Relationship Id="rId12" Type="http://schemas.openxmlformats.org/officeDocument/2006/relationships/image" Target="../media/image34.png"/><Relationship Id="rId17" Type="http://schemas.openxmlformats.org/officeDocument/2006/relationships/image" Target="../media/image4.png"/><Relationship Id="rId2" Type="http://schemas.openxmlformats.org/officeDocument/2006/relationships/tags" Target="../tags/tag31.xml"/><Relationship Id="rId16" Type="http://schemas.openxmlformats.org/officeDocument/2006/relationships/image" Target="../media/image24.png"/><Relationship Id="rId20" Type="http://schemas.openxmlformats.org/officeDocument/2006/relationships/image" Target="../media/image27.png"/><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image" Target="../media/image35.png"/><Relationship Id="rId5" Type="http://schemas.openxmlformats.org/officeDocument/2006/relationships/tags" Target="../tags/tag34.xml"/><Relationship Id="rId15" Type="http://schemas.openxmlformats.org/officeDocument/2006/relationships/image" Target="../media/image23.png"/><Relationship Id="rId10" Type="http://schemas.openxmlformats.org/officeDocument/2006/relationships/image" Target="../media/image36.png"/><Relationship Id="rId19" Type="http://schemas.openxmlformats.org/officeDocument/2006/relationships/image" Target="../media/image26.png"/><Relationship Id="rId4" Type="http://schemas.openxmlformats.org/officeDocument/2006/relationships/tags" Target="../tags/tag33.xml"/><Relationship Id="rId9" Type="http://schemas.openxmlformats.org/officeDocument/2006/relationships/image" Target="../media/image32.png"/><Relationship Id="rId14" Type="http://schemas.openxmlformats.org/officeDocument/2006/relationships/image" Target="../media/image22.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5.xml"/><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tags" Target="../tags/tag38.xml"/><Relationship Id="rId21" Type="http://schemas.openxmlformats.org/officeDocument/2006/relationships/image" Target="../media/image33.png"/><Relationship Id="rId7" Type="http://schemas.openxmlformats.org/officeDocument/2006/relationships/slideLayout" Target="../slideLayouts/slideLayout2.xml"/><Relationship Id="rId12" Type="http://schemas.openxmlformats.org/officeDocument/2006/relationships/image" Target="../media/image34.png"/><Relationship Id="rId17" Type="http://schemas.openxmlformats.org/officeDocument/2006/relationships/image" Target="../media/image4.png"/><Relationship Id="rId2" Type="http://schemas.openxmlformats.org/officeDocument/2006/relationships/tags" Target="../tags/tag37.xml"/><Relationship Id="rId16" Type="http://schemas.openxmlformats.org/officeDocument/2006/relationships/image" Target="../media/image24.png"/><Relationship Id="rId20" Type="http://schemas.openxmlformats.org/officeDocument/2006/relationships/image" Target="../media/image27.png"/><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image" Target="../media/image35.png"/><Relationship Id="rId24" Type="http://schemas.openxmlformats.org/officeDocument/2006/relationships/image" Target="../media/image39.png"/><Relationship Id="rId5" Type="http://schemas.openxmlformats.org/officeDocument/2006/relationships/tags" Target="../tags/tag40.xml"/><Relationship Id="rId15" Type="http://schemas.openxmlformats.org/officeDocument/2006/relationships/image" Target="../media/image23.png"/><Relationship Id="rId23" Type="http://schemas.openxmlformats.org/officeDocument/2006/relationships/image" Target="../media/image38.png"/><Relationship Id="rId10" Type="http://schemas.openxmlformats.org/officeDocument/2006/relationships/image" Target="../media/image36.png"/><Relationship Id="rId19" Type="http://schemas.openxmlformats.org/officeDocument/2006/relationships/image" Target="../media/image26.png"/><Relationship Id="rId4" Type="http://schemas.openxmlformats.org/officeDocument/2006/relationships/tags" Target="../tags/tag39.xml"/><Relationship Id="rId9" Type="http://schemas.openxmlformats.org/officeDocument/2006/relationships/image" Target="../media/image32.png"/><Relationship Id="rId14" Type="http://schemas.openxmlformats.org/officeDocument/2006/relationships/image" Target="../media/image22.png"/><Relationship Id="rId22"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tags" Target="../tags/tag44.xml"/><Relationship Id="rId21" Type="http://schemas.openxmlformats.org/officeDocument/2006/relationships/image" Target="../media/image33.png"/><Relationship Id="rId7" Type="http://schemas.openxmlformats.org/officeDocument/2006/relationships/slideLayout" Target="../slideLayouts/slideLayout2.xml"/><Relationship Id="rId12" Type="http://schemas.openxmlformats.org/officeDocument/2006/relationships/image" Target="../media/image34.png"/><Relationship Id="rId17" Type="http://schemas.openxmlformats.org/officeDocument/2006/relationships/image" Target="../media/image4.png"/><Relationship Id="rId25" Type="http://schemas.openxmlformats.org/officeDocument/2006/relationships/image" Target="../media/image39.png"/><Relationship Id="rId2" Type="http://schemas.openxmlformats.org/officeDocument/2006/relationships/tags" Target="../tags/tag43.xml"/><Relationship Id="rId16" Type="http://schemas.openxmlformats.org/officeDocument/2006/relationships/image" Target="../media/image24.png"/><Relationship Id="rId20" Type="http://schemas.openxmlformats.org/officeDocument/2006/relationships/image" Target="../media/image27.png"/><Relationship Id="rId1" Type="http://schemas.openxmlformats.org/officeDocument/2006/relationships/tags" Target="../tags/tag42.xml"/><Relationship Id="rId6" Type="http://schemas.openxmlformats.org/officeDocument/2006/relationships/tags" Target="../tags/tag47.xml"/><Relationship Id="rId11" Type="http://schemas.openxmlformats.org/officeDocument/2006/relationships/image" Target="../media/image35.png"/><Relationship Id="rId24" Type="http://schemas.openxmlformats.org/officeDocument/2006/relationships/image" Target="../media/image40.png"/><Relationship Id="rId5" Type="http://schemas.openxmlformats.org/officeDocument/2006/relationships/tags" Target="../tags/tag46.xml"/><Relationship Id="rId15" Type="http://schemas.openxmlformats.org/officeDocument/2006/relationships/image" Target="../media/image23.png"/><Relationship Id="rId23" Type="http://schemas.openxmlformats.org/officeDocument/2006/relationships/image" Target="../media/image38.png"/><Relationship Id="rId10" Type="http://schemas.openxmlformats.org/officeDocument/2006/relationships/image" Target="../media/image36.png"/><Relationship Id="rId19" Type="http://schemas.openxmlformats.org/officeDocument/2006/relationships/image" Target="../media/image26.png"/><Relationship Id="rId4" Type="http://schemas.openxmlformats.org/officeDocument/2006/relationships/tags" Target="../tags/tag45.xml"/><Relationship Id="rId9" Type="http://schemas.openxmlformats.org/officeDocument/2006/relationships/image" Target="../media/image32.png"/><Relationship Id="rId14" Type="http://schemas.openxmlformats.org/officeDocument/2006/relationships/image" Target="../media/image22.png"/><Relationship Id="rId22"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41.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41.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45.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41.png"/><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59.xml"/><Relationship Id="rId7" Type="http://schemas.openxmlformats.org/officeDocument/2006/relationships/image" Target="../media/image47.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46.png"/><Relationship Id="rId5" Type="http://schemas.openxmlformats.org/officeDocument/2006/relationships/slideLayout" Target="../slideLayouts/slideLayout2.xml"/><Relationship Id="rId4" Type="http://schemas.openxmlformats.org/officeDocument/2006/relationships/tags" Target="../tags/tag60.xml"/><Relationship Id="rId9" Type="http://schemas.openxmlformats.org/officeDocument/2006/relationships/image" Target="../media/image45.png"/></Relationships>
</file>

<file path=ppt/slides/_rels/slide23.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tags" Target="../tags/tag63.xml"/><Relationship Id="rId7" Type="http://schemas.openxmlformats.org/officeDocument/2006/relationships/image" Target="../media/image48.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Layout" Target="../slideLayouts/slideLayout2.xml"/><Relationship Id="rId11" Type="http://schemas.openxmlformats.org/officeDocument/2006/relationships/image" Target="../media/image45.png"/><Relationship Id="rId5" Type="http://schemas.openxmlformats.org/officeDocument/2006/relationships/tags" Target="../tags/tag65.xml"/><Relationship Id="rId10" Type="http://schemas.openxmlformats.org/officeDocument/2006/relationships/image" Target="../media/image41.png"/><Relationship Id="rId4" Type="http://schemas.openxmlformats.org/officeDocument/2006/relationships/tags" Target="../tags/tag64.xml"/><Relationship Id="rId9" Type="http://schemas.openxmlformats.org/officeDocument/2006/relationships/image" Target="../media/image49.png"/></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45.png"/><Relationship Id="rId3" Type="http://schemas.openxmlformats.org/officeDocument/2006/relationships/tags" Target="../tags/tag68.xml"/><Relationship Id="rId7" Type="http://schemas.openxmlformats.org/officeDocument/2006/relationships/slideLayout" Target="../slideLayouts/slideLayout2.xml"/><Relationship Id="rId12" Type="http://schemas.openxmlformats.org/officeDocument/2006/relationships/image" Target="../media/image41.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46.png"/><Relationship Id="rId5" Type="http://schemas.openxmlformats.org/officeDocument/2006/relationships/tags" Target="../tags/tag70.xml"/><Relationship Id="rId10" Type="http://schemas.openxmlformats.org/officeDocument/2006/relationships/image" Target="../media/image48.png"/><Relationship Id="rId4" Type="http://schemas.openxmlformats.org/officeDocument/2006/relationships/tags" Target="../tags/tag69.xml"/><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46.png"/><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image" Target="../media/image48.pn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image" Target="../media/image51.png"/><Relationship Id="rId5" Type="http://schemas.openxmlformats.org/officeDocument/2006/relationships/tags" Target="../tags/tag76.xml"/><Relationship Id="rId15" Type="http://schemas.openxmlformats.org/officeDocument/2006/relationships/image" Target="../media/image45.png"/><Relationship Id="rId10" Type="http://schemas.openxmlformats.org/officeDocument/2006/relationships/image" Target="../media/image53.png"/><Relationship Id="rId4" Type="http://schemas.openxmlformats.org/officeDocument/2006/relationships/tags" Target="../tags/tag75.xml"/><Relationship Id="rId9" Type="http://schemas.openxmlformats.org/officeDocument/2006/relationships/image" Target="../media/image52.png"/><Relationship Id="rId14" Type="http://schemas.openxmlformats.org/officeDocument/2006/relationships/image" Target="../media/image41.png"/></Relationships>
</file>

<file path=ppt/slides/_rels/slide26.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image" Target="../media/image51.png"/><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media/image56.png"/><Relationship Id="rId17" Type="http://schemas.openxmlformats.org/officeDocument/2006/relationships/image" Target="../media/image45.png"/><Relationship Id="rId2" Type="http://schemas.openxmlformats.org/officeDocument/2006/relationships/tags" Target="../tags/tag80.xml"/><Relationship Id="rId16" Type="http://schemas.openxmlformats.org/officeDocument/2006/relationships/image" Target="../media/image41.png"/><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55.png"/><Relationship Id="rId5" Type="http://schemas.openxmlformats.org/officeDocument/2006/relationships/tags" Target="../tags/tag83.xml"/><Relationship Id="rId15" Type="http://schemas.openxmlformats.org/officeDocument/2006/relationships/image" Target="../media/image46.png"/><Relationship Id="rId10" Type="http://schemas.openxmlformats.org/officeDocument/2006/relationships/image" Target="../media/image54.png"/><Relationship Id="rId4" Type="http://schemas.openxmlformats.org/officeDocument/2006/relationships/tags" Target="../tags/tag82.xml"/><Relationship Id="rId9" Type="http://schemas.openxmlformats.org/officeDocument/2006/relationships/slideLayout" Target="../slideLayouts/slideLayout2.xml"/><Relationship Id="rId14"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image" Target="../media/image51.png"/><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56.png"/><Relationship Id="rId17" Type="http://schemas.openxmlformats.org/officeDocument/2006/relationships/image" Target="../media/image45.png"/><Relationship Id="rId2" Type="http://schemas.openxmlformats.org/officeDocument/2006/relationships/tags" Target="../tags/tag88.xml"/><Relationship Id="rId16" Type="http://schemas.openxmlformats.org/officeDocument/2006/relationships/image" Target="../media/image41.png"/><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55.png"/><Relationship Id="rId5" Type="http://schemas.openxmlformats.org/officeDocument/2006/relationships/tags" Target="../tags/tag91.xml"/><Relationship Id="rId15" Type="http://schemas.openxmlformats.org/officeDocument/2006/relationships/image" Target="../media/image46.png"/><Relationship Id="rId10" Type="http://schemas.openxmlformats.org/officeDocument/2006/relationships/image" Target="../media/image57.png"/><Relationship Id="rId4" Type="http://schemas.openxmlformats.org/officeDocument/2006/relationships/tags" Target="../tags/tag90.xml"/><Relationship Id="rId9" Type="http://schemas.openxmlformats.org/officeDocument/2006/relationships/slideLayout" Target="../slideLayouts/slideLayout2.xml"/><Relationship Id="rId1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59.png"/><Relationship Id="rId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 Id="rId5" Type="http://schemas.openxmlformats.org/officeDocument/2006/relationships/image" Target="../media/image58.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image" Target="../media/image61.png"/><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58.png"/><Relationship Id="rId5" Type="http://schemas.openxmlformats.org/officeDocument/2006/relationships/image" Target="../media/image60.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tags" Target="../tags/tag104.xml"/><Relationship Id="rId7" Type="http://schemas.openxmlformats.org/officeDocument/2006/relationships/image" Target="../media/image63.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62.png"/><Relationship Id="rId5" Type="http://schemas.openxmlformats.org/officeDocument/2006/relationships/slideLayout" Target="../slideLayouts/slideLayout2.xml"/><Relationship Id="rId4" Type="http://schemas.openxmlformats.org/officeDocument/2006/relationships/tags" Target="../tags/tag105.xml"/><Relationship Id="rId9" Type="http://schemas.openxmlformats.org/officeDocument/2006/relationships/image" Target="../media/image61.png"/></Relationships>
</file>

<file path=ppt/slides/_rels/slide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tags" Target="../tags/tag108.xml"/><Relationship Id="rId7" Type="http://schemas.openxmlformats.org/officeDocument/2006/relationships/image" Target="../media/image64.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62.png"/><Relationship Id="rId5" Type="http://schemas.openxmlformats.org/officeDocument/2006/relationships/slideLayout" Target="../slideLayouts/slideLayout2.xml"/><Relationship Id="rId4" Type="http://schemas.openxmlformats.org/officeDocument/2006/relationships/tags" Target="../tags/tag109.xml"/><Relationship Id="rId9" Type="http://schemas.openxmlformats.org/officeDocument/2006/relationships/image" Target="../media/image61.png"/></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tags" Target="../tags/tag112.xml"/><Relationship Id="rId7" Type="http://schemas.openxmlformats.org/officeDocument/2006/relationships/image" Target="../media/image66.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65.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5.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3" Type="http://schemas.openxmlformats.org/officeDocument/2006/relationships/tags" Target="../tags/tag115.xml"/><Relationship Id="rId7" Type="http://schemas.openxmlformats.org/officeDocument/2006/relationships/slideLayout" Target="../slideLayouts/slideLayout2.xml"/><Relationship Id="rId12" Type="http://schemas.openxmlformats.org/officeDocument/2006/relationships/image" Target="../media/image78.png"/><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tags" Target="../tags/tag118.xml"/><Relationship Id="rId11" Type="http://schemas.openxmlformats.org/officeDocument/2006/relationships/image" Target="../media/image77.png"/><Relationship Id="rId5" Type="http://schemas.openxmlformats.org/officeDocument/2006/relationships/tags" Target="../tags/tag117.xml"/><Relationship Id="rId10" Type="http://schemas.openxmlformats.org/officeDocument/2006/relationships/image" Target="../media/image76.png"/><Relationship Id="rId4" Type="http://schemas.openxmlformats.org/officeDocument/2006/relationships/tags" Target="../tags/tag116.xml"/><Relationship Id="rId9" Type="http://schemas.openxmlformats.org/officeDocument/2006/relationships/image" Target="../media/image75.png"/></Relationships>
</file>

<file path=ppt/slides/_rels/slide36.xml.rels><?xml version="1.0" encoding="UTF-8" standalone="yes"?>
<Relationships xmlns="http://schemas.openxmlformats.org/package/2006/relationships"><Relationship Id="rId3" Type="http://schemas.openxmlformats.org/officeDocument/2006/relationships/tags" Target="../tags/tag121.xml"/><Relationship Id="rId7" Type="http://schemas.openxmlformats.org/officeDocument/2006/relationships/image" Target="../media/image81.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80.png"/><Relationship Id="rId5" Type="http://schemas.openxmlformats.org/officeDocument/2006/relationships/image" Target="../media/image74.png"/><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tags" Target="../tags/tag124.xml"/><Relationship Id="rId7" Type="http://schemas.openxmlformats.org/officeDocument/2006/relationships/image" Target="../media/image74.png"/><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82.png"/><Relationship Id="rId5" Type="http://schemas.openxmlformats.org/officeDocument/2006/relationships/slideLayout" Target="../slideLayouts/slideLayout2.xml"/><Relationship Id="rId4" Type="http://schemas.openxmlformats.org/officeDocument/2006/relationships/tags" Target="../tags/tag125.xml"/><Relationship Id="rId9" Type="http://schemas.openxmlformats.org/officeDocument/2006/relationships/image" Target="../media/image81.png"/></Relationships>
</file>

<file path=ppt/slides/_rels/slide38.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tags" Target="../tags/tag128.xml"/><Relationship Id="rId7" Type="http://schemas.openxmlformats.org/officeDocument/2006/relationships/image" Target="../media/image74.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84.png"/><Relationship Id="rId5" Type="http://schemas.openxmlformats.org/officeDocument/2006/relationships/slideLayout" Target="../slideLayouts/slideLayout2.xml"/><Relationship Id="rId4" Type="http://schemas.openxmlformats.org/officeDocument/2006/relationships/tags" Target="../tags/tag129.xml"/><Relationship Id="rId9" Type="http://schemas.openxmlformats.org/officeDocument/2006/relationships/image" Target="../media/image86.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87.png"/><Relationship Id="rId4" Type="http://schemas.openxmlformats.org/officeDocument/2006/relationships/image" Target="../media/image74.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32.xml"/><Relationship Id="rId6" Type="http://schemas.openxmlformats.org/officeDocument/2006/relationships/image" Target="../media/image8.png"/><Relationship Id="rId5" Type="http://schemas.openxmlformats.org/officeDocument/2006/relationships/image" Target="../media/image89.png"/><Relationship Id="rId4" Type="http://schemas.openxmlformats.org/officeDocument/2006/relationships/image" Target="../media/image8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tags" Target="../tags/tag137.xml"/><Relationship Id="rId7" Type="http://schemas.openxmlformats.org/officeDocument/2006/relationships/image" Target="../media/image90.png"/><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image" Target="../media/image89.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tags" Target="../tags/tag140.xml"/><Relationship Id="rId7" Type="http://schemas.openxmlformats.org/officeDocument/2006/relationships/image" Target="../media/image90.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89.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tags" Target="../tags/tag143.xml"/><Relationship Id="rId7" Type="http://schemas.openxmlformats.org/officeDocument/2006/relationships/image" Target="../media/image90.pn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92.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5.xml"/><Relationship Id="rId1" Type="http://schemas.openxmlformats.org/officeDocument/2006/relationships/tags" Target="../tags/tag144.xml"/><Relationship Id="rId5" Type="http://schemas.openxmlformats.org/officeDocument/2006/relationships/image" Target="../media/image42.png"/><Relationship Id="rId4" Type="http://schemas.openxmlformats.org/officeDocument/2006/relationships/image" Target="../media/image94.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3" Type="http://schemas.openxmlformats.org/officeDocument/2006/relationships/tags" Target="../tags/tag150.xml"/><Relationship Id="rId7" Type="http://schemas.openxmlformats.org/officeDocument/2006/relationships/image" Target="../media/image98.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image" Target="../media/image97.png"/><Relationship Id="rId5" Type="http://schemas.openxmlformats.org/officeDocument/2006/relationships/image" Target="../media/image94.png"/><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tags" Target="../tags/tag153.xml"/><Relationship Id="rId7" Type="http://schemas.openxmlformats.org/officeDocument/2006/relationships/image" Target="../media/image99.png"/><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image" Target="../media/image94.png"/><Relationship Id="rId5" Type="http://schemas.openxmlformats.org/officeDocument/2006/relationships/slideLayout" Target="../slideLayouts/slideLayout2.xml"/><Relationship Id="rId4" Type="http://schemas.openxmlformats.org/officeDocument/2006/relationships/tags" Target="../tags/tag154.xml"/><Relationship Id="rId9" Type="http://schemas.openxmlformats.org/officeDocument/2006/relationships/image" Target="../media/image100.png"/></Relationships>
</file>

<file path=ppt/slides/_rels/slide5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tags" Target="../tags/tag157.xml"/><Relationship Id="rId7" Type="http://schemas.openxmlformats.org/officeDocument/2006/relationships/image" Target="../media/image101.pn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image" Target="../media/image94.png"/><Relationship Id="rId5" Type="http://schemas.openxmlformats.org/officeDocument/2006/relationships/slideLayout" Target="../slideLayouts/slideLayout2.xml"/><Relationship Id="rId4" Type="http://schemas.openxmlformats.org/officeDocument/2006/relationships/tags" Target="../tags/tag158.xml"/><Relationship Id="rId9" Type="http://schemas.openxmlformats.org/officeDocument/2006/relationships/image" Target="../media/image100.png"/></Relationships>
</file>

<file path=ppt/slides/_rels/slide5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tags" Target="../tags/tag161.xml"/><Relationship Id="rId7" Type="http://schemas.openxmlformats.org/officeDocument/2006/relationships/image" Target="../media/image101.png"/><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94.png"/><Relationship Id="rId5" Type="http://schemas.openxmlformats.org/officeDocument/2006/relationships/slideLayout" Target="../slideLayouts/slideLayout2.xml"/><Relationship Id="rId4" Type="http://schemas.openxmlformats.org/officeDocument/2006/relationships/tags" Target="../tags/tag162.xml"/><Relationship Id="rId9" Type="http://schemas.openxmlformats.org/officeDocument/2006/relationships/image" Target="../media/image103.png"/></Relationships>
</file>

<file path=ppt/slides/_rels/slide52.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tags" Target="../tags/tag165.xml"/><Relationship Id="rId7" Type="http://schemas.openxmlformats.org/officeDocument/2006/relationships/image" Target="../media/image104.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image" Target="../media/image94.png"/><Relationship Id="rId5" Type="http://schemas.openxmlformats.org/officeDocument/2006/relationships/slideLayout" Target="../slideLayouts/slideLayout2.xml"/><Relationship Id="rId10" Type="http://schemas.openxmlformats.org/officeDocument/2006/relationships/image" Target="../media/image105.png"/><Relationship Id="rId4" Type="http://schemas.openxmlformats.org/officeDocument/2006/relationships/tags" Target="../tags/tag166.xml"/><Relationship Id="rId9" Type="http://schemas.openxmlformats.org/officeDocument/2006/relationships/image" Target="../media/image103.png"/></Relationships>
</file>

<file path=ppt/slides/_rels/slide53.xml.rels><?xml version="1.0" encoding="UTF-8" standalone="yes"?>
<Relationships xmlns="http://schemas.openxmlformats.org/package/2006/relationships"><Relationship Id="rId3" Type="http://schemas.openxmlformats.org/officeDocument/2006/relationships/tags" Target="../tags/tag169.xml"/><Relationship Id="rId7" Type="http://schemas.openxmlformats.org/officeDocument/2006/relationships/image" Target="../media/image107.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106.png"/><Relationship Id="rId5" Type="http://schemas.openxmlformats.org/officeDocument/2006/relationships/image" Target="../media/image94.png"/><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tags" Target="../tags/tag172.xml"/><Relationship Id="rId7" Type="http://schemas.openxmlformats.org/officeDocument/2006/relationships/image" Target="../media/image108.pn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image" Target="../media/image94.png"/><Relationship Id="rId5" Type="http://schemas.openxmlformats.org/officeDocument/2006/relationships/slideLayout" Target="../slideLayouts/slideLayout2.xml"/><Relationship Id="rId4" Type="http://schemas.openxmlformats.org/officeDocument/2006/relationships/tags" Target="../tags/tag173.xml"/><Relationship Id="rId9" Type="http://schemas.openxmlformats.org/officeDocument/2006/relationships/image" Target="../media/image109.png"/></Relationships>
</file>

<file path=ppt/slides/_rels/slide55.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tags" Target="../tags/tag176.xml"/><Relationship Id="rId7" Type="http://schemas.openxmlformats.org/officeDocument/2006/relationships/image" Target="../media/image94.pn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slideLayout" Target="../slideLayouts/slideLayout2.xml"/><Relationship Id="rId11" Type="http://schemas.openxmlformats.org/officeDocument/2006/relationships/image" Target="../media/image111.png"/><Relationship Id="rId5" Type="http://schemas.openxmlformats.org/officeDocument/2006/relationships/tags" Target="../tags/tag178.xml"/><Relationship Id="rId10" Type="http://schemas.openxmlformats.org/officeDocument/2006/relationships/image" Target="../media/image109.png"/><Relationship Id="rId4" Type="http://schemas.openxmlformats.org/officeDocument/2006/relationships/tags" Target="../tags/tag177.xml"/><Relationship Id="rId9" Type="http://schemas.openxmlformats.org/officeDocument/2006/relationships/image" Target="../media/image107.png"/></Relationships>
</file>

<file path=ppt/slides/_rels/slide56.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113.png"/><Relationship Id="rId3" Type="http://schemas.openxmlformats.org/officeDocument/2006/relationships/tags" Target="../tags/tag181.xml"/><Relationship Id="rId7" Type="http://schemas.openxmlformats.org/officeDocument/2006/relationships/slideLayout" Target="../slideLayouts/slideLayout2.xml"/><Relationship Id="rId12" Type="http://schemas.openxmlformats.org/officeDocument/2006/relationships/image" Target="../media/image111.png"/><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image" Target="../media/image109.png"/><Relationship Id="rId5" Type="http://schemas.openxmlformats.org/officeDocument/2006/relationships/tags" Target="../tags/tag183.xml"/><Relationship Id="rId10" Type="http://schemas.openxmlformats.org/officeDocument/2006/relationships/image" Target="../media/image107.png"/><Relationship Id="rId4" Type="http://schemas.openxmlformats.org/officeDocument/2006/relationships/tags" Target="../tags/tag182.xml"/><Relationship Id="rId9" Type="http://schemas.openxmlformats.org/officeDocument/2006/relationships/image" Target="../media/image112.png"/></Relationships>
</file>

<file path=ppt/slides/_rels/slide57.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113.png"/><Relationship Id="rId3" Type="http://schemas.openxmlformats.org/officeDocument/2006/relationships/tags" Target="../tags/tag187.xml"/><Relationship Id="rId7" Type="http://schemas.openxmlformats.org/officeDocument/2006/relationships/slideLayout" Target="../slideLayouts/slideLayout2.xml"/><Relationship Id="rId12" Type="http://schemas.openxmlformats.org/officeDocument/2006/relationships/image" Target="../media/image111.png"/><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image" Target="../media/image109.png"/><Relationship Id="rId5" Type="http://schemas.openxmlformats.org/officeDocument/2006/relationships/tags" Target="../tags/tag189.xml"/><Relationship Id="rId10" Type="http://schemas.openxmlformats.org/officeDocument/2006/relationships/image" Target="../media/image107.png"/><Relationship Id="rId4" Type="http://schemas.openxmlformats.org/officeDocument/2006/relationships/tags" Target="../tags/tag188.xml"/><Relationship Id="rId9" Type="http://schemas.openxmlformats.org/officeDocument/2006/relationships/image" Target="../media/image114.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18.png"/><Relationship Id="rId2" Type="http://schemas.openxmlformats.org/officeDocument/2006/relationships/slideLayout" Target="../slideLayouts/slideLayout2.xml"/><Relationship Id="rId1" Type="http://schemas.openxmlformats.org/officeDocument/2006/relationships/tags" Target="../tags/tag191.xml"/><Relationship Id="rId6" Type="http://schemas.openxmlformats.org/officeDocument/2006/relationships/image" Target="../media/image117.png"/><Relationship Id="rId5" Type="http://schemas.openxmlformats.org/officeDocument/2006/relationships/image" Target="../media/image116.jpeg"/><Relationship Id="rId4" Type="http://schemas.openxmlformats.org/officeDocument/2006/relationships/image" Target="../media/image115.jpeg"/></Relationships>
</file>

<file path=ppt/slides/_rels/slide59.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jpeg"/><Relationship Id="rId7" Type="http://schemas.openxmlformats.org/officeDocument/2006/relationships/image" Target="../media/image119.png"/><Relationship Id="rId2" Type="http://schemas.openxmlformats.org/officeDocument/2006/relationships/slideLayout" Target="../slideLayouts/slideLayout2.xml"/><Relationship Id="rId1" Type="http://schemas.openxmlformats.org/officeDocument/2006/relationships/tags" Target="../tags/tag19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jpeg"/></Relationships>
</file>

<file path=ppt/slides/_rels/slide60.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jpeg"/><Relationship Id="rId7" Type="http://schemas.openxmlformats.org/officeDocument/2006/relationships/image" Target="../media/image119.png"/><Relationship Id="rId2" Type="http://schemas.openxmlformats.org/officeDocument/2006/relationships/slideLayout" Target="../slideLayouts/slideLayout2.xml"/><Relationship Id="rId1" Type="http://schemas.openxmlformats.org/officeDocument/2006/relationships/tags" Target="../tags/tag193.xml"/><Relationship Id="rId6" Type="http://schemas.openxmlformats.org/officeDocument/2006/relationships/image" Target="../media/image118.png"/><Relationship Id="rId5" Type="http://schemas.openxmlformats.org/officeDocument/2006/relationships/image" Target="../media/image121.png"/><Relationship Id="rId4" Type="http://schemas.openxmlformats.org/officeDocument/2006/relationships/image" Target="../media/image116.jpeg"/></Relationships>
</file>

<file path=ppt/slides/_rels/slide61.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3.png"/><Relationship Id="rId3" Type="http://schemas.openxmlformats.org/officeDocument/2006/relationships/tags" Target="../tags/tag196.xml"/><Relationship Id="rId7" Type="http://schemas.openxmlformats.org/officeDocument/2006/relationships/image" Target="../media/image116.jpeg"/><Relationship Id="rId12" Type="http://schemas.openxmlformats.org/officeDocument/2006/relationships/image" Target="../media/image122.png"/><Relationship Id="rId2" Type="http://schemas.openxmlformats.org/officeDocument/2006/relationships/tags" Target="../tags/tag195.xml"/><Relationship Id="rId16" Type="http://schemas.openxmlformats.org/officeDocument/2006/relationships/image" Target="../media/image126.png"/><Relationship Id="rId1" Type="http://schemas.openxmlformats.org/officeDocument/2006/relationships/tags" Target="../tags/tag194.xml"/><Relationship Id="rId6" Type="http://schemas.openxmlformats.org/officeDocument/2006/relationships/image" Target="../media/image115.jpeg"/><Relationship Id="rId11" Type="http://schemas.openxmlformats.org/officeDocument/2006/relationships/image" Target="../media/image120.png"/><Relationship Id="rId5" Type="http://schemas.openxmlformats.org/officeDocument/2006/relationships/slideLayout" Target="../slideLayouts/slideLayout2.xml"/><Relationship Id="rId15" Type="http://schemas.openxmlformats.org/officeDocument/2006/relationships/image" Target="../media/image125.png"/><Relationship Id="rId10" Type="http://schemas.openxmlformats.org/officeDocument/2006/relationships/image" Target="../media/image119.png"/><Relationship Id="rId4" Type="http://schemas.openxmlformats.org/officeDocument/2006/relationships/tags" Target="../tags/tag197.xml"/><Relationship Id="rId9" Type="http://schemas.openxmlformats.org/officeDocument/2006/relationships/image" Target="../media/image118.png"/><Relationship Id="rId1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tags" Target="../tags/tag200.xml"/><Relationship Id="rId7" Type="http://schemas.openxmlformats.org/officeDocument/2006/relationships/image" Target="../media/image128.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128.png"/><Relationship Id="rId4" Type="http://schemas.openxmlformats.org/officeDocument/2006/relationships/image" Target="../media/image129.png"/></Relationships>
</file>

<file path=ppt/slides/_rels/slide64.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tags" Target="../tags/tag205.xml"/><Relationship Id="rId7" Type="http://schemas.openxmlformats.org/officeDocument/2006/relationships/image" Target="../media/image128.png"/><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129.png"/><Relationship Id="rId5" Type="http://schemas.openxmlformats.org/officeDocument/2006/relationships/slideLayout" Target="../slideLayouts/slideLayout2.xml"/><Relationship Id="rId4" Type="http://schemas.openxmlformats.org/officeDocument/2006/relationships/tags" Target="../tags/tag206.xml"/><Relationship Id="rId9" Type="http://schemas.openxmlformats.org/officeDocument/2006/relationships/image" Target="../media/image131.png"/></Relationships>
</file>

<file path=ppt/slides/_rels/slide65.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tags" Target="../tags/tag209.xml"/><Relationship Id="rId7" Type="http://schemas.openxmlformats.org/officeDocument/2006/relationships/image" Target="../media/image129.png"/><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slideLayout" Target="../slideLayouts/slideLayout2.xml"/><Relationship Id="rId11" Type="http://schemas.openxmlformats.org/officeDocument/2006/relationships/image" Target="../media/image133.png"/><Relationship Id="rId5" Type="http://schemas.openxmlformats.org/officeDocument/2006/relationships/tags" Target="../tags/tag211.xml"/><Relationship Id="rId10" Type="http://schemas.openxmlformats.org/officeDocument/2006/relationships/image" Target="../media/image132.png"/><Relationship Id="rId4" Type="http://schemas.openxmlformats.org/officeDocument/2006/relationships/tags" Target="../tags/tag210.xml"/><Relationship Id="rId9" Type="http://schemas.openxmlformats.org/officeDocument/2006/relationships/image" Target="../media/image131.png"/></Relationships>
</file>

<file path=ppt/slides/_rels/slide66.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tags" Target="../tags/tag214.xml"/><Relationship Id="rId7" Type="http://schemas.openxmlformats.org/officeDocument/2006/relationships/image" Target="../media/image129.png"/><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slideLayout" Target="../slideLayouts/slideLayout2.xml"/><Relationship Id="rId11" Type="http://schemas.openxmlformats.org/officeDocument/2006/relationships/image" Target="../media/image134.png"/><Relationship Id="rId5" Type="http://schemas.openxmlformats.org/officeDocument/2006/relationships/tags" Target="../tags/tag216.xml"/><Relationship Id="rId10" Type="http://schemas.openxmlformats.org/officeDocument/2006/relationships/image" Target="../media/image133.png"/><Relationship Id="rId4" Type="http://schemas.openxmlformats.org/officeDocument/2006/relationships/tags" Target="../tags/tag215.xml"/><Relationship Id="rId9" Type="http://schemas.openxmlformats.org/officeDocument/2006/relationships/image" Target="../media/image131.png"/></Relationships>
</file>

<file path=ppt/slides/_rels/slide67.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134.png"/><Relationship Id="rId3" Type="http://schemas.openxmlformats.org/officeDocument/2006/relationships/tags" Target="../tags/tag219.xml"/><Relationship Id="rId7" Type="http://schemas.openxmlformats.org/officeDocument/2006/relationships/tags" Target="../tags/tag223.xml"/><Relationship Id="rId12" Type="http://schemas.openxmlformats.org/officeDocument/2006/relationships/image" Target="../media/image133.png"/><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tags" Target="../tags/tag222.xml"/><Relationship Id="rId11" Type="http://schemas.openxmlformats.org/officeDocument/2006/relationships/image" Target="../media/image131.png"/><Relationship Id="rId5" Type="http://schemas.openxmlformats.org/officeDocument/2006/relationships/tags" Target="../tags/tag221.xml"/><Relationship Id="rId15" Type="http://schemas.openxmlformats.org/officeDocument/2006/relationships/image" Target="../media/image136.png"/><Relationship Id="rId10" Type="http://schemas.openxmlformats.org/officeDocument/2006/relationships/image" Target="../media/image128.png"/><Relationship Id="rId4" Type="http://schemas.openxmlformats.org/officeDocument/2006/relationships/tags" Target="../tags/tag220.xml"/><Relationship Id="rId9" Type="http://schemas.openxmlformats.org/officeDocument/2006/relationships/image" Target="../media/image129.png"/><Relationship Id="rId14" Type="http://schemas.openxmlformats.org/officeDocument/2006/relationships/image" Target="../media/image135.png"/></Relationships>
</file>

<file path=ppt/slides/_rels/slide68.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36.png"/><Relationship Id="rId3" Type="http://schemas.openxmlformats.org/officeDocument/2006/relationships/tags" Target="../tags/tag226.xml"/><Relationship Id="rId7" Type="http://schemas.openxmlformats.org/officeDocument/2006/relationships/slideLayout" Target="../slideLayouts/slideLayout2.xml"/><Relationship Id="rId12" Type="http://schemas.openxmlformats.org/officeDocument/2006/relationships/image" Target="../media/image134.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image" Target="../media/image133.png"/><Relationship Id="rId5" Type="http://schemas.openxmlformats.org/officeDocument/2006/relationships/tags" Target="../tags/tag228.xml"/><Relationship Id="rId10" Type="http://schemas.openxmlformats.org/officeDocument/2006/relationships/image" Target="../media/image131.png"/><Relationship Id="rId4" Type="http://schemas.openxmlformats.org/officeDocument/2006/relationships/tags" Target="../tags/tag227.xml"/><Relationship Id="rId9" Type="http://schemas.openxmlformats.org/officeDocument/2006/relationships/image" Target="../media/image128.png"/></Relationships>
</file>

<file path=ppt/slides/_rels/slide69.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39.png"/><Relationship Id="rId18" Type="http://schemas.openxmlformats.org/officeDocument/2006/relationships/image" Target="../media/image144.png"/><Relationship Id="rId3" Type="http://schemas.openxmlformats.org/officeDocument/2006/relationships/tags" Target="../tags/tag232.xml"/><Relationship Id="rId7" Type="http://schemas.openxmlformats.org/officeDocument/2006/relationships/slideLayout" Target="../slideLayouts/slideLayout2.xml"/><Relationship Id="rId12" Type="http://schemas.openxmlformats.org/officeDocument/2006/relationships/image" Target="../media/image138.png"/><Relationship Id="rId17" Type="http://schemas.openxmlformats.org/officeDocument/2006/relationships/image" Target="../media/image143.png"/><Relationship Id="rId2" Type="http://schemas.openxmlformats.org/officeDocument/2006/relationships/tags" Target="../tags/tag231.xml"/><Relationship Id="rId16" Type="http://schemas.openxmlformats.org/officeDocument/2006/relationships/image" Target="../media/image142.png"/><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image" Target="../media/image134.png"/><Relationship Id="rId5" Type="http://schemas.openxmlformats.org/officeDocument/2006/relationships/tags" Target="../tags/tag234.xml"/><Relationship Id="rId15" Type="http://schemas.openxmlformats.org/officeDocument/2006/relationships/image" Target="../media/image141.png"/><Relationship Id="rId10" Type="http://schemas.openxmlformats.org/officeDocument/2006/relationships/image" Target="../media/image131.png"/><Relationship Id="rId19" Type="http://schemas.openxmlformats.org/officeDocument/2006/relationships/image" Target="../media/image145.png"/><Relationship Id="rId4" Type="http://schemas.openxmlformats.org/officeDocument/2006/relationships/tags" Target="../tags/tag233.xml"/><Relationship Id="rId9" Type="http://schemas.openxmlformats.org/officeDocument/2006/relationships/image" Target="../media/image128.png"/><Relationship Id="rId14" Type="http://schemas.openxmlformats.org/officeDocument/2006/relationships/image" Target="../media/image140.png"/></Relationships>
</file>

<file path=ppt/slides/_rels/slide70.xml.rels><?xml version="1.0" encoding="UTF-8" standalone="yes"?>
<Relationships xmlns="http://schemas.openxmlformats.org/package/2006/relationships"><Relationship Id="rId8" Type="http://schemas.openxmlformats.org/officeDocument/2006/relationships/tags" Target="../tags/tag243.xml"/><Relationship Id="rId13" Type="http://schemas.openxmlformats.org/officeDocument/2006/relationships/image" Target="../media/image128.png"/><Relationship Id="rId18" Type="http://schemas.openxmlformats.org/officeDocument/2006/relationships/image" Target="../media/image140.png"/><Relationship Id="rId26" Type="http://schemas.openxmlformats.org/officeDocument/2006/relationships/image" Target="../media/image151.png"/><Relationship Id="rId3" Type="http://schemas.openxmlformats.org/officeDocument/2006/relationships/tags" Target="../tags/tag238.xml"/><Relationship Id="rId21" Type="http://schemas.openxmlformats.org/officeDocument/2006/relationships/image" Target="../media/image146.png"/><Relationship Id="rId7" Type="http://schemas.openxmlformats.org/officeDocument/2006/relationships/tags" Target="../tags/tag242.xml"/><Relationship Id="rId12" Type="http://schemas.openxmlformats.org/officeDocument/2006/relationships/image" Target="../media/image137.png"/><Relationship Id="rId17" Type="http://schemas.openxmlformats.org/officeDocument/2006/relationships/image" Target="../media/image139.png"/><Relationship Id="rId25" Type="http://schemas.openxmlformats.org/officeDocument/2006/relationships/image" Target="../media/image150.png"/><Relationship Id="rId2" Type="http://schemas.openxmlformats.org/officeDocument/2006/relationships/tags" Target="../tags/tag237.xml"/><Relationship Id="rId16" Type="http://schemas.openxmlformats.org/officeDocument/2006/relationships/image" Target="../media/image138.png"/><Relationship Id="rId20" Type="http://schemas.openxmlformats.org/officeDocument/2006/relationships/image" Target="../media/image145.png"/><Relationship Id="rId1" Type="http://schemas.openxmlformats.org/officeDocument/2006/relationships/tags" Target="../tags/tag236.xml"/><Relationship Id="rId6" Type="http://schemas.openxmlformats.org/officeDocument/2006/relationships/tags" Target="../tags/tag241.xml"/><Relationship Id="rId11" Type="http://schemas.openxmlformats.org/officeDocument/2006/relationships/slideLayout" Target="../slideLayouts/slideLayout2.xml"/><Relationship Id="rId24" Type="http://schemas.openxmlformats.org/officeDocument/2006/relationships/image" Target="../media/image149.png"/><Relationship Id="rId5" Type="http://schemas.openxmlformats.org/officeDocument/2006/relationships/tags" Target="../tags/tag240.xml"/><Relationship Id="rId15" Type="http://schemas.openxmlformats.org/officeDocument/2006/relationships/image" Target="../media/image134.png"/><Relationship Id="rId23" Type="http://schemas.openxmlformats.org/officeDocument/2006/relationships/image" Target="../media/image148.png"/><Relationship Id="rId10" Type="http://schemas.openxmlformats.org/officeDocument/2006/relationships/tags" Target="../tags/tag245.xml"/><Relationship Id="rId19" Type="http://schemas.openxmlformats.org/officeDocument/2006/relationships/image" Target="../media/image144.png"/><Relationship Id="rId4" Type="http://schemas.openxmlformats.org/officeDocument/2006/relationships/tags" Target="../tags/tag239.xml"/><Relationship Id="rId9" Type="http://schemas.openxmlformats.org/officeDocument/2006/relationships/tags" Target="../tags/tag244.xml"/><Relationship Id="rId14" Type="http://schemas.openxmlformats.org/officeDocument/2006/relationships/image" Target="../media/image131.png"/><Relationship Id="rId22" Type="http://schemas.openxmlformats.org/officeDocument/2006/relationships/image" Target="../media/image147.png"/><Relationship Id="rId27" Type="http://schemas.openxmlformats.org/officeDocument/2006/relationships/image" Target="../media/image152.png"/></Relationships>
</file>

<file path=ppt/slides/_rels/slide71.xml.rels><?xml version="1.0" encoding="UTF-8" standalone="yes"?>
<Relationships xmlns="http://schemas.openxmlformats.org/package/2006/relationships"><Relationship Id="rId8" Type="http://schemas.openxmlformats.org/officeDocument/2006/relationships/tags" Target="../tags/tag253.xml"/><Relationship Id="rId13" Type="http://schemas.openxmlformats.org/officeDocument/2006/relationships/image" Target="../media/image128.png"/><Relationship Id="rId18" Type="http://schemas.openxmlformats.org/officeDocument/2006/relationships/image" Target="../media/image140.png"/><Relationship Id="rId26" Type="http://schemas.openxmlformats.org/officeDocument/2006/relationships/image" Target="../media/image151.png"/><Relationship Id="rId3" Type="http://schemas.openxmlformats.org/officeDocument/2006/relationships/tags" Target="../tags/tag248.xml"/><Relationship Id="rId21" Type="http://schemas.openxmlformats.org/officeDocument/2006/relationships/image" Target="../media/image146.png"/><Relationship Id="rId7" Type="http://schemas.openxmlformats.org/officeDocument/2006/relationships/tags" Target="../tags/tag252.xml"/><Relationship Id="rId12" Type="http://schemas.openxmlformats.org/officeDocument/2006/relationships/image" Target="../media/image137.png"/><Relationship Id="rId17" Type="http://schemas.openxmlformats.org/officeDocument/2006/relationships/image" Target="../media/image139.png"/><Relationship Id="rId25" Type="http://schemas.openxmlformats.org/officeDocument/2006/relationships/image" Target="../media/image150.png"/><Relationship Id="rId2" Type="http://schemas.openxmlformats.org/officeDocument/2006/relationships/tags" Target="../tags/tag247.xml"/><Relationship Id="rId16" Type="http://schemas.openxmlformats.org/officeDocument/2006/relationships/image" Target="../media/image138.png"/><Relationship Id="rId20" Type="http://schemas.openxmlformats.org/officeDocument/2006/relationships/image" Target="../media/image145.png"/><Relationship Id="rId29" Type="http://schemas.openxmlformats.org/officeDocument/2006/relationships/image" Target="../media/image154.png"/><Relationship Id="rId1" Type="http://schemas.openxmlformats.org/officeDocument/2006/relationships/tags" Target="../tags/tag246.xml"/><Relationship Id="rId6" Type="http://schemas.openxmlformats.org/officeDocument/2006/relationships/tags" Target="../tags/tag251.xml"/><Relationship Id="rId11" Type="http://schemas.openxmlformats.org/officeDocument/2006/relationships/slideLayout" Target="../slideLayouts/slideLayout2.xml"/><Relationship Id="rId24" Type="http://schemas.openxmlformats.org/officeDocument/2006/relationships/image" Target="../media/image149.png"/><Relationship Id="rId5" Type="http://schemas.openxmlformats.org/officeDocument/2006/relationships/tags" Target="../tags/tag250.xml"/><Relationship Id="rId15" Type="http://schemas.openxmlformats.org/officeDocument/2006/relationships/image" Target="../media/image134.png"/><Relationship Id="rId23" Type="http://schemas.openxmlformats.org/officeDocument/2006/relationships/image" Target="../media/image148.png"/><Relationship Id="rId28" Type="http://schemas.openxmlformats.org/officeDocument/2006/relationships/image" Target="../media/image153.png"/><Relationship Id="rId10" Type="http://schemas.openxmlformats.org/officeDocument/2006/relationships/tags" Target="../tags/tag255.xml"/><Relationship Id="rId19" Type="http://schemas.openxmlformats.org/officeDocument/2006/relationships/image" Target="../media/image144.png"/><Relationship Id="rId31" Type="http://schemas.openxmlformats.org/officeDocument/2006/relationships/image" Target="../media/image156.png"/><Relationship Id="rId4" Type="http://schemas.openxmlformats.org/officeDocument/2006/relationships/tags" Target="../tags/tag249.xml"/><Relationship Id="rId9" Type="http://schemas.openxmlformats.org/officeDocument/2006/relationships/tags" Target="../tags/tag254.xml"/><Relationship Id="rId14" Type="http://schemas.openxmlformats.org/officeDocument/2006/relationships/image" Target="../media/image131.png"/><Relationship Id="rId22" Type="http://schemas.openxmlformats.org/officeDocument/2006/relationships/image" Target="../media/image147.png"/><Relationship Id="rId27" Type="http://schemas.openxmlformats.org/officeDocument/2006/relationships/image" Target="../media/image152.png"/><Relationship Id="rId30" Type="http://schemas.openxmlformats.org/officeDocument/2006/relationships/image" Target="../media/image155.png"/></Relationships>
</file>

<file path=ppt/slides/_rels/slide72.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39.png"/><Relationship Id="rId18" Type="http://schemas.openxmlformats.org/officeDocument/2006/relationships/image" Target="../media/image154.png"/><Relationship Id="rId3" Type="http://schemas.openxmlformats.org/officeDocument/2006/relationships/tags" Target="../tags/tag258.xml"/><Relationship Id="rId21" Type="http://schemas.openxmlformats.org/officeDocument/2006/relationships/image" Target="../media/image157.png"/><Relationship Id="rId7" Type="http://schemas.openxmlformats.org/officeDocument/2006/relationships/slideLayout" Target="../slideLayouts/slideLayout2.xml"/><Relationship Id="rId12" Type="http://schemas.openxmlformats.org/officeDocument/2006/relationships/image" Target="../media/image138.png"/><Relationship Id="rId17" Type="http://schemas.openxmlformats.org/officeDocument/2006/relationships/image" Target="../media/image153.png"/><Relationship Id="rId2" Type="http://schemas.openxmlformats.org/officeDocument/2006/relationships/tags" Target="../tags/tag257.xml"/><Relationship Id="rId16" Type="http://schemas.openxmlformats.org/officeDocument/2006/relationships/image" Target="../media/image145.png"/><Relationship Id="rId20" Type="http://schemas.openxmlformats.org/officeDocument/2006/relationships/image" Target="../media/image156.png"/><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image" Target="../media/image134.png"/><Relationship Id="rId5" Type="http://schemas.openxmlformats.org/officeDocument/2006/relationships/tags" Target="../tags/tag260.xml"/><Relationship Id="rId15" Type="http://schemas.openxmlformats.org/officeDocument/2006/relationships/image" Target="../media/image144.png"/><Relationship Id="rId10" Type="http://schemas.openxmlformats.org/officeDocument/2006/relationships/image" Target="../media/image131.png"/><Relationship Id="rId19" Type="http://schemas.openxmlformats.org/officeDocument/2006/relationships/image" Target="../media/image155.png"/><Relationship Id="rId4" Type="http://schemas.openxmlformats.org/officeDocument/2006/relationships/tags" Target="../tags/tag259.xml"/><Relationship Id="rId9" Type="http://schemas.openxmlformats.org/officeDocument/2006/relationships/image" Target="../media/image128.png"/><Relationship Id="rId14" Type="http://schemas.openxmlformats.org/officeDocument/2006/relationships/image" Target="../media/image140.png"/><Relationship Id="rId22" Type="http://schemas.openxmlformats.org/officeDocument/2006/relationships/image" Target="../media/image158.png"/></Relationships>
</file>

<file path=ppt/slides/_rels/slide73.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39.png"/><Relationship Id="rId18" Type="http://schemas.openxmlformats.org/officeDocument/2006/relationships/image" Target="../media/image154.png"/><Relationship Id="rId3" Type="http://schemas.openxmlformats.org/officeDocument/2006/relationships/tags" Target="../tags/tag264.xml"/><Relationship Id="rId21" Type="http://schemas.openxmlformats.org/officeDocument/2006/relationships/image" Target="../media/image157.png"/><Relationship Id="rId7" Type="http://schemas.openxmlformats.org/officeDocument/2006/relationships/slideLayout" Target="../slideLayouts/slideLayout2.xml"/><Relationship Id="rId12" Type="http://schemas.openxmlformats.org/officeDocument/2006/relationships/image" Target="../media/image138.png"/><Relationship Id="rId17" Type="http://schemas.openxmlformats.org/officeDocument/2006/relationships/image" Target="../media/image153.png"/><Relationship Id="rId2" Type="http://schemas.openxmlformats.org/officeDocument/2006/relationships/tags" Target="../tags/tag263.xml"/><Relationship Id="rId16" Type="http://schemas.openxmlformats.org/officeDocument/2006/relationships/image" Target="../media/image145.png"/><Relationship Id="rId20" Type="http://schemas.openxmlformats.org/officeDocument/2006/relationships/image" Target="../media/image156.png"/><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image" Target="../media/image134.png"/><Relationship Id="rId24" Type="http://schemas.openxmlformats.org/officeDocument/2006/relationships/image" Target="../media/image160.png"/><Relationship Id="rId5" Type="http://schemas.openxmlformats.org/officeDocument/2006/relationships/tags" Target="../tags/tag266.xml"/><Relationship Id="rId15" Type="http://schemas.openxmlformats.org/officeDocument/2006/relationships/image" Target="../media/image144.png"/><Relationship Id="rId23" Type="http://schemas.openxmlformats.org/officeDocument/2006/relationships/image" Target="../media/image159.png"/><Relationship Id="rId10" Type="http://schemas.openxmlformats.org/officeDocument/2006/relationships/image" Target="../media/image131.png"/><Relationship Id="rId19" Type="http://schemas.openxmlformats.org/officeDocument/2006/relationships/image" Target="../media/image155.png"/><Relationship Id="rId4" Type="http://schemas.openxmlformats.org/officeDocument/2006/relationships/tags" Target="../tags/tag265.xml"/><Relationship Id="rId9" Type="http://schemas.openxmlformats.org/officeDocument/2006/relationships/image" Target="../media/image128.png"/><Relationship Id="rId14" Type="http://schemas.openxmlformats.org/officeDocument/2006/relationships/image" Target="../media/image140.png"/><Relationship Id="rId22" Type="http://schemas.openxmlformats.org/officeDocument/2006/relationships/image" Target="../media/image158.png"/></Relationships>
</file>

<file path=ppt/slides/_rels/slide74.xml.rels><?xml version="1.0" encoding="UTF-8" standalone="yes"?>
<Relationships xmlns="http://schemas.openxmlformats.org/package/2006/relationships"><Relationship Id="rId8" Type="http://schemas.openxmlformats.org/officeDocument/2006/relationships/image" Target="../media/image128.png"/><Relationship Id="rId13" Type="http://schemas.openxmlformats.org/officeDocument/2006/relationships/image" Target="../media/image140.png"/><Relationship Id="rId18" Type="http://schemas.openxmlformats.org/officeDocument/2006/relationships/image" Target="../media/image155.png"/><Relationship Id="rId3" Type="http://schemas.openxmlformats.org/officeDocument/2006/relationships/tags" Target="../tags/tag270.xml"/><Relationship Id="rId21" Type="http://schemas.openxmlformats.org/officeDocument/2006/relationships/image" Target="../media/image160.png"/><Relationship Id="rId7" Type="http://schemas.openxmlformats.org/officeDocument/2006/relationships/image" Target="../media/image137.png"/><Relationship Id="rId12" Type="http://schemas.openxmlformats.org/officeDocument/2006/relationships/image" Target="../media/image139.png"/><Relationship Id="rId17" Type="http://schemas.openxmlformats.org/officeDocument/2006/relationships/image" Target="../media/image154.png"/><Relationship Id="rId2" Type="http://schemas.openxmlformats.org/officeDocument/2006/relationships/tags" Target="../tags/tag269.xml"/><Relationship Id="rId16" Type="http://schemas.openxmlformats.org/officeDocument/2006/relationships/image" Target="../media/image153.png"/><Relationship Id="rId20" Type="http://schemas.openxmlformats.org/officeDocument/2006/relationships/image" Target="../media/image159.png"/><Relationship Id="rId1" Type="http://schemas.openxmlformats.org/officeDocument/2006/relationships/tags" Target="../tags/tag268.xml"/><Relationship Id="rId6" Type="http://schemas.openxmlformats.org/officeDocument/2006/relationships/slideLayout" Target="../slideLayouts/slideLayout2.xml"/><Relationship Id="rId11" Type="http://schemas.openxmlformats.org/officeDocument/2006/relationships/image" Target="../media/image138.png"/><Relationship Id="rId5" Type="http://schemas.openxmlformats.org/officeDocument/2006/relationships/tags" Target="../tags/tag272.xml"/><Relationship Id="rId15" Type="http://schemas.openxmlformats.org/officeDocument/2006/relationships/image" Target="../media/image145.png"/><Relationship Id="rId10" Type="http://schemas.openxmlformats.org/officeDocument/2006/relationships/image" Target="../media/image134.png"/><Relationship Id="rId19" Type="http://schemas.openxmlformats.org/officeDocument/2006/relationships/image" Target="../media/image156.png"/><Relationship Id="rId4" Type="http://schemas.openxmlformats.org/officeDocument/2006/relationships/tags" Target="../tags/tag271.xml"/><Relationship Id="rId9" Type="http://schemas.openxmlformats.org/officeDocument/2006/relationships/image" Target="../media/image131.png"/><Relationship Id="rId14" Type="http://schemas.openxmlformats.org/officeDocument/2006/relationships/image" Target="../media/image144.png"/><Relationship Id="rId22" Type="http://schemas.openxmlformats.org/officeDocument/2006/relationships/image" Target="../media/image161.png"/></Relationships>
</file>

<file path=ppt/slides/_rels/slide75.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3" Type="http://schemas.openxmlformats.org/officeDocument/2006/relationships/tags" Target="../tags/tag275.xml"/><Relationship Id="rId7" Type="http://schemas.openxmlformats.org/officeDocument/2006/relationships/notesSlide" Target="../notesSlides/notesSlide24.xml"/><Relationship Id="rId12" Type="http://schemas.openxmlformats.org/officeDocument/2006/relationships/image" Target="../media/image166.png"/><Relationship Id="rId2" Type="http://schemas.openxmlformats.org/officeDocument/2006/relationships/tags" Target="../tags/tag274.xml"/><Relationship Id="rId1" Type="http://schemas.openxmlformats.org/officeDocument/2006/relationships/tags" Target="../tags/tag273.xml"/><Relationship Id="rId6" Type="http://schemas.openxmlformats.org/officeDocument/2006/relationships/slideLayout" Target="../slideLayouts/slideLayout2.xml"/><Relationship Id="rId11" Type="http://schemas.openxmlformats.org/officeDocument/2006/relationships/image" Target="../media/image165.png"/><Relationship Id="rId5" Type="http://schemas.openxmlformats.org/officeDocument/2006/relationships/tags" Target="../tags/tag277.xml"/><Relationship Id="rId15" Type="http://schemas.openxmlformats.org/officeDocument/2006/relationships/image" Target="../media/image169.png"/><Relationship Id="rId10" Type="http://schemas.openxmlformats.org/officeDocument/2006/relationships/image" Target="../media/image164.png"/><Relationship Id="rId4" Type="http://schemas.openxmlformats.org/officeDocument/2006/relationships/tags" Target="../tags/tag276.xml"/><Relationship Id="rId9" Type="http://schemas.openxmlformats.org/officeDocument/2006/relationships/image" Target="../media/image163.png"/><Relationship Id="rId14" Type="http://schemas.openxmlformats.org/officeDocument/2006/relationships/image" Target="../media/image16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image" Target="../media/image171.png"/><Relationship Id="rId5" Type="http://schemas.openxmlformats.org/officeDocument/2006/relationships/image" Target="../media/image170.png"/><Relationship Id="rId4" Type="http://schemas.openxmlformats.org/officeDocument/2006/relationships/notesSlide" Target="../notesSlides/notesSlide25.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80.xml"/><Relationship Id="rId4" Type="http://schemas.openxmlformats.org/officeDocument/2006/relationships/image" Target="../media/image172.png"/></Relationships>
</file>

<file path=ppt/slides/_rels/slide7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75.png"/><Relationship Id="rId4" Type="http://schemas.openxmlformats.org/officeDocument/2006/relationships/image" Target="../media/image17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2DD781-76FE-4728-905A-554171E3174A}"/>
              </a:ext>
            </a:extLst>
          </p:cNvPr>
          <p:cNvPicPr>
            <a:picLocks noChangeAspect="1"/>
          </p:cNvPicPr>
          <p:nvPr/>
        </p:nvPicPr>
        <p:blipFill rotWithShape="1">
          <a:blip r:embed="rId2"/>
          <a:srcRect t="7983" b="7747"/>
          <a:stretch/>
        </p:blipFill>
        <p:spPr>
          <a:xfrm>
            <a:off x="20" y="10"/>
            <a:ext cx="12191980" cy="6857990"/>
          </a:xfrm>
          <a:prstGeom prst="rect">
            <a:avLst/>
          </a:prstGeom>
        </p:spPr>
      </p:pic>
      <p:sp>
        <p:nvSpPr>
          <p:cNvPr id="9"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ítulo 1">
            <a:extLst>
              <a:ext uri="{FF2B5EF4-FFF2-40B4-BE49-F238E27FC236}">
                <a16:creationId xmlns:a16="http://schemas.microsoft.com/office/drawing/2014/main" id="{775DABAD-E340-430F-9A7A-40AE2AF39545}"/>
              </a:ext>
            </a:extLst>
          </p:cNvPr>
          <p:cNvSpPr>
            <a:spLocks noGrp="1"/>
          </p:cNvSpPr>
          <p:nvPr>
            <p:ph type="ctrTitle"/>
          </p:nvPr>
        </p:nvSpPr>
        <p:spPr>
          <a:xfrm>
            <a:off x="8022021" y="3231931"/>
            <a:ext cx="3852041" cy="1834056"/>
          </a:xfrm>
        </p:spPr>
        <p:txBody>
          <a:bodyPr>
            <a:normAutofit/>
          </a:bodyPr>
          <a:lstStyle/>
          <a:p>
            <a:r>
              <a:rPr lang="es-419" sz="4000"/>
              <a:t>Criterio de Estabilidad de Routh</a:t>
            </a:r>
          </a:p>
        </p:txBody>
      </p:sp>
      <p:sp>
        <p:nvSpPr>
          <p:cNvPr id="3" name="Subtítulo 2">
            <a:extLst>
              <a:ext uri="{FF2B5EF4-FFF2-40B4-BE49-F238E27FC236}">
                <a16:creationId xmlns:a16="http://schemas.microsoft.com/office/drawing/2014/main" id="{4D41CC7E-B3D2-41E1-A47D-432DE6951A27}"/>
              </a:ext>
            </a:extLst>
          </p:cNvPr>
          <p:cNvSpPr>
            <a:spLocks noGrp="1"/>
          </p:cNvSpPr>
          <p:nvPr>
            <p:ph type="subTitle" idx="1"/>
          </p:nvPr>
        </p:nvSpPr>
        <p:spPr>
          <a:xfrm>
            <a:off x="7782910" y="5242675"/>
            <a:ext cx="4330262" cy="683284"/>
          </a:xfrm>
        </p:spPr>
        <p:txBody>
          <a:bodyPr>
            <a:normAutofit/>
          </a:bodyPr>
          <a:lstStyle/>
          <a:p>
            <a:r>
              <a:rPr lang="es-419" sz="2000"/>
              <a:t>Sergio Andres Castaño Giraldo</a:t>
            </a:r>
          </a:p>
        </p:txBody>
      </p:sp>
      <p:cxnSp>
        <p:nvCxnSpPr>
          <p:cNvPr id="11" name="Straight Connector 10">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274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0"/>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8211982" y="463751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41" name="Imagen 40" descr="Interfaz de usuario gráfica, Aplicación&#10;&#10;Descripción generada automáticamente">
            <a:extLst>
              <a:ext uri="{FF2B5EF4-FFF2-40B4-BE49-F238E27FC236}">
                <a16:creationId xmlns:a16="http://schemas.microsoft.com/office/drawing/2014/main" id="{B9E1F7C7-A70E-488C-A2D6-03A4367D0D6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00130" y="4710533"/>
            <a:ext cx="2438941" cy="1836859"/>
          </a:xfrm>
          <a:prstGeom prst="rect">
            <a:avLst/>
          </a:prstGeom>
        </p:spPr>
      </p:pic>
      <mc:AlternateContent xmlns:mc="http://schemas.openxmlformats.org/markup-compatibility/2006">
        <mc:Choice xmlns:a14="http://schemas.microsoft.com/office/drawing/2010/main" Requires="a14">
          <p:sp>
            <p:nvSpPr>
              <p:cNvPr id="42" name="Marcador de contenido 2">
                <a:extLst>
                  <a:ext uri="{FF2B5EF4-FFF2-40B4-BE49-F238E27FC236}">
                    <a16:creationId xmlns:a16="http://schemas.microsoft.com/office/drawing/2014/main" id="{6DFE7DF4-0635-4D6A-BA4F-84DD9E327E49}"/>
                  </a:ext>
                </a:extLst>
              </p:cNvPr>
              <p:cNvSpPr txBox="1">
                <a:spLocks/>
              </p:cNvSpPr>
              <p:nvPr/>
            </p:nvSpPr>
            <p:spPr>
              <a:xfrm>
                <a:off x="713225" y="2919638"/>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42" name="Marcador de contenido 2">
                <a:extLst>
                  <a:ext uri="{FF2B5EF4-FFF2-40B4-BE49-F238E27FC236}">
                    <a16:creationId xmlns:a16="http://schemas.microsoft.com/office/drawing/2014/main" id="{6DFE7DF4-0635-4D6A-BA4F-84DD9E327E49}"/>
                  </a:ext>
                </a:extLst>
              </p:cNvPr>
              <p:cNvSpPr txBox="1">
                <a:spLocks noRot="1" noChangeAspect="1" noMove="1" noResize="1" noEditPoints="1" noAdjustHandles="1" noChangeArrowheads="1" noChangeShapeType="1" noTextEdit="1"/>
              </p:cNvSpPr>
              <p:nvPr/>
            </p:nvSpPr>
            <p:spPr>
              <a:xfrm>
                <a:off x="713225" y="2919638"/>
                <a:ext cx="4897821" cy="1919136"/>
              </a:xfrm>
              <a:prstGeom prst="rect">
                <a:avLst/>
              </a:prstGeom>
              <a:blipFill>
                <a:blip r:embed="rId12"/>
                <a:stretch>
                  <a:fillRect l="-870" t="-4101" r="-1242"/>
                </a:stretch>
              </a:blipFill>
              <a:ln>
                <a:solidFill>
                  <a:schemeClr val="tx1"/>
                </a:solidFill>
                <a:prstDash val="dash"/>
              </a:ln>
            </p:spPr>
            <p:txBody>
              <a:bodyPr/>
              <a:lstStyle/>
              <a:p>
                <a:r>
                  <a:rPr lang="en-US">
                    <a:noFill/>
                  </a:rPr>
                  <a:t> </a:t>
                </a:r>
              </a:p>
            </p:txBody>
          </p:sp>
        </mc:Fallback>
      </mc:AlternateContent>
      <p:pic>
        <p:nvPicPr>
          <p:cNvPr id="1026" name="Picture 2" descr="Teoria de Senales">
            <a:extLst>
              <a:ext uri="{FF2B5EF4-FFF2-40B4-BE49-F238E27FC236}">
                <a16:creationId xmlns:a16="http://schemas.microsoft.com/office/drawing/2014/main" id="{F3EDBC4F-3778-47FB-8670-3B42D92ACB1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05827" y="2088581"/>
            <a:ext cx="3245890" cy="831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04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2">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2">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2">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2" grpId="0"/>
      <p:bldP spid="13" grpId="0"/>
      <p:bldP spid="14" grpId="0" animBg="1"/>
      <p:bldP spid="15" grpId="0" animBg="1"/>
      <p:bldP spid="26" grpId="0"/>
      <p:bldP spid="27" grpId="0"/>
      <p:bldP spid="32" grpId="0"/>
      <p:bldP spid="3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0"/>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8579844" y="528648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Signo de multiplicación 21">
            <a:extLst>
              <a:ext uri="{FF2B5EF4-FFF2-40B4-BE49-F238E27FC236}">
                <a16:creationId xmlns:a16="http://schemas.microsoft.com/office/drawing/2014/main" id="{79E1B80F-99A7-4DDE-BCDE-9E3A815B968F}"/>
              </a:ext>
            </a:extLst>
          </p:cNvPr>
          <p:cNvSpPr/>
          <p:nvPr/>
        </p:nvSpPr>
        <p:spPr>
          <a:xfrm>
            <a:off x="8579844" y="401740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7" name="Imagen 6" descr="Imagen que contiene Patrón de fondo&#10;&#10;Descripción generada automáticamente">
            <a:extLst>
              <a:ext uri="{FF2B5EF4-FFF2-40B4-BE49-F238E27FC236}">
                <a16:creationId xmlns:a16="http://schemas.microsoft.com/office/drawing/2014/main" id="{F3FC9DC8-E794-451E-BEFB-DA3B3C25A52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773215" y="4539938"/>
            <a:ext cx="3077871" cy="2318062"/>
          </a:xfrm>
          <a:prstGeom prst="rect">
            <a:avLst/>
          </a:prstGeom>
        </p:spPr>
      </p:pic>
      <mc:AlternateContent xmlns:mc="http://schemas.openxmlformats.org/markup-compatibility/2006">
        <mc:Choice xmlns:a14="http://schemas.microsoft.com/office/drawing/2010/main" Requires="a14">
          <p:sp>
            <p:nvSpPr>
              <p:cNvPr id="25" name="Marcador de contenido 2">
                <a:extLst>
                  <a:ext uri="{FF2B5EF4-FFF2-40B4-BE49-F238E27FC236}">
                    <a16:creationId xmlns:a16="http://schemas.microsoft.com/office/drawing/2014/main" id="{D1C140FA-6E59-447B-914A-763B1A69AC26}"/>
                  </a:ext>
                </a:extLst>
              </p:cNvPr>
              <p:cNvSpPr txBox="1">
                <a:spLocks/>
              </p:cNvSpPr>
              <p:nvPr/>
            </p:nvSpPr>
            <p:spPr>
              <a:xfrm>
                <a:off x="733392" y="2919638"/>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25" name="Marcador de contenido 2">
                <a:extLst>
                  <a:ext uri="{FF2B5EF4-FFF2-40B4-BE49-F238E27FC236}">
                    <a16:creationId xmlns:a16="http://schemas.microsoft.com/office/drawing/2014/main" id="{D1C140FA-6E59-447B-914A-763B1A69AC26}"/>
                  </a:ext>
                </a:extLst>
              </p:cNvPr>
              <p:cNvSpPr txBox="1">
                <a:spLocks noRot="1" noChangeAspect="1" noMove="1" noResize="1" noEditPoints="1" noAdjustHandles="1" noChangeArrowheads="1" noChangeShapeType="1" noTextEdit="1"/>
              </p:cNvSpPr>
              <p:nvPr/>
            </p:nvSpPr>
            <p:spPr>
              <a:xfrm>
                <a:off x="733392" y="2919638"/>
                <a:ext cx="4897821" cy="1919136"/>
              </a:xfrm>
              <a:prstGeom prst="rect">
                <a:avLst/>
              </a:prstGeom>
              <a:blipFill>
                <a:blip r:embed="rId12"/>
                <a:stretch>
                  <a:fillRect l="-744" t="-4101" r="-1241"/>
                </a:stretch>
              </a:blipFill>
              <a:ln>
                <a:solidFill>
                  <a:schemeClr val="tx1"/>
                </a:solidFill>
                <a:prstDash val="dash"/>
              </a:ln>
            </p:spPr>
            <p:txBody>
              <a:bodyPr/>
              <a:lstStyle/>
              <a:p>
                <a:r>
                  <a:rPr lang="en-US">
                    <a:noFill/>
                  </a:rPr>
                  <a:t> </a:t>
                </a:r>
              </a:p>
            </p:txBody>
          </p:sp>
        </mc:Fallback>
      </mc:AlternateContent>
    </p:spTree>
    <p:extLst>
      <p:ext uri="{BB962C8B-B14F-4D97-AF65-F5344CB8AC3E}">
        <p14:creationId xmlns:p14="http://schemas.microsoft.com/office/powerpoint/2010/main" val="22750152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0"/>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10465611" y="4646657"/>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7" name="Imagen 6" descr="Imagen que contiene Patrón de fondo&#10;&#10;Descripción generada automáticamente">
            <a:extLst>
              <a:ext uri="{FF2B5EF4-FFF2-40B4-BE49-F238E27FC236}">
                <a16:creationId xmlns:a16="http://schemas.microsoft.com/office/drawing/2014/main" id="{71008054-0ED4-420D-8A84-9E8129BB5A8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636380" y="4539938"/>
            <a:ext cx="3077871" cy="2318062"/>
          </a:xfrm>
          <a:prstGeom prst="rect">
            <a:avLst/>
          </a:prstGeom>
        </p:spPr>
      </p:pic>
      <mc:AlternateContent xmlns:mc="http://schemas.openxmlformats.org/markup-compatibility/2006">
        <mc:Choice xmlns:a14="http://schemas.microsoft.com/office/drawing/2010/main" Requires="a14">
          <p:sp>
            <p:nvSpPr>
              <p:cNvPr id="24" name="Marcador de contenido 2">
                <a:extLst>
                  <a:ext uri="{FF2B5EF4-FFF2-40B4-BE49-F238E27FC236}">
                    <a16:creationId xmlns:a16="http://schemas.microsoft.com/office/drawing/2014/main" id="{31618586-F4A2-4BA4-9985-4E9E8764A7F1}"/>
                  </a:ext>
                </a:extLst>
              </p:cNvPr>
              <p:cNvSpPr txBox="1">
                <a:spLocks/>
              </p:cNvSpPr>
              <p:nvPr/>
            </p:nvSpPr>
            <p:spPr>
              <a:xfrm>
                <a:off x="733392" y="2848390"/>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24" name="Marcador de contenido 2">
                <a:extLst>
                  <a:ext uri="{FF2B5EF4-FFF2-40B4-BE49-F238E27FC236}">
                    <a16:creationId xmlns:a16="http://schemas.microsoft.com/office/drawing/2014/main" id="{31618586-F4A2-4BA4-9985-4E9E8764A7F1}"/>
                  </a:ext>
                </a:extLst>
              </p:cNvPr>
              <p:cNvSpPr txBox="1">
                <a:spLocks noRot="1" noChangeAspect="1" noMove="1" noResize="1" noEditPoints="1" noAdjustHandles="1" noChangeArrowheads="1" noChangeShapeType="1" noTextEdit="1"/>
              </p:cNvSpPr>
              <p:nvPr/>
            </p:nvSpPr>
            <p:spPr>
              <a:xfrm>
                <a:off x="733392" y="2848390"/>
                <a:ext cx="4897821" cy="1919136"/>
              </a:xfrm>
              <a:prstGeom prst="rect">
                <a:avLst/>
              </a:prstGeom>
              <a:blipFill>
                <a:blip r:embed="rId12"/>
                <a:stretch>
                  <a:fillRect l="-744" t="-3785" r="-1241"/>
                </a:stretch>
              </a:blipFill>
              <a:ln>
                <a:solidFill>
                  <a:schemeClr val="tx1"/>
                </a:solidFill>
                <a:prstDash val="dash"/>
              </a:ln>
            </p:spPr>
            <p:txBody>
              <a:bodyPr/>
              <a:lstStyle/>
              <a:p>
                <a:r>
                  <a:rPr lang="en-US">
                    <a:noFill/>
                  </a:rPr>
                  <a:t> </a:t>
                </a:r>
              </a:p>
            </p:txBody>
          </p:sp>
        </mc:Fallback>
      </mc:AlternateContent>
    </p:spTree>
    <p:extLst>
      <p:ext uri="{BB962C8B-B14F-4D97-AF65-F5344CB8AC3E}">
        <p14:creationId xmlns:p14="http://schemas.microsoft.com/office/powerpoint/2010/main" val="1378392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0"/>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10428964" y="530680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Signo de multiplicación 21">
            <a:extLst>
              <a:ext uri="{FF2B5EF4-FFF2-40B4-BE49-F238E27FC236}">
                <a16:creationId xmlns:a16="http://schemas.microsoft.com/office/drawing/2014/main" id="{79E1B80F-99A7-4DDE-BCDE-9E3A815B968F}"/>
              </a:ext>
            </a:extLst>
          </p:cNvPr>
          <p:cNvSpPr/>
          <p:nvPr/>
        </p:nvSpPr>
        <p:spPr>
          <a:xfrm>
            <a:off x="10428964" y="403772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9" name="Imagen 8">
            <a:extLst>
              <a:ext uri="{FF2B5EF4-FFF2-40B4-BE49-F238E27FC236}">
                <a16:creationId xmlns:a16="http://schemas.microsoft.com/office/drawing/2014/main" id="{69058808-17DB-4C8A-B867-15550191E23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773215" y="4479236"/>
            <a:ext cx="3077871" cy="2318062"/>
          </a:xfrm>
          <a:prstGeom prst="rect">
            <a:avLst/>
          </a:prstGeom>
        </p:spPr>
      </p:pic>
      <mc:AlternateContent xmlns:mc="http://schemas.openxmlformats.org/markup-compatibility/2006">
        <mc:Choice xmlns:a14="http://schemas.microsoft.com/office/drawing/2010/main" Requires="a14">
          <p:sp>
            <p:nvSpPr>
              <p:cNvPr id="25" name="Marcador de contenido 2">
                <a:extLst>
                  <a:ext uri="{FF2B5EF4-FFF2-40B4-BE49-F238E27FC236}">
                    <a16:creationId xmlns:a16="http://schemas.microsoft.com/office/drawing/2014/main" id="{14734DEC-B4E7-471E-B48B-FDE7F228DFE2}"/>
                  </a:ext>
                </a:extLst>
              </p:cNvPr>
              <p:cNvSpPr txBox="1">
                <a:spLocks/>
              </p:cNvSpPr>
              <p:nvPr/>
            </p:nvSpPr>
            <p:spPr>
              <a:xfrm>
                <a:off x="594161" y="2825644"/>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25" name="Marcador de contenido 2">
                <a:extLst>
                  <a:ext uri="{FF2B5EF4-FFF2-40B4-BE49-F238E27FC236}">
                    <a16:creationId xmlns:a16="http://schemas.microsoft.com/office/drawing/2014/main" id="{14734DEC-B4E7-471E-B48B-FDE7F228DFE2}"/>
                  </a:ext>
                </a:extLst>
              </p:cNvPr>
              <p:cNvSpPr txBox="1">
                <a:spLocks noRot="1" noChangeAspect="1" noMove="1" noResize="1" noEditPoints="1" noAdjustHandles="1" noChangeArrowheads="1" noChangeShapeType="1" noTextEdit="1"/>
              </p:cNvSpPr>
              <p:nvPr/>
            </p:nvSpPr>
            <p:spPr>
              <a:xfrm>
                <a:off x="594161" y="2825644"/>
                <a:ext cx="4897821" cy="1919136"/>
              </a:xfrm>
              <a:prstGeom prst="rect">
                <a:avLst/>
              </a:prstGeom>
              <a:blipFill>
                <a:blip r:embed="rId12"/>
                <a:stretch>
                  <a:fillRect l="-744" t="-4114" r="-1241"/>
                </a:stretch>
              </a:blipFill>
              <a:ln>
                <a:solidFill>
                  <a:schemeClr val="tx1"/>
                </a:solidFill>
                <a:prstDash val="dash"/>
              </a:ln>
            </p:spPr>
            <p:txBody>
              <a:bodyPr/>
              <a:lstStyle/>
              <a:p>
                <a:r>
                  <a:rPr lang="en-US">
                    <a:noFill/>
                  </a:rPr>
                  <a:t> </a:t>
                </a:r>
              </a:p>
            </p:txBody>
          </p:sp>
        </mc:Fallback>
      </mc:AlternateContent>
    </p:spTree>
    <p:extLst>
      <p:ext uri="{BB962C8B-B14F-4D97-AF65-F5344CB8AC3E}">
        <p14:creationId xmlns:p14="http://schemas.microsoft.com/office/powerpoint/2010/main" val="49092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mc:AlternateContent xmlns:mc="http://schemas.openxmlformats.org/markup-compatibility/2006">
        <mc:Choice xmlns:a14="http://schemas.microsoft.com/office/drawing/2010/main" Requires="a14">
          <p:sp>
            <p:nvSpPr>
              <p:cNvPr id="35" name="Marcador de contenido 2">
                <a:extLst>
                  <a:ext uri="{FF2B5EF4-FFF2-40B4-BE49-F238E27FC236}">
                    <a16:creationId xmlns:a16="http://schemas.microsoft.com/office/drawing/2014/main" id="{ACC237E8-A657-4250-AEB2-2F64DAF8D988}"/>
                  </a:ext>
                </a:extLst>
              </p:cNvPr>
              <p:cNvSpPr txBox="1">
                <a:spLocks/>
              </p:cNvSpPr>
              <p:nvPr/>
            </p:nvSpPr>
            <p:spPr>
              <a:xfrm>
                <a:off x="733392" y="3181180"/>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35" name="Marcador de contenido 2">
                <a:extLst>
                  <a:ext uri="{FF2B5EF4-FFF2-40B4-BE49-F238E27FC236}">
                    <a16:creationId xmlns:a16="http://schemas.microsoft.com/office/drawing/2014/main" id="{ACC237E8-A657-4250-AEB2-2F64DAF8D988}"/>
                  </a:ext>
                </a:extLst>
              </p:cNvPr>
              <p:cNvSpPr txBox="1">
                <a:spLocks noRot="1" noChangeAspect="1" noMove="1" noResize="1" noEditPoints="1" noAdjustHandles="1" noChangeArrowheads="1" noChangeShapeType="1" noTextEdit="1"/>
              </p:cNvSpPr>
              <p:nvPr/>
            </p:nvSpPr>
            <p:spPr>
              <a:xfrm>
                <a:off x="733392" y="3181180"/>
                <a:ext cx="4897821" cy="1919136"/>
              </a:xfrm>
              <a:prstGeom prst="rect">
                <a:avLst/>
              </a:prstGeom>
              <a:blipFill>
                <a:blip r:embed="rId10"/>
                <a:stretch>
                  <a:fillRect l="-744" t="-4101" r="-1241"/>
                </a:stretch>
              </a:blipFill>
              <a:ln>
                <a:solidFill>
                  <a:schemeClr val="tx1"/>
                </a:solidFill>
                <a:prstDash val="dash"/>
              </a:ln>
            </p:spPr>
            <p:txBody>
              <a:bodyPr/>
              <a:lstStyle/>
              <a:p>
                <a:r>
                  <a:rPr lang="en-US">
                    <a:noFill/>
                  </a:rPr>
                  <a:t> </a:t>
                </a:r>
              </a:p>
            </p:txBody>
          </p:sp>
        </mc:Fallback>
      </mc:AlternateContent>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1"/>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9534884" y="462227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7" name="Imagen 6" descr="Imagen que contiene Patrón de fondo&#10;&#10;Descripción generada automáticamente">
            <a:extLst>
              <a:ext uri="{FF2B5EF4-FFF2-40B4-BE49-F238E27FC236}">
                <a16:creationId xmlns:a16="http://schemas.microsoft.com/office/drawing/2014/main" id="{309701A5-5365-4B22-9EF7-62E81A14AB3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289394" y="5120579"/>
            <a:ext cx="2226310" cy="1676719"/>
          </a:xfrm>
          <a:prstGeom prst="rect">
            <a:avLst/>
          </a:prstGeom>
        </p:spPr>
      </p:pic>
    </p:spTree>
    <p:extLst>
      <p:ext uri="{BB962C8B-B14F-4D97-AF65-F5344CB8AC3E}">
        <p14:creationId xmlns:p14="http://schemas.microsoft.com/office/powerpoint/2010/main" val="280693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mc:AlternateContent xmlns:mc="http://schemas.openxmlformats.org/markup-compatibility/2006">
        <mc:Choice xmlns:a14="http://schemas.microsoft.com/office/drawing/2010/main" Requires="a14">
          <p:sp>
            <p:nvSpPr>
              <p:cNvPr id="35" name="Marcador de contenido 2">
                <a:extLst>
                  <a:ext uri="{FF2B5EF4-FFF2-40B4-BE49-F238E27FC236}">
                    <a16:creationId xmlns:a16="http://schemas.microsoft.com/office/drawing/2014/main" id="{ACC237E8-A657-4250-AEB2-2F64DAF8D988}"/>
                  </a:ext>
                </a:extLst>
              </p:cNvPr>
              <p:cNvSpPr txBox="1">
                <a:spLocks/>
              </p:cNvSpPr>
              <p:nvPr/>
            </p:nvSpPr>
            <p:spPr>
              <a:xfrm>
                <a:off x="733392" y="3181180"/>
                <a:ext cx="4897821" cy="1919136"/>
              </a:xfrm>
              <a:prstGeom prst="rect">
                <a:avLst/>
              </a:prstGeom>
              <a:solidFill>
                <a:schemeClr val="accent2">
                  <a:lumMod val="20000"/>
                  <a:lumOff val="80000"/>
                </a:schemeClr>
              </a:solidFill>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s-ES" sz="180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 </m:t>
                    </m:r>
                  </m:oMath>
                </a14:m>
                <a:r>
                  <a:rPr lang="es-ES" sz="1800"/>
                  <a:t>será estable si:</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en el semi plano derecho.</a:t>
                </a:r>
              </a:p>
              <a:p>
                <a:pPr marL="342900" indent="-342900">
                  <a:buFont typeface="+mj-lt"/>
                  <a:buAutoNum type="arabicPeriod"/>
                </a:pP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no tiene raíces repetidas sobre el eje </a:t>
                </a:r>
                <a14:m>
                  <m:oMath xmlns:m="http://schemas.openxmlformats.org/officeDocument/2006/math">
                    <m:r>
                      <a:rPr lang="es-ES" sz="1800" i="1" dirty="0" smtClean="0">
                        <a:latin typeface="Cambria Math" panose="02040503050406030204" pitchFamily="18" charset="0"/>
                      </a:rPr>
                      <m:t>𝑗</m:t>
                    </m:r>
                    <m:r>
                      <a:rPr lang="es-ES" sz="1800" i="1" dirty="0" smtClean="0">
                        <a:latin typeface="Cambria Math" panose="02040503050406030204" pitchFamily="18" charset="0"/>
                      </a:rPr>
                      <m:t>𝜔</m:t>
                    </m:r>
                  </m:oMath>
                </a14:m>
                <a:endParaRPr lang="es-ES" sz="1800"/>
              </a:p>
              <a:p>
                <a:pPr marL="342900" indent="-342900">
                  <a:buFont typeface="+mj-lt"/>
                  <a:buAutoNum type="arabicPeriod"/>
                </a:pPr>
                <a14:m>
                  <m:oMath xmlns:m="http://schemas.openxmlformats.org/officeDocument/2006/math">
                    <m:r>
                      <a:rPr lang="en-US" sz="1800" b="0" i="1" dirty="0" smtClean="0">
                        <a:latin typeface="Cambria Math" panose="02040503050406030204" pitchFamily="18" charset="0"/>
                      </a:rPr>
                      <m:t>𝑇</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será </a:t>
                </a:r>
                <a:r>
                  <a:rPr lang="es-ES" sz="1800">
                    <a:solidFill>
                      <a:srgbClr val="FF0000"/>
                    </a:solidFill>
                  </a:rPr>
                  <a:t>asintóticamente</a:t>
                </a:r>
                <a:r>
                  <a:rPr lang="es-ES" sz="1800"/>
                  <a:t> estable si todas las raíces de </a:t>
                </a:r>
                <a14:m>
                  <m:oMath xmlns:m="http://schemas.openxmlformats.org/officeDocument/2006/math">
                    <m:r>
                      <a:rPr lang="es-ES" sz="1800" i="1" dirty="0" smtClean="0">
                        <a:latin typeface="Cambria Math" panose="02040503050406030204" pitchFamily="18" charset="0"/>
                      </a:rPr>
                      <m:t>𝐷</m:t>
                    </m:r>
                    <m:r>
                      <a:rPr lang="es-ES" sz="1800" i="1" dirty="0" smtClean="0">
                        <a:latin typeface="Cambria Math" panose="02040503050406030204" pitchFamily="18" charset="0"/>
                      </a:rPr>
                      <m:t>(</m:t>
                    </m:r>
                    <m:r>
                      <a:rPr lang="es-ES" sz="1800" i="1" dirty="0" smtClean="0">
                        <a:latin typeface="Cambria Math" panose="02040503050406030204" pitchFamily="18" charset="0"/>
                      </a:rPr>
                      <m:t>𝑠</m:t>
                    </m:r>
                    <m:r>
                      <a:rPr lang="es-ES" sz="1800" i="1" dirty="0" smtClean="0">
                        <a:latin typeface="Cambria Math" panose="02040503050406030204" pitchFamily="18" charset="0"/>
                      </a:rPr>
                      <m:t>)</m:t>
                    </m:r>
                  </m:oMath>
                </a14:m>
                <a:r>
                  <a:rPr lang="es-ES" sz="1800"/>
                  <a:t> están en el semiplano izquierdo del plano complejo.</a:t>
                </a:r>
              </a:p>
              <a:p>
                <a:endParaRPr lang="es-ES" sz="1800"/>
              </a:p>
              <a:p>
                <a:endParaRPr lang="es-ES" sz="1800"/>
              </a:p>
              <a:p>
                <a:endParaRPr lang="es-ES" sz="1800"/>
              </a:p>
              <a:p>
                <a:endParaRPr lang="es-419" sz="1800"/>
              </a:p>
            </p:txBody>
          </p:sp>
        </mc:Choice>
        <mc:Fallback>
          <p:sp>
            <p:nvSpPr>
              <p:cNvPr id="35" name="Marcador de contenido 2">
                <a:extLst>
                  <a:ext uri="{FF2B5EF4-FFF2-40B4-BE49-F238E27FC236}">
                    <a16:creationId xmlns:a16="http://schemas.microsoft.com/office/drawing/2014/main" id="{ACC237E8-A657-4250-AEB2-2F64DAF8D988}"/>
                  </a:ext>
                </a:extLst>
              </p:cNvPr>
              <p:cNvSpPr txBox="1">
                <a:spLocks noRot="1" noChangeAspect="1" noMove="1" noResize="1" noEditPoints="1" noAdjustHandles="1" noChangeArrowheads="1" noChangeShapeType="1" noTextEdit="1"/>
              </p:cNvSpPr>
              <p:nvPr/>
            </p:nvSpPr>
            <p:spPr>
              <a:xfrm>
                <a:off x="733392" y="3181180"/>
                <a:ext cx="4897821" cy="1919136"/>
              </a:xfrm>
              <a:prstGeom prst="rect">
                <a:avLst/>
              </a:prstGeom>
              <a:blipFill>
                <a:blip r:embed="rId10"/>
                <a:stretch>
                  <a:fillRect l="-744" t="-4101" r="-1241"/>
                </a:stretch>
              </a:blipFill>
              <a:ln>
                <a:solidFill>
                  <a:schemeClr val="tx1"/>
                </a:solidFill>
                <a:prstDash val="dash"/>
              </a:ln>
            </p:spPr>
            <p:txBody>
              <a:bodyPr/>
              <a:lstStyle/>
              <a:p>
                <a:r>
                  <a:rPr lang="en-US">
                    <a:noFill/>
                  </a:rPr>
                  <a:t> </a:t>
                </a:r>
              </a:p>
            </p:txBody>
          </p:sp>
        </mc:Fallback>
      </mc:AlternateContent>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1"/>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9524724" y="530680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Signo de multiplicación 21">
            <a:extLst>
              <a:ext uri="{FF2B5EF4-FFF2-40B4-BE49-F238E27FC236}">
                <a16:creationId xmlns:a16="http://schemas.microsoft.com/office/drawing/2014/main" id="{79E1B80F-99A7-4DDE-BCDE-9E3A815B968F}"/>
              </a:ext>
            </a:extLst>
          </p:cNvPr>
          <p:cNvSpPr/>
          <p:nvPr/>
        </p:nvSpPr>
        <p:spPr>
          <a:xfrm>
            <a:off x="9524724" y="403772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7" name="Imagen 6" descr="Imagen que contiene Patrón de fondo&#10;&#10;Descripción generada automáticamente">
            <a:extLst>
              <a:ext uri="{FF2B5EF4-FFF2-40B4-BE49-F238E27FC236}">
                <a16:creationId xmlns:a16="http://schemas.microsoft.com/office/drawing/2014/main" id="{7C17D383-C564-440D-93D9-D6FE934ADA1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155220" y="5100316"/>
            <a:ext cx="2307590" cy="1737934"/>
          </a:xfrm>
          <a:prstGeom prst="rect">
            <a:avLst/>
          </a:prstGeom>
        </p:spPr>
      </p:pic>
    </p:spTree>
    <p:extLst>
      <p:ext uri="{BB962C8B-B14F-4D97-AF65-F5344CB8AC3E}">
        <p14:creationId xmlns:p14="http://schemas.microsoft.com/office/powerpoint/2010/main" val="406506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181237"/>
            <a:ext cx="10515600"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04368" y="959336"/>
            <a:ext cx="10515600" cy="691868"/>
          </a:xfrm>
        </p:spPr>
        <p:txBody>
          <a:bodyPr>
            <a:normAutofit/>
          </a:bodyPr>
          <a:lstStyle/>
          <a:p>
            <a:r>
              <a:rPr lang="es-ES" sz="1800"/>
              <a:t>Uno de los problemas más importantes que deben ser solucionados en un sistema de control lineal es la estabilidad del mismo.</a:t>
            </a:r>
          </a:p>
          <a:p>
            <a:endParaRPr lang="es-ES" sz="1800"/>
          </a:p>
          <a:p>
            <a:endParaRPr lang="es-ES" sz="1800"/>
          </a:p>
          <a:p>
            <a:endParaRPr lang="es-ES" sz="1800"/>
          </a:p>
          <a:p>
            <a:endParaRPr lang="es-ES" sz="1800"/>
          </a:p>
          <a:p>
            <a:endParaRPr lang="es-419" sz="1800"/>
          </a:p>
        </p:txBody>
      </p:sp>
      <p:sp>
        <p:nvSpPr>
          <p:cNvPr id="4" name="Rectángulo 3">
            <a:extLst>
              <a:ext uri="{FF2B5EF4-FFF2-40B4-BE49-F238E27FC236}">
                <a16:creationId xmlns:a16="http://schemas.microsoft.com/office/drawing/2014/main" id="{4CEF6DB0-0011-4D2E-A4FA-5FF8BBEBABBF}"/>
              </a:ext>
            </a:extLst>
          </p:cNvPr>
          <p:cNvSpPr/>
          <p:nvPr/>
        </p:nvSpPr>
        <p:spPr>
          <a:xfrm>
            <a:off x="3289739"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Sistema</a:t>
            </a:r>
          </a:p>
        </p:txBody>
      </p:sp>
      <p:cxnSp>
        <p:nvCxnSpPr>
          <p:cNvPr id="6" name="Conector recto de flecha 5">
            <a:extLst>
              <a:ext uri="{FF2B5EF4-FFF2-40B4-BE49-F238E27FC236}">
                <a16:creationId xmlns:a16="http://schemas.microsoft.com/office/drawing/2014/main" id="{5657BF80-40E8-4F5F-AC0D-00E225E4AD7B}"/>
              </a:ext>
            </a:extLst>
          </p:cNvPr>
          <p:cNvCxnSpPr>
            <a:cxnSpLocks/>
            <a:stCxn id="14" idx="3"/>
            <a:endCxn id="4" idx="1"/>
          </p:cNvCxnSpPr>
          <p:nvPr/>
        </p:nvCxnSpPr>
        <p:spPr>
          <a:xfrm>
            <a:off x="2919278" y="2221093"/>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1ABEC5B3-09E7-47D0-B944-538C9FC74F2C}"/>
              </a:ext>
            </a:extLst>
          </p:cNvPr>
          <p:cNvCxnSpPr>
            <a:cxnSpLocks/>
            <a:stCxn id="4" idx="3"/>
          </p:cNvCxnSpPr>
          <p:nvPr/>
        </p:nvCxnSpPr>
        <p:spPr>
          <a:xfrm>
            <a:off x="4256691" y="2221093"/>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1E2D7A77-8747-4927-991F-12F912B47E31}"/>
                  </a:ext>
                </a:extLst>
              </p:cNvPr>
              <p:cNvSpPr txBox="1"/>
              <p:nvPr/>
            </p:nvSpPr>
            <p:spPr>
              <a:xfrm>
                <a:off x="2990519" y="1781183"/>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12" name="CuadroTexto 11">
                <a:extLst>
                  <a:ext uri="{FF2B5EF4-FFF2-40B4-BE49-F238E27FC236}">
                    <a16:creationId xmlns:a16="http://schemas.microsoft.com/office/drawing/2014/main" id="{1E2D7A77-8747-4927-991F-12F912B47E31}"/>
                  </a:ext>
                </a:extLst>
              </p:cNvPr>
              <p:cNvSpPr txBox="1">
                <a:spLocks noRot="1" noChangeAspect="1" noMove="1" noResize="1" noEditPoints="1" noAdjustHandles="1" noChangeArrowheads="1" noChangeShapeType="1" noTextEdit="1"/>
              </p:cNvSpPr>
              <p:nvPr/>
            </p:nvSpPr>
            <p:spPr>
              <a:xfrm>
                <a:off x="2990519" y="1781183"/>
                <a:ext cx="191784" cy="276999"/>
              </a:xfrm>
              <a:prstGeom prst="rect">
                <a:avLst/>
              </a:prstGeom>
              <a:blipFill>
                <a:blip r:embed="rId4"/>
                <a:stretch>
                  <a:fillRect l="-19355" r="-161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CC992D67-275A-48A7-8115-46625E3F21CE}"/>
                  </a:ext>
                </a:extLst>
              </p:cNvPr>
              <p:cNvSpPr txBox="1"/>
              <p:nvPr/>
            </p:nvSpPr>
            <p:spPr>
              <a:xfrm>
                <a:off x="1706824" y="1719710"/>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13" name="CuadroTexto 12">
                <a:extLst>
                  <a:ext uri="{FF2B5EF4-FFF2-40B4-BE49-F238E27FC236}">
                    <a16:creationId xmlns:a16="http://schemas.microsoft.com/office/drawing/2014/main" id="{CC992D67-275A-48A7-8115-46625E3F21CE}"/>
                  </a:ext>
                </a:extLst>
              </p:cNvPr>
              <p:cNvSpPr txBox="1">
                <a:spLocks noRot="1" noChangeAspect="1" noMove="1" noResize="1" noEditPoints="1" noAdjustHandles="1" noChangeArrowheads="1" noChangeShapeType="1" noTextEdit="1"/>
              </p:cNvSpPr>
              <p:nvPr/>
            </p:nvSpPr>
            <p:spPr>
              <a:xfrm>
                <a:off x="1706824" y="1719710"/>
                <a:ext cx="171777" cy="276999"/>
              </a:xfrm>
              <a:prstGeom prst="rect">
                <a:avLst/>
              </a:prstGeom>
              <a:blipFill>
                <a:blip r:embed="rId5"/>
                <a:stretch>
                  <a:fillRect l="-21429" r="-17857"/>
                </a:stretch>
              </a:blipFill>
            </p:spPr>
            <p:txBody>
              <a:bodyPr/>
              <a:lstStyle/>
              <a:p>
                <a:r>
                  <a:rPr lang="en-US">
                    <a:noFill/>
                  </a:rPr>
                  <a:t> </a:t>
                </a:r>
              </a:p>
            </p:txBody>
          </p:sp>
        </mc:Fallback>
      </mc:AlternateContent>
      <p:sp>
        <p:nvSpPr>
          <p:cNvPr id="14" name="Rectángulo 13">
            <a:extLst>
              <a:ext uri="{FF2B5EF4-FFF2-40B4-BE49-F238E27FC236}">
                <a16:creationId xmlns:a16="http://schemas.microsoft.com/office/drawing/2014/main" id="{392BD710-F058-4C0B-A4AA-EC9ECDCCF940}"/>
              </a:ext>
            </a:extLst>
          </p:cNvPr>
          <p:cNvSpPr/>
          <p:nvPr/>
        </p:nvSpPr>
        <p:spPr>
          <a:xfrm>
            <a:off x="1952326" y="1895272"/>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419" b="1">
                <a:solidFill>
                  <a:schemeClr val="tx1"/>
                </a:solidFill>
              </a:rPr>
              <a:t>Control</a:t>
            </a:r>
          </a:p>
        </p:txBody>
      </p:sp>
      <p:sp>
        <p:nvSpPr>
          <p:cNvPr id="15" name="Elipse 14">
            <a:extLst>
              <a:ext uri="{FF2B5EF4-FFF2-40B4-BE49-F238E27FC236}">
                <a16:creationId xmlns:a16="http://schemas.microsoft.com/office/drawing/2014/main" id="{80F730EF-CA3F-4299-9297-F54DC1654A24}"/>
              </a:ext>
            </a:extLst>
          </p:cNvPr>
          <p:cNvSpPr/>
          <p:nvPr/>
        </p:nvSpPr>
        <p:spPr>
          <a:xfrm>
            <a:off x="1338770" y="2045828"/>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60E30772-EEB0-4CB7-A39E-793817604C7A}"/>
              </a:ext>
            </a:extLst>
          </p:cNvPr>
          <p:cNvCxnSpPr>
            <a:cxnSpLocks/>
            <a:endCxn id="15" idx="2"/>
          </p:cNvCxnSpPr>
          <p:nvPr/>
        </p:nvCxnSpPr>
        <p:spPr>
          <a:xfrm>
            <a:off x="788276" y="2221094"/>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DBA5654-BE98-4E2E-B747-2A4F8D96F2FA}"/>
              </a:ext>
            </a:extLst>
          </p:cNvPr>
          <p:cNvCxnSpPr>
            <a:cxnSpLocks/>
            <a:stCxn id="15" idx="6"/>
            <a:endCxn id="14" idx="1"/>
          </p:cNvCxnSpPr>
          <p:nvPr/>
        </p:nvCxnSpPr>
        <p:spPr>
          <a:xfrm flipV="1">
            <a:off x="1689301" y="2221093"/>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153AF9FA-36A2-416F-AF8B-A3CFE9B04629}"/>
                  </a:ext>
                </a:extLst>
              </p:cNvPr>
              <p:cNvSpPr txBox="1"/>
              <p:nvPr/>
            </p:nvSpPr>
            <p:spPr>
              <a:xfrm>
                <a:off x="967631" y="171796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26" name="CuadroTexto 25">
                <a:extLst>
                  <a:ext uri="{FF2B5EF4-FFF2-40B4-BE49-F238E27FC236}">
                    <a16:creationId xmlns:a16="http://schemas.microsoft.com/office/drawing/2014/main" id="{153AF9FA-36A2-416F-AF8B-A3CFE9B04629}"/>
                  </a:ext>
                </a:extLst>
              </p:cNvPr>
              <p:cNvSpPr txBox="1">
                <a:spLocks noRot="1" noChangeAspect="1" noMove="1" noResize="1" noEditPoints="1" noAdjustHandles="1" noChangeArrowheads="1" noChangeShapeType="1" noTextEdit="1"/>
              </p:cNvSpPr>
              <p:nvPr/>
            </p:nvSpPr>
            <p:spPr>
              <a:xfrm>
                <a:off x="967631" y="1717963"/>
                <a:ext cx="166969" cy="276999"/>
              </a:xfrm>
              <a:prstGeom prst="rect">
                <a:avLst/>
              </a:prstGeom>
              <a:blipFill>
                <a:blip r:embed="rId6"/>
                <a:stretch>
                  <a:fillRect l="-22222" r="-1851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FDFE82BF-C14E-478E-94BF-CC63129B82B7}"/>
                  </a:ext>
                </a:extLst>
              </p:cNvPr>
              <p:cNvSpPr txBox="1"/>
              <p:nvPr/>
            </p:nvSpPr>
            <p:spPr>
              <a:xfrm>
                <a:off x="4429137" y="1782930"/>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27" name="CuadroTexto 26">
                <a:extLst>
                  <a:ext uri="{FF2B5EF4-FFF2-40B4-BE49-F238E27FC236}">
                    <a16:creationId xmlns:a16="http://schemas.microsoft.com/office/drawing/2014/main" id="{FDFE82BF-C14E-478E-94BF-CC63129B82B7}"/>
                  </a:ext>
                </a:extLst>
              </p:cNvPr>
              <p:cNvSpPr txBox="1">
                <a:spLocks noRot="1" noChangeAspect="1" noMove="1" noResize="1" noEditPoints="1" noAdjustHandles="1" noChangeArrowheads="1" noChangeShapeType="1" noTextEdit="1"/>
              </p:cNvSpPr>
              <p:nvPr/>
            </p:nvSpPr>
            <p:spPr>
              <a:xfrm>
                <a:off x="4429137" y="1782930"/>
                <a:ext cx="191784" cy="276999"/>
              </a:xfrm>
              <a:prstGeom prst="rect">
                <a:avLst/>
              </a:prstGeom>
              <a:blipFill>
                <a:blip r:embed="rId7"/>
                <a:stretch>
                  <a:fillRect l="-29032" r="-29032" b="-23913"/>
                </a:stretch>
              </a:blipFill>
            </p:spPr>
            <p:txBody>
              <a:bodyPr/>
              <a:lstStyle/>
              <a:p>
                <a:r>
                  <a:rPr lang="en-US">
                    <a:noFill/>
                  </a:rPr>
                  <a:t> </a:t>
                </a:r>
              </a:p>
            </p:txBody>
          </p:sp>
        </mc:Fallback>
      </mc:AlternateContent>
      <p:cxnSp>
        <p:nvCxnSpPr>
          <p:cNvPr id="29" name="Conector: angular 28">
            <a:extLst>
              <a:ext uri="{FF2B5EF4-FFF2-40B4-BE49-F238E27FC236}">
                <a16:creationId xmlns:a16="http://schemas.microsoft.com/office/drawing/2014/main" id="{F9B0D5FE-A867-4151-AF8E-027293AA9E30}"/>
              </a:ext>
            </a:extLst>
          </p:cNvPr>
          <p:cNvCxnSpPr>
            <a:endCxn id="15" idx="4"/>
          </p:cNvCxnSpPr>
          <p:nvPr/>
        </p:nvCxnSpPr>
        <p:spPr>
          <a:xfrm rot="10800000" flipV="1">
            <a:off x="1514037" y="2221091"/>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F222C234-4AF2-4504-8711-BC23E42CF5B6}"/>
                  </a:ext>
                </a:extLst>
              </p:cNvPr>
              <p:cNvSpPr txBox="1"/>
              <p:nvPr/>
            </p:nvSpPr>
            <p:spPr>
              <a:xfrm>
                <a:off x="1586802" y="2333137"/>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32" name="CuadroTexto 31">
                <a:extLst>
                  <a:ext uri="{FF2B5EF4-FFF2-40B4-BE49-F238E27FC236}">
                    <a16:creationId xmlns:a16="http://schemas.microsoft.com/office/drawing/2014/main" id="{F222C234-4AF2-4504-8711-BC23E42CF5B6}"/>
                  </a:ext>
                </a:extLst>
              </p:cNvPr>
              <p:cNvSpPr txBox="1">
                <a:spLocks noRot="1" noChangeAspect="1" noMove="1" noResize="1" noEditPoints="1" noAdjustHandles="1" noChangeArrowheads="1" noChangeShapeType="1" noTextEdit="1"/>
              </p:cNvSpPr>
              <p:nvPr/>
            </p:nvSpPr>
            <p:spPr>
              <a:xfrm>
                <a:off x="1586802" y="2333137"/>
                <a:ext cx="226024" cy="276999"/>
              </a:xfrm>
              <a:prstGeom prst="rect">
                <a:avLst/>
              </a:prstGeom>
              <a:blipFill>
                <a:blip r:embed="rId8"/>
                <a:stretch>
                  <a:fillRect l="-5405" r="-5405"/>
                </a:stretch>
              </a:blipFill>
            </p:spPr>
            <p:txBody>
              <a:bodyPr/>
              <a:lstStyle/>
              <a:p>
                <a:r>
                  <a:rPr lang="en-US">
                    <a:noFill/>
                  </a:rPr>
                  <a:t> </a:t>
                </a:r>
              </a:p>
            </p:txBody>
          </p:sp>
        </mc:Fallback>
      </mc:AlternateContent>
      <p:pic>
        <p:nvPicPr>
          <p:cNvPr id="34" name="Imagen 33">
            <a:extLst>
              <a:ext uri="{FF2B5EF4-FFF2-40B4-BE49-F238E27FC236}">
                <a16:creationId xmlns:a16="http://schemas.microsoft.com/office/drawing/2014/main" id="{22A21AF3-3340-45D6-87FF-96DCF14C0F90}"/>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5491982" y="1994962"/>
            <a:ext cx="5440000" cy="598857"/>
          </a:xfrm>
          <a:prstGeom prst="rect">
            <a:avLst/>
          </a:prstGeom>
        </p:spPr>
      </p:pic>
      <p:pic>
        <p:nvPicPr>
          <p:cNvPr id="38" name="Imagen 37">
            <a:extLst>
              <a:ext uri="{FF2B5EF4-FFF2-40B4-BE49-F238E27FC236}">
                <a16:creationId xmlns:a16="http://schemas.microsoft.com/office/drawing/2014/main" id="{B2418B0D-1966-4332-B32E-89ADC51E192C}"/>
              </a:ext>
            </a:extLst>
          </p:cNvPr>
          <p:cNvPicPr>
            <a:picLocks noChangeAspect="1"/>
          </p:cNvPicPr>
          <p:nvPr/>
        </p:nvPicPr>
        <p:blipFill>
          <a:blip r:embed="rId10"/>
          <a:stretch>
            <a:fillRect/>
          </a:stretch>
        </p:blipFill>
        <p:spPr>
          <a:xfrm>
            <a:off x="6714251" y="2688986"/>
            <a:ext cx="5477749" cy="4108312"/>
          </a:xfrm>
          <a:prstGeom prst="rect">
            <a:avLst/>
          </a:prstGeom>
        </p:spPr>
      </p:pic>
      <p:sp>
        <p:nvSpPr>
          <p:cNvPr id="39" name="Signo de multiplicación 38">
            <a:extLst>
              <a:ext uri="{FF2B5EF4-FFF2-40B4-BE49-F238E27FC236}">
                <a16:creationId xmlns:a16="http://schemas.microsoft.com/office/drawing/2014/main" id="{C19BB5A5-4898-4642-BD72-84759D6C1AA9}"/>
              </a:ext>
            </a:extLst>
          </p:cNvPr>
          <p:cNvSpPr/>
          <p:nvPr/>
        </p:nvSpPr>
        <p:spPr>
          <a:xfrm>
            <a:off x="9524724" y="530680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Signo de multiplicación 21">
            <a:extLst>
              <a:ext uri="{FF2B5EF4-FFF2-40B4-BE49-F238E27FC236}">
                <a16:creationId xmlns:a16="http://schemas.microsoft.com/office/drawing/2014/main" id="{79E1B80F-99A7-4DDE-BCDE-9E3A815B968F}"/>
              </a:ext>
            </a:extLst>
          </p:cNvPr>
          <p:cNvSpPr/>
          <p:nvPr/>
        </p:nvSpPr>
        <p:spPr>
          <a:xfrm>
            <a:off x="9524724" y="403772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4" name="Signo de multiplicación 23">
            <a:extLst>
              <a:ext uri="{FF2B5EF4-FFF2-40B4-BE49-F238E27FC236}">
                <a16:creationId xmlns:a16="http://schemas.microsoft.com/office/drawing/2014/main" id="{BEF57BC6-C91F-481F-8DA5-4E616A1A7D08}"/>
              </a:ext>
            </a:extLst>
          </p:cNvPr>
          <p:cNvSpPr/>
          <p:nvPr/>
        </p:nvSpPr>
        <p:spPr>
          <a:xfrm>
            <a:off x="10691845" y="530680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Signo de multiplicación 24">
            <a:extLst>
              <a:ext uri="{FF2B5EF4-FFF2-40B4-BE49-F238E27FC236}">
                <a16:creationId xmlns:a16="http://schemas.microsoft.com/office/drawing/2014/main" id="{A9595089-AB4F-4E24-993E-D1AD496BF8BE}"/>
              </a:ext>
            </a:extLst>
          </p:cNvPr>
          <p:cNvSpPr/>
          <p:nvPr/>
        </p:nvSpPr>
        <p:spPr>
          <a:xfrm>
            <a:off x="10691845" y="403772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Signo de multiplicación 27">
            <a:extLst>
              <a:ext uri="{FF2B5EF4-FFF2-40B4-BE49-F238E27FC236}">
                <a16:creationId xmlns:a16="http://schemas.microsoft.com/office/drawing/2014/main" id="{343A1DAF-AE71-4420-9B28-6C8B71D58D05}"/>
              </a:ext>
            </a:extLst>
          </p:cNvPr>
          <p:cNvSpPr/>
          <p:nvPr/>
        </p:nvSpPr>
        <p:spPr>
          <a:xfrm>
            <a:off x="8552417" y="5306801"/>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Signo de multiplicación 29">
            <a:extLst>
              <a:ext uri="{FF2B5EF4-FFF2-40B4-BE49-F238E27FC236}">
                <a16:creationId xmlns:a16="http://schemas.microsoft.com/office/drawing/2014/main" id="{8E0E876B-53A0-40E5-86F5-3E5A03DC86DA}"/>
              </a:ext>
            </a:extLst>
          </p:cNvPr>
          <p:cNvSpPr/>
          <p:nvPr/>
        </p:nvSpPr>
        <p:spPr>
          <a:xfrm>
            <a:off x="8552417" y="403772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1" name="Signo de multiplicación 30">
            <a:extLst>
              <a:ext uri="{FF2B5EF4-FFF2-40B4-BE49-F238E27FC236}">
                <a16:creationId xmlns:a16="http://schemas.microsoft.com/office/drawing/2014/main" id="{4FFE4374-06EC-4518-A9AB-7A2D32536400}"/>
              </a:ext>
            </a:extLst>
          </p:cNvPr>
          <p:cNvSpPr/>
          <p:nvPr/>
        </p:nvSpPr>
        <p:spPr>
          <a:xfrm>
            <a:off x="11127650" y="462227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3" name="Signo de multiplicación 32">
            <a:extLst>
              <a:ext uri="{FF2B5EF4-FFF2-40B4-BE49-F238E27FC236}">
                <a16:creationId xmlns:a16="http://schemas.microsoft.com/office/drawing/2014/main" id="{C8563835-18A0-497B-BBCE-D4379A39C7D9}"/>
              </a:ext>
            </a:extLst>
          </p:cNvPr>
          <p:cNvSpPr/>
          <p:nvPr/>
        </p:nvSpPr>
        <p:spPr>
          <a:xfrm>
            <a:off x="7906930" y="462227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6" name="Signo de multiplicación 35">
            <a:extLst>
              <a:ext uri="{FF2B5EF4-FFF2-40B4-BE49-F238E27FC236}">
                <a16:creationId xmlns:a16="http://schemas.microsoft.com/office/drawing/2014/main" id="{DE9512A4-B0B5-49FD-8B50-5AE75FD542EB}"/>
              </a:ext>
            </a:extLst>
          </p:cNvPr>
          <p:cNvSpPr/>
          <p:nvPr/>
        </p:nvSpPr>
        <p:spPr>
          <a:xfrm>
            <a:off x="9517290" y="4622273"/>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7" name="CuadroTexto 36">
            <a:extLst>
              <a:ext uri="{FF2B5EF4-FFF2-40B4-BE49-F238E27FC236}">
                <a16:creationId xmlns:a16="http://schemas.microsoft.com/office/drawing/2014/main" id="{13F127BB-54B2-468C-85AA-DE684D25EF1B}"/>
              </a:ext>
            </a:extLst>
          </p:cNvPr>
          <p:cNvSpPr txBox="1"/>
          <p:nvPr/>
        </p:nvSpPr>
        <p:spPr>
          <a:xfrm>
            <a:off x="241739" y="5920825"/>
            <a:ext cx="6096000" cy="646331"/>
          </a:xfrm>
          <a:prstGeom prst="rect">
            <a:avLst/>
          </a:prstGeom>
          <a:solidFill>
            <a:schemeClr val="accent2">
              <a:lumMod val="20000"/>
              <a:lumOff val="80000"/>
            </a:schemeClr>
          </a:solidFill>
        </p:spPr>
        <p:txBody>
          <a:bodyPr wrap="square">
            <a:spAutoFit/>
          </a:bodyPr>
          <a:lstStyle/>
          <a:p>
            <a:pPr algn="ctr"/>
            <a:r>
              <a:rPr lang="es-419"/>
              <a:t>"A </a:t>
            </a:r>
            <a:r>
              <a:rPr lang="es-419" err="1"/>
              <a:t>Treatise</a:t>
            </a:r>
            <a:r>
              <a:rPr lang="es-419"/>
              <a:t> </a:t>
            </a:r>
            <a:r>
              <a:rPr lang="es-419" err="1"/>
              <a:t>On</a:t>
            </a:r>
            <a:r>
              <a:rPr lang="es-419"/>
              <a:t> </a:t>
            </a:r>
            <a:r>
              <a:rPr lang="es-419" err="1"/>
              <a:t>the</a:t>
            </a:r>
            <a:r>
              <a:rPr lang="es-419"/>
              <a:t> </a:t>
            </a:r>
            <a:r>
              <a:rPr lang="es-419" err="1"/>
              <a:t>Stability</a:t>
            </a:r>
            <a:r>
              <a:rPr lang="es-419"/>
              <a:t> </a:t>
            </a:r>
            <a:r>
              <a:rPr lang="es-419" err="1"/>
              <a:t>of</a:t>
            </a:r>
            <a:r>
              <a:rPr lang="es-419"/>
              <a:t> a </a:t>
            </a:r>
            <a:r>
              <a:rPr lang="es-419" err="1"/>
              <a:t>Given</a:t>
            </a:r>
            <a:r>
              <a:rPr lang="es-419"/>
              <a:t> </a:t>
            </a:r>
            <a:r>
              <a:rPr lang="es-419" err="1"/>
              <a:t>State</a:t>
            </a:r>
            <a:r>
              <a:rPr lang="es-419"/>
              <a:t> </a:t>
            </a:r>
            <a:r>
              <a:rPr lang="es-419" err="1"/>
              <a:t>of</a:t>
            </a:r>
            <a:r>
              <a:rPr lang="es-419"/>
              <a:t> </a:t>
            </a:r>
            <a:r>
              <a:rPr lang="es-419" err="1"/>
              <a:t>Motion</a:t>
            </a:r>
            <a:r>
              <a:rPr lang="es-419"/>
              <a:t>: </a:t>
            </a:r>
            <a:r>
              <a:rPr lang="es-419" err="1"/>
              <a:t>Particularly</a:t>
            </a:r>
            <a:r>
              <a:rPr lang="es-419"/>
              <a:t> </a:t>
            </a:r>
            <a:r>
              <a:rPr lang="es-419" err="1"/>
              <a:t>Steady</a:t>
            </a:r>
            <a:r>
              <a:rPr lang="es-419"/>
              <a:t> </a:t>
            </a:r>
            <a:r>
              <a:rPr lang="es-419" err="1"/>
              <a:t>Motion</a:t>
            </a:r>
            <a:r>
              <a:rPr lang="es-419"/>
              <a:t>"</a:t>
            </a:r>
          </a:p>
        </p:txBody>
      </p:sp>
      <p:pic>
        <p:nvPicPr>
          <p:cNvPr id="2050" name="Picture 2" descr="Edward Routh – Wikipédia, a enciclopédia livre">
            <a:extLst>
              <a:ext uri="{FF2B5EF4-FFF2-40B4-BE49-F238E27FC236}">
                <a16:creationId xmlns:a16="http://schemas.microsoft.com/office/drawing/2014/main" id="{12A6F198-3AE7-4A72-82B1-2425F9C5DA6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67033" y="2939392"/>
            <a:ext cx="1905000" cy="24384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D88BD1AB-231D-4554-B374-920DC9EF7347}"/>
              </a:ext>
            </a:extLst>
          </p:cNvPr>
          <p:cNvSpPr txBox="1"/>
          <p:nvPr/>
        </p:nvSpPr>
        <p:spPr>
          <a:xfrm>
            <a:off x="2082273" y="5333986"/>
            <a:ext cx="2225040" cy="369332"/>
          </a:xfrm>
          <a:prstGeom prst="rect">
            <a:avLst/>
          </a:prstGeom>
          <a:noFill/>
        </p:spPr>
        <p:txBody>
          <a:bodyPr wrap="square">
            <a:spAutoFit/>
          </a:bodyPr>
          <a:lstStyle/>
          <a:p>
            <a:r>
              <a:rPr lang="es-ES"/>
              <a:t>Eduard John Routh </a:t>
            </a:r>
            <a:endParaRPr lang="es-419"/>
          </a:p>
        </p:txBody>
      </p:sp>
    </p:spTree>
    <p:extLst>
      <p:ext uri="{BB962C8B-B14F-4D97-AF65-F5344CB8AC3E}">
        <p14:creationId xmlns:p14="http://schemas.microsoft.com/office/powerpoint/2010/main" val="30320872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esquinas redondeadas 26">
            <a:extLst>
              <a:ext uri="{FF2B5EF4-FFF2-40B4-BE49-F238E27FC236}">
                <a16:creationId xmlns:a16="http://schemas.microsoft.com/office/drawing/2014/main" id="{283ECC19-3225-47B9-A4D4-34B9E5F36E1E}"/>
              </a:ext>
            </a:extLst>
          </p:cNvPr>
          <p:cNvSpPr/>
          <p:nvPr/>
        </p:nvSpPr>
        <p:spPr>
          <a:xfrm>
            <a:off x="2717096" y="1776616"/>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61A0B5B9-EAFD-402A-A407-E258FB4BB896}"/>
              </a:ext>
            </a:extLst>
          </p:cNvPr>
          <p:cNvSpPr/>
          <p:nvPr/>
        </p:nvSpPr>
        <p:spPr>
          <a:xfrm>
            <a:off x="4067109" y="1762665"/>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Rectángulo: esquinas redondeadas 28">
            <a:extLst>
              <a:ext uri="{FF2B5EF4-FFF2-40B4-BE49-F238E27FC236}">
                <a16:creationId xmlns:a16="http://schemas.microsoft.com/office/drawing/2014/main" id="{A310CBDE-0807-4A2F-8FD2-B79ED988B08A}"/>
              </a:ext>
            </a:extLst>
          </p:cNvPr>
          <p:cNvSpPr/>
          <p:nvPr/>
        </p:nvSpPr>
        <p:spPr>
          <a:xfrm>
            <a:off x="5417122" y="1781601"/>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Rectángulo: esquinas redondeadas 29">
            <a:extLst>
              <a:ext uri="{FF2B5EF4-FFF2-40B4-BE49-F238E27FC236}">
                <a16:creationId xmlns:a16="http://schemas.microsoft.com/office/drawing/2014/main" id="{1D926559-5808-4B3C-B5BC-2BC8DFB5AF9D}"/>
              </a:ext>
            </a:extLst>
          </p:cNvPr>
          <p:cNvSpPr/>
          <p:nvPr/>
        </p:nvSpPr>
        <p:spPr>
          <a:xfrm>
            <a:off x="6958433" y="1745803"/>
            <a:ext cx="20436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1" name="Rectángulo: esquinas redondeadas 30">
            <a:extLst>
              <a:ext uri="{FF2B5EF4-FFF2-40B4-BE49-F238E27FC236}">
                <a16:creationId xmlns:a16="http://schemas.microsoft.com/office/drawing/2014/main" id="{657647C1-0416-4968-AD3C-4F8EA5CD40AB}"/>
              </a:ext>
            </a:extLst>
          </p:cNvPr>
          <p:cNvSpPr/>
          <p:nvPr/>
        </p:nvSpPr>
        <p:spPr>
          <a:xfrm>
            <a:off x="7654857" y="1745802"/>
            <a:ext cx="20436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6" name="Rectángulo: esquinas redondeadas 25">
            <a:extLst>
              <a:ext uri="{FF2B5EF4-FFF2-40B4-BE49-F238E27FC236}">
                <a16:creationId xmlns:a16="http://schemas.microsoft.com/office/drawing/2014/main" id="{85B44C18-00D6-4662-A9D9-B75D85CC850D}"/>
              </a:ext>
            </a:extLst>
          </p:cNvPr>
          <p:cNvSpPr/>
          <p:nvPr/>
        </p:nvSpPr>
        <p:spPr>
          <a:xfrm>
            <a:off x="1595120" y="1788160"/>
            <a:ext cx="254000"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0" y="1022657"/>
            <a:ext cx="8128000" cy="646927"/>
          </a:xfrm>
        </p:spPr>
        <p:txBody>
          <a:bodyPr>
            <a:normAutofit/>
          </a:bodyPr>
          <a:lstStyle/>
          <a:p>
            <a:r>
              <a:rPr lang="es-419" sz="1800"/>
              <a:t>1. Colocar el denominador ordenado de mayor a menor según las potencias del polinomio.</a:t>
            </a: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8"/>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9"/>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1"/>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2"/>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3"/>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1"/>
            </p:custDataLst>
          </p:nvPr>
        </p:nvPicPr>
        <p:blipFill>
          <a:blip r:embed="rId14">
            <a:extLst>
              <a:ext uri="{28A0092B-C50C-407E-A947-70E740481C1C}">
                <a14:useLocalDpi xmlns:a14="http://schemas.microsoft.com/office/drawing/2010/main" val="0"/>
              </a:ext>
            </a:extLst>
          </a:blip>
          <a:stretch>
            <a:fillRect/>
          </a:stretch>
        </p:blipFill>
        <p:spPr>
          <a:xfrm>
            <a:off x="473143" y="1885531"/>
            <a:ext cx="7181714" cy="272762"/>
          </a:xfrm>
          <a:prstGeom prst="rect">
            <a:avLst/>
          </a:prstGeom>
        </p:spPr>
      </p:pic>
      <p:pic>
        <p:nvPicPr>
          <p:cNvPr id="20" name="Imagen 19">
            <a:extLst>
              <a:ext uri="{FF2B5EF4-FFF2-40B4-BE49-F238E27FC236}">
                <a16:creationId xmlns:a16="http://schemas.microsoft.com/office/drawing/2014/main" id="{C45ED7A9-3749-4EA2-A67E-9234F2E4C6ED}"/>
              </a:ext>
            </a:extLst>
          </p:cNvPr>
          <p:cNvPicPr>
            <a:picLocks noChangeAspect="1"/>
          </p:cNvPicPr>
          <p:nvPr>
            <p:custDataLst>
              <p:tags r:id="rId2"/>
            </p:custDataLst>
          </p:nvPr>
        </p:nvPicPr>
        <p:blipFill>
          <a:blip r:embed="rId15">
            <a:extLst>
              <a:ext uri="{28A0092B-C50C-407E-A947-70E740481C1C}">
                <a14:useLocalDpi xmlns:a14="http://schemas.microsoft.com/office/drawing/2010/main" val="0"/>
              </a:ext>
            </a:extLst>
          </a:blip>
          <a:stretch>
            <a:fillRect/>
          </a:stretch>
        </p:blipFill>
        <p:spPr>
          <a:xfrm>
            <a:off x="8420290" y="1307135"/>
            <a:ext cx="3270095" cy="598857"/>
          </a:xfrm>
          <a:prstGeom prst="rect">
            <a:avLst/>
          </a:prstGeom>
        </p:spPr>
      </p:pic>
      <p:pic>
        <p:nvPicPr>
          <p:cNvPr id="24" name="Imagen 23">
            <a:extLst>
              <a:ext uri="{FF2B5EF4-FFF2-40B4-BE49-F238E27FC236}">
                <a16:creationId xmlns:a16="http://schemas.microsoft.com/office/drawing/2014/main" id="{91A17204-4F15-40BE-B881-A49E11D8A483}"/>
              </a:ext>
            </a:extLst>
          </p:cNvPr>
          <p:cNvPicPr>
            <a:picLocks noChangeAspect="1"/>
          </p:cNvPicPr>
          <p:nvPr>
            <p:custDataLst>
              <p:tags r:id="rId3"/>
            </p:custDataLst>
          </p:nvPr>
        </p:nvPicPr>
        <p:blipFill>
          <a:blip r:embed="rId16">
            <a:extLst>
              <a:ext uri="{28A0092B-C50C-407E-A947-70E740481C1C}">
                <a14:useLocalDpi xmlns:a14="http://schemas.microsoft.com/office/drawing/2010/main" val="0"/>
              </a:ext>
            </a:extLst>
          </a:blip>
          <a:stretch>
            <a:fillRect/>
          </a:stretch>
        </p:blipFill>
        <p:spPr>
          <a:xfrm>
            <a:off x="9033846" y="2264296"/>
            <a:ext cx="2008380" cy="236190"/>
          </a:xfrm>
          <a:prstGeom prst="rect">
            <a:avLst/>
          </a:prstGeom>
        </p:spPr>
      </p:pic>
      <p:sp>
        <p:nvSpPr>
          <p:cNvPr id="25" name="Marcador de contenido 2">
            <a:extLst>
              <a:ext uri="{FF2B5EF4-FFF2-40B4-BE49-F238E27FC236}">
                <a16:creationId xmlns:a16="http://schemas.microsoft.com/office/drawing/2014/main" id="{CB813207-9F32-43D1-9665-AC079F0792C9}"/>
              </a:ext>
            </a:extLst>
          </p:cNvPr>
          <p:cNvSpPr txBox="1">
            <a:spLocks/>
          </p:cNvSpPr>
          <p:nvPr/>
        </p:nvSpPr>
        <p:spPr>
          <a:xfrm>
            <a:off x="0" y="2543061"/>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sz="1800"/>
              <a:t>2. </a:t>
            </a:r>
            <a:r>
              <a:rPr lang="es-ES" sz="1800"/>
              <a:t>Construir la tabla de Routh colocando en la primera columna todas las potencias de s</a:t>
            </a:r>
            <a:r>
              <a:rPr lang="es-419" sz="1800"/>
              <a:t>.</a:t>
            </a:r>
          </a:p>
        </p:txBody>
      </p:sp>
      <p:pic>
        <p:nvPicPr>
          <p:cNvPr id="33" name="Imagen 32">
            <a:extLst>
              <a:ext uri="{FF2B5EF4-FFF2-40B4-BE49-F238E27FC236}">
                <a16:creationId xmlns:a16="http://schemas.microsoft.com/office/drawing/2014/main" id="{25205EC9-D315-42B0-A407-09BFB934E577}"/>
              </a:ext>
            </a:extLst>
          </p:cNvPr>
          <p:cNvPicPr>
            <a:picLocks noChangeAspect="1"/>
          </p:cNvPicPr>
          <p:nvPr>
            <p:custDataLst>
              <p:tags r:id="rId4"/>
            </p:custDataLst>
          </p:nvPr>
        </p:nvPicPr>
        <p:blipFill>
          <a:blip r:embed="rId17">
            <a:extLst>
              <a:ext uri="{28A0092B-C50C-407E-A947-70E740481C1C}">
                <a14:useLocalDpi xmlns:a14="http://schemas.microsoft.com/office/drawing/2010/main" val="0"/>
              </a:ext>
            </a:extLst>
          </a:blip>
          <a:stretch>
            <a:fillRect/>
          </a:stretch>
        </p:blipFill>
        <p:spPr>
          <a:xfrm>
            <a:off x="597438" y="3189988"/>
            <a:ext cx="481524" cy="2465524"/>
          </a:xfrm>
          <a:prstGeom prst="rect">
            <a:avLst/>
          </a:prstGeom>
        </p:spPr>
      </p:pic>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219200" y="3058160"/>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08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26" grpId="0" animBg="1"/>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esquinas redondeadas 26">
            <a:extLst>
              <a:ext uri="{FF2B5EF4-FFF2-40B4-BE49-F238E27FC236}">
                <a16:creationId xmlns:a16="http://schemas.microsoft.com/office/drawing/2014/main" id="{283ECC19-3225-47B9-A4D4-34B9E5F36E1E}"/>
              </a:ext>
            </a:extLst>
          </p:cNvPr>
          <p:cNvSpPr/>
          <p:nvPr/>
        </p:nvSpPr>
        <p:spPr>
          <a:xfrm>
            <a:off x="2179884" y="1832517"/>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61A0B5B9-EAFD-402A-A407-E258FB4BB896}"/>
              </a:ext>
            </a:extLst>
          </p:cNvPr>
          <p:cNvSpPr/>
          <p:nvPr/>
        </p:nvSpPr>
        <p:spPr>
          <a:xfrm>
            <a:off x="3529873" y="1802254"/>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Rectángulo: esquinas redondeadas 28">
            <a:extLst>
              <a:ext uri="{FF2B5EF4-FFF2-40B4-BE49-F238E27FC236}">
                <a16:creationId xmlns:a16="http://schemas.microsoft.com/office/drawing/2014/main" id="{A310CBDE-0807-4A2F-8FD2-B79ED988B08A}"/>
              </a:ext>
            </a:extLst>
          </p:cNvPr>
          <p:cNvSpPr/>
          <p:nvPr/>
        </p:nvSpPr>
        <p:spPr>
          <a:xfrm>
            <a:off x="4864950" y="1788493"/>
            <a:ext cx="534103"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Rectángulo: esquinas redondeadas 29">
            <a:extLst>
              <a:ext uri="{FF2B5EF4-FFF2-40B4-BE49-F238E27FC236}">
                <a16:creationId xmlns:a16="http://schemas.microsoft.com/office/drawing/2014/main" id="{1D926559-5808-4B3C-B5BC-2BC8DFB5AF9D}"/>
              </a:ext>
            </a:extLst>
          </p:cNvPr>
          <p:cNvSpPr/>
          <p:nvPr/>
        </p:nvSpPr>
        <p:spPr>
          <a:xfrm>
            <a:off x="6760995" y="1795105"/>
            <a:ext cx="20436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1" name="Rectángulo: esquinas redondeadas 30">
            <a:extLst>
              <a:ext uri="{FF2B5EF4-FFF2-40B4-BE49-F238E27FC236}">
                <a16:creationId xmlns:a16="http://schemas.microsoft.com/office/drawing/2014/main" id="{657647C1-0416-4968-AD3C-4F8EA5CD40AB}"/>
              </a:ext>
            </a:extLst>
          </p:cNvPr>
          <p:cNvSpPr/>
          <p:nvPr/>
        </p:nvSpPr>
        <p:spPr>
          <a:xfrm>
            <a:off x="7433433" y="1803951"/>
            <a:ext cx="20436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6" name="Rectángulo: esquinas redondeadas 25">
            <a:extLst>
              <a:ext uri="{FF2B5EF4-FFF2-40B4-BE49-F238E27FC236}">
                <a16:creationId xmlns:a16="http://schemas.microsoft.com/office/drawing/2014/main" id="{85B44C18-00D6-4662-A9D9-B75D85CC850D}"/>
              </a:ext>
            </a:extLst>
          </p:cNvPr>
          <p:cNvSpPr/>
          <p:nvPr/>
        </p:nvSpPr>
        <p:spPr>
          <a:xfrm>
            <a:off x="1341120" y="1832184"/>
            <a:ext cx="254000"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0" y="1022657"/>
            <a:ext cx="8128000" cy="646927"/>
          </a:xfrm>
        </p:spPr>
        <p:txBody>
          <a:bodyPr>
            <a:normAutofit/>
          </a:bodyPr>
          <a:lstStyle/>
          <a:p>
            <a:r>
              <a:rPr lang="es-419" sz="1800"/>
              <a:t>1. Colocar el denominador ordenado de mayor a menor según las potencias del polinomio.</a:t>
            </a: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8"/>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9"/>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0"/>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1"/>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2"/>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3"/>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1"/>
            </p:custDataLst>
          </p:nvPr>
        </p:nvPicPr>
        <p:blipFill>
          <a:blip r:embed="rId14">
            <a:extLst>
              <a:ext uri="{28A0092B-C50C-407E-A947-70E740481C1C}">
                <a14:useLocalDpi xmlns:a14="http://schemas.microsoft.com/office/drawing/2010/main" val="0"/>
              </a:ext>
            </a:extLst>
          </a:blip>
          <a:stretch>
            <a:fillRect/>
          </a:stretch>
        </p:blipFill>
        <p:spPr>
          <a:xfrm>
            <a:off x="473143" y="1885531"/>
            <a:ext cx="7181714" cy="272762"/>
          </a:xfrm>
          <a:prstGeom prst="rect">
            <a:avLst/>
          </a:prstGeom>
        </p:spPr>
      </p:pic>
      <p:pic>
        <p:nvPicPr>
          <p:cNvPr id="20" name="Imagen 19">
            <a:extLst>
              <a:ext uri="{FF2B5EF4-FFF2-40B4-BE49-F238E27FC236}">
                <a16:creationId xmlns:a16="http://schemas.microsoft.com/office/drawing/2014/main" id="{C45ED7A9-3749-4EA2-A67E-9234F2E4C6ED}"/>
              </a:ext>
            </a:extLst>
          </p:cNvPr>
          <p:cNvPicPr>
            <a:picLocks noChangeAspect="1"/>
          </p:cNvPicPr>
          <p:nvPr>
            <p:custDataLst>
              <p:tags r:id="rId2"/>
            </p:custDataLst>
          </p:nvPr>
        </p:nvPicPr>
        <p:blipFill>
          <a:blip r:embed="rId15">
            <a:extLst>
              <a:ext uri="{28A0092B-C50C-407E-A947-70E740481C1C}">
                <a14:useLocalDpi xmlns:a14="http://schemas.microsoft.com/office/drawing/2010/main" val="0"/>
              </a:ext>
            </a:extLst>
          </a:blip>
          <a:stretch>
            <a:fillRect/>
          </a:stretch>
        </p:blipFill>
        <p:spPr>
          <a:xfrm>
            <a:off x="8420290" y="1307135"/>
            <a:ext cx="3270095" cy="598857"/>
          </a:xfrm>
          <a:prstGeom prst="rect">
            <a:avLst/>
          </a:prstGeom>
        </p:spPr>
      </p:pic>
      <p:pic>
        <p:nvPicPr>
          <p:cNvPr id="24" name="Imagen 23">
            <a:extLst>
              <a:ext uri="{FF2B5EF4-FFF2-40B4-BE49-F238E27FC236}">
                <a16:creationId xmlns:a16="http://schemas.microsoft.com/office/drawing/2014/main" id="{91A17204-4F15-40BE-B881-A49E11D8A483}"/>
              </a:ext>
            </a:extLst>
          </p:cNvPr>
          <p:cNvPicPr>
            <a:picLocks noChangeAspect="1"/>
          </p:cNvPicPr>
          <p:nvPr>
            <p:custDataLst>
              <p:tags r:id="rId3"/>
            </p:custDataLst>
          </p:nvPr>
        </p:nvPicPr>
        <p:blipFill>
          <a:blip r:embed="rId16">
            <a:extLst>
              <a:ext uri="{28A0092B-C50C-407E-A947-70E740481C1C}">
                <a14:useLocalDpi xmlns:a14="http://schemas.microsoft.com/office/drawing/2010/main" val="0"/>
              </a:ext>
            </a:extLst>
          </a:blip>
          <a:stretch>
            <a:fillRect/>
          </a:stretch>
        </p:blipFill>
        <p:spPr>
          <a:xfrm>
            <a:off x="9033846" y="2264296"/>
            <a:ext cx="2008380" cy="236190"/>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0" y="2543061"/>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sz="1800"/>
              <a:t>2. </a:t>
            </a:r>
            <a:r>
              <a:rPr lang="es-ES" sz="1800"/>
              <a:t>Construir la tabla de Routh colocando en la primera columna todas las potencias de s</a:t>
            </a:r>
            <a:r>
              <a:rPr lang="es-419" sz="1800"/>
              <a:t>.</a:t>
            </a:r>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219200" y="3058160"/>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Marcador de contenido 2 2">
            <a:extLst>
              <a:ext uri="{FF2B5EF4-FFF2-40B4-BE49-F238E27FC236}">
                <a16:creationId xmlns:a16="http://schemas.microsoft.com/office/drawing/2014/main" id="{EC7B3AF4-B784-41C2-8E0E-FB20AEC98905}"/>
              </a:ext>
            </a:extLst>
          </p:cNvPr>
          <p:cNvSpPr txBox="1">
            <a:spLocks/>
          </p:cNvSpPr>
          <p:nvPr/>
        </p:nvSpPr>
        <p:spPr>
          <a:xfrm>
            <a:off x="139166" y="6169411"/>
            <a:ext cx="9665234"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3. Con el </a:t>
            </a:r>
            <a:r>
              <a:rPr lang="es-ES" sz="1800" b="1"/>
              <a:t>polinomio del punto 1</a:t>
            </a:r>
            <a:r>
              <a:rPr lang="es-ES" sz="1800"/>
              <a:t>, podemos completar las </a:t>
            </a:r>
            <a:r>
              <a:rPr lang="es-ES" sz="1800" b="1">
                <a:solidFill>
                  <a:srgbClr val="FF0000"/>
                </a:solidFill>
              </a:rPr>
              <a:t>primeras dos filas </a:t>
            </a:r>
            <a:r>
              <a:rPr lang="es-ES" sz="1800"/>
              <a:t>del punto anterior</a:t>
            </a:r>
            <a:endParaRPr lang="es-419" sz="1800"/>
          </a:p>
        </p:txBody>
      </p:sp>
      <p:pic>
        <p:nvPicPr>
          <p:cNvPr id="36" name="Imagen 35">
            <a:extLst>
              <a:ext uri="{FF2B5EF4-FFF2-40B4-BE49-F238E27FC236}">
                <a16:creationId xmlns:a16="http://schemas.microsoft.com/office/drawing/2014/main" id="{DF7C0AC2-9D7F-47FB-A4FD-808CF1EE9E86}"/>
              </a:ext>
            </a:extLst>
          </p:cNvPr>
          <p:cNvPicPr>
            <a:picLocks noChangeAspect="1"/>
          </p:cNvPicPr>
          <p:nvPr>
            <p:custDataLst>
              <p:tags r:id="rId4"/>
            </p:custDataLst>
          </p:nvPr>
        </p:nvPicPr>
        <p:blipFill>
          <a:blip r:embed="rId17">
            <a:extLst>
              <a:ext uri="{28A0092B-C50C-407E-A947-70E740481C1C}">
                <a14:useLocalDpi xmlns:a14="http://schemas.microsoft.com/office/drawing/2010/main" val="0"/>
              </a:ext>
            </a:extLst>
          </a:blip>
          <a:stretch>
            <a:fillRect/>
          </a:stretch>
        </p:blipFill>
        <p:spPr>
          <a:xfrm>
            <a:off x="597438" y="3189989"/>
            <a:ext cx="3379811" cy="2465525"/>
          </a:xfrm>
          <a:prstGeom prst="rect">
            <a:avLst/>
          </a:prstGeom>
        </p:spPr>
      </p:pic>
      <p:cxnSp>
        <p:nvCxnSpPr>
          <p:cNvPr id="38" name="Conector recto de flecha 37">
            <a:extLst>
              <a:ext uri="{FF2B5EF4-FFF2-40B4-BE49-F238E27FC236}">
                <a16:creationId xmlns:a16="http://schemas.microsoft.com/office/drawing/2014/main" id="{B3D5751B-5C4D-4D2C-B630-7B97E8860890}"/>
              </a:ext>
            </a:extLst>
          </p:cNvPr>
          <p:cNvCxnSpPr>
            <a:cxnSpLocks/>
          </p:cNvCxnSpPr>
          <p:nvPr/>
        </p:nvCxnSpPr>
        <p:spPr>
          <a:xfrm>
            <a:off x="1912112" y="3292856"/>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6EAAEE47-342E-4284-9353-707977276F41}"/>
              </a:ext>
            </a:extLst>
          </p:cNvPr>
          <p:cNvCxnSpPr>
            <a:cxnSpLocks/>
          </p:cNvCxnSpPr>
          <p:nvPr/>
        </p:nvCxnSpPr>
        <p:spPr>
          <a:xfrm flipV="1">
            <a:off x="1915487" y="3292855"/>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198051A4-0D4E-4BCB-A3F2-CB4CB30EF124}"/>
              </a:ext>
            </a:extLst>
          </p:cNvPr>
          <p:cNvCxnSpPr>
            <a:cxnSpLocks/>
          </p:cNvCxnSpPr>
          <p:nvPr/>
        </p:nvCxnSpPr>
        <p:spPr>
          <a:xfrm>
            <a:off x="2710612" y="3331479"/>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3238D318-F7A5-4ACB-A8F6-27ACA388E66E}"/>
              </a:ext>
            </a:extLst>
          </p:cNvPr>
          <p:cNvCxnSpPr>
            <a:cxnSpLocks/>
          </p:cNvCxnSpPr>
          <p:nvPr/>
        </p:nvCxnSpPr>
        <p:spPr>
          <a:xfrm flipV="1">
            <a:off x="2713987" y="3331478"/>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833C9A57-636D-430F-BFE2-B80C3B5BD607}"/>
              </a:ext>
            </a:extLst>
          </p:cNvPr>
          <p:cNvCxnSpPr>
            <a:cxnSpLocks/>
          </p:cNvCxnSpPr>
          <p:nvPr/>
        </p:nvCxnSpPr>
        <p:spPr>
          <a:xfrm>
            <a:off x="3458402" y="3340128"/>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3A6EBE0E-369D-497C-AA81-3891D3D03D06}"/>
              </a:ext>
            </a:extLst>
          </p:cNvPr>
          <p:cNvCxnSpPr>
            <a:cxnSpLocks/>
          </p:cNvCxnSpPr>
          <p:nvPr/>
        </p:nvCxnSpPr>
        <p:spPr>
          <a:xfrm flipV="1">
            <a:off x="3461777" y="3340127"/>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ángulo: esquinas redondeadas 47">
            <a:extLst>
              <a:ext uri="{FF2B5EF4-FFF2-40B4-BE49-F238E27FC236}">
                <a16:creationId xmlns:a16="http://schemas.microsoft.com/office/drawing/2014/main" id="{299D04AA-6069-4FCA-8603-2A1C48C7262D}"/>
              </a:ext>
            </a:extLst>
          </p:cNvPr>
          <p:cNvSpPr/>
          <p:nvPr/>
        </p:nvSpPr>
        <p:spPr>
          <a:xfrm>
            <a:off x="1347105" y="3135399"/>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9" name="Rectángulo: esquinas redondeadas 48">
            <a:extLst>
              <a:ext uri="{FF2B5EF4-FFF2-40B4-BE49-F238E27FC236}">
                <a16:creationId xmlns:a16="http://schemas.microsoft.com/office/drawing/2014/main" id="{B9DDD2E7-F0B8-4488-AFC7-29FF8F62C4AB}"/>
              </a:ext>
            </a:extLst>
          </p:cNvPr>
          <p:cNvSpPr/>
          <p:nvPr/>
        </p:nvSpPr>
        <p:spPr>
          <a:xfrm>
            <a:off x="1347104" y="3532237"/>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0" name="Rectángulo: esquinas redondeadas 49">
            <a:extLst>
              <a:ext uri="{FF2B5EF4-FFF2-40B4-BE49-F238E27FC236}">
                <a16:creationId xmlns:a16="http://schemas.microsoft.com/office/drawing/2014/main" id="{5D0B7DD9-5565-4F33-AFB3-B6C978045AF4}"/>
              </a:ext>
            </a:extLst>
          </p:cNvPr>
          <p:cNvSpPr/>
          <p:nvPr/>
        </p:nvSpPr>
        <p:spPr>
          <a:xfrm>
            <a:off x="2128074" y="3055050"/>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1" name="Rectángulo: esquinas redondeadas 50">
            <a:extLst>
              <a:ext uri="{FF2B5EF4-FFF2-40B4-BE49-F238E27FC236}">
                <a16:creationId xmlns:a16="http://schemas.microsoft.com/office/drawing/2014/main" id="{C9811557-0C98-42CB-A5F9-9D5F37622E24}"/>
              </a:ext>
            </a:extLst>
          </p:cNvPr>
          <p:cNvSpPr/>
          <p:nvPr/>
        </p:nvSpPr>
        <p:spPr>
          <a:xfrm>
            <a:off x="2109887" y="3490361"/>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2" name="Rectángulo: esquinas redondeadas 51">
            <a:extLst>
              <a:ext uri="{FF2B5EF4-FFF2-40B4-BE49-F238E27FC236}">
                <a16:creationId xmlns:a16="http://schemas.microsoft.com/office/drawing/2014/main" id="{891DB171-5AFC-436A-8D59-E8C9CE500051}"/>
              </a:ext>
            </a:extLst>
          </p:cNvPr>
          <p:cNvSpPr/>
          <p:nvPr/>
        </p:nvSpPr>
        <p:spPr>
          <a:xfrm>
            <a:off x="2914475" y="3065668"/>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3" name="Rectángulo: esquinas redondeadas 52">
            <a:extLst>
              <a:ext uri="{FF2B5EF4-FFF2-40B4-BE49-F238E27FC236}">
                <a16:creationId xmlns:a16="http://schemas.microsoft.com/office/drawing/2014/main" id="{2F2F965D-F2B5-4DB8-B272-99664169AD58}"/>
              </a:ext>
            </a:extLst>
          </p:cNvPr>
          <p:cNvSpPr/>
          <p:nvPr/>
        </p:nvSpPr>
        <p:spPr>
          <a:xfrm>
            <a:off x="2902570" y="3532237"/>
            <a:ext cx="534103" cy="3708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4" name="Rectángulo: esquinas redondeadas 53">
            <a:extLst>
              <a:ext uri="{FF2B5EF4-FFF2-40B4-BE49-F238E27FC236}">
                <a16:creationId xmlns:a16="http://schemas.microsoft.com/office/drawing/2014/main" id="{0AFB5AAA-56AF-4CE1-B5DF-697B2C1AD8A4}"/>
              </a:ext>
            </a:extLst>
          </p:cNvPr>
          <p:cNvSpPr/>
          <p:nvPr/>
        </p:nvSpPr>
        <p:spPr>
          <a:xfrm>
            <a:off x="3688170" y="3094883"/>
            <a:ext cx="534103" cy="732173"/>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473143" y="3729816"/>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964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5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5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5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0" nodeType="clickEffect">
                                  <p:stCondLst>
                                    <p:cond delay="0"/>
                                  </p:stCondLst>
                                  <p:childTnLst>
                                    <p:set>
                                      <p:cBhvr>
                                        <p:cTn id="80" dur="1" fill="hold">
                                          <p:stCondLst>
                                            <p:cond delay="0"/>
                                          </p:stCondLst>
                                        </p:cTn>
                                        <p:tgtEl>
                                          <p:spTgt spid="54"/>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55"/>
                                        </p:tgtEl>
                                        <p:attrNameLst>
                                          <p:attrName>style.visibility</p:attrName>
                                        </p:attrNameLst>
                                      </p:cBhvr>
                                      <p:to>
                                        <p:strVal val="visible"/>
                                      </p:to>
                                    </p:set>
                                    <p:animEffect transition="in" filter="fade">
                                      <p:cBhvr>
                                        <p:cTn id="85" dur="500"/>
                                        <p:tgtEl>
                                          <p:spTgt spid="55"/>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nodeType="clickEffect">
                                  <p:stCondLst>
                                    <p:cond delay="0"/>
                                  </p:stCondLst>
                                  <p:childTnLst>
                                    <p:set>
                                      <p:cBhvr>
                                        <p:cTn id="89" dur="1" fill="hold">
                                          <p:stCondLst>
                                            <p:cond delay="0"/>
                                          </p:stCondLst>
                                        </p:cTn>
                                        <p:tgtEl>
                                          <p:spTgt spid="38"/>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39"/>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4"/>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45"/>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46"/>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26" grpId="0" animBg="1"/>
      <p:bldP spid="32" grpId="0"/>
      <p:bldP spid="48" grpId="0" animBg="1"/>
      <p:bldP spid="49" grpId="0" animBg="1"/>
      <p:bldP spid="50" grpId="0" animBg="1"/>
      <p:bldP spid="51" grpId="0" animBg="1"/>
      <p:bldP spid="52" grpId="0" animBg="1"/>
      <p:bldP spid="53" grpId="0" animBg="1"/>
      <p:bldP spid="5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6"/>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7"/>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8"/>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9"/>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0"/>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1"/>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1"/>
            </p:custDataLst>
          </p:nvPr>
        </p:nvPicPr>
        <p:blipFill>
          <a:blip r:embed="rId12">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6" name="Imagen 35">
            <a:extLst>
              <a:ext uri="{FF2B5EF4-FFF2-40B4-BE49-F238E27FC236}">
                <a16:creationId xmlns:a16="http://schemas.microsoft.com/office/drawing/2014/main" id="{DF7C0AC2-9D7F-47FB-A4FD-808CF1EE9E86}"/>
              </a:ext>
            </a:extLst>
          </p:cNvPr>
          <p:cNvPicPr>
            <a:picLocks noChangeAspect="1"/>
          </p:cNvPicPr>
          <p:nvPr>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838200" y="2034613"/>
            <a:ext cx="3379811" cy="2465525"/>
          </a:xfrm>
          <a:prstGeom prst="rect">
            <a:avLst/>
          </a:prstGeom>
        </p:spPr>
      </p:pic>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74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3862F033-44D9-4144-91A8-BEB934CED250}"/>
              </a:ext>
            </a:extLst>
          </p:cNvPr>
          <p:cNvSpPr/>
          <p:nvPr/>
        </p:nvSpPr>
        <p:spPr>
          <a:xfrm>
            <a:off x="2361621" y="1926840"/>
            <a:ext cx="574731" cy="646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6"/>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7"/>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8"/>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0"/>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1"/>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2"/>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1"/>
            </p:custDataLst>
          </p:nvPr>
        </p:nvPicPr>
        <p:blipFill>
          <a:blip r:embed="rId13">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sp>
        <p:nvSpPr>
          <p:cNvPr id="28" name="Rectángulo: esquinas redondeadas 27">
            <a:extLst>
              <a:ext uri="{FF2B5EF4-FFF2-40B4-BE49-F238E27FC236}">
                <a16:creationId xmlns:a16="http://schemas.microsoft.com/office/drawing/2014/main" id="{DB5E2058-B7B3-474A-9966-770EEA94A725}"/>
              </a:ext>
            </a:extLst>
          </p:cNvPr>
          <p:cNvSpPr/>
          <p:nvPr/>
        </p:nvSpPr>
        <p:spPr>
          <a:xfrm>
            <a:off x="1689475" y="2600960"/>
            <a:ext cx="337103" cy="27648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2"/>
            </p:custDataLst>
          </p:nvPr>
        </p:nvPicPr>
        <p:blipFill>
          <a:blip r:embed="rId14">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3"/>
            </p:custDataLst>
          </p:nvPr>
        </p:nvPicPr>
        <p:blipFill>
          <a:blip r:embed="rId15">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0" name="Rectángulo: esquinas redondeadas 29">
            <a:extLst>
              <a:ext uri="{FF2B5EF4-FFF2-40B4-BE49-F238E27FC236}">
                <a16:creationId xmlns:a16="http://schemas.microsoft.com/office/drawing/2014/main" id="{52C63F80-B6C0-4FCE-90C0-F6C94DAE86AF}"/>
              </a:ext>
            </a:extLst>
          </p:cNvPr>
          <p:cNvSpPr/>
          <p:nvPr/>
        </p:nvSpPr>
        <p:spPr>
          <a:xfrm>
            <a:off x="7280740" y="2783840"/>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1" name="Conector recto de flecha 30">
            <a:extLst>
              <a:ext uri="{FF2B5EF4-FFF2-40B4-BE49-F238E27FC236}">
                <a16:creationId xmlns:a16="http://schemas.microsoft.com/office/drawing/2014/main" id="{BEB5BEC2-4FBD-48BA-8DD1-B653182CB852}"/>
              </a:ext>
            </a:extLst>
          </p:cNvPr>
          <p:cNvCxnSpPr>
            <a:cxnSpLocks/>
          </p:cNvCxnSpPr>
          <p:nvPr/>
        </p:nvCxnSpPr>
        <p:spPr>
          <a:xfrm flipV="1">
            <a:off x="2093552" y="2204925"/>
            <a:ext cx="292962" cy="30827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esquinas redondeadas 32">
            <a:extLst>
              <a:ext uri="{FF2B5EF4-FFF2-40B4-BE49-F238E27FC236}">
                <a16:creationId xmlns:a16="http://schemas.microsoft.com/office/drawing/2014/main" id="{5AE2C687-C84F-49C3-93A5-D1B668B33BC1}"/>
              </a:ext>
            </a:extLst>
          </p:cNvPr>
          <p:cNvSpPr/>
          <p:nvPr/>
        </p:nvSpPr>
        <p:spPr>
          <a:xfrm>
            <a:off x="8464071" y="2769254"/>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4" name="Conector recto de flecha 33">
            <a:extLst>
              <a:ext uri="{FF2B5EF4-FFF2-40B4-BE49-F238E27FC236}">
                <a16:creationId xmlns:a16="http://schemas.microsoft.com/office/drawing/2014/main" id="{0C4DD4ED-9F74-4A53-939E-A5E93ABB8F56}"/>
              </a:ext>
            </a:extLst>
          </p:cNvPr>
          <p:cNvCxnSpPr>
            <a:cxnSpLocks/>
          </p:cNvCxnSpPr>
          <p:nvPr/>
        </p:nvCxnSpPr>
        <p:spPr>
          <a:xfrm>
            <a:off x="2081725" y="2225076"/>
            <a:ext cx="255075" cy="2641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ángulo: esquinas redondeadas 38">
            <a:extLst>
              <a:ext uri="{FF2B5EF4-FFF2-40B4-BE49-F238E27FC236}">
                <a16:creationId xmlns:a16="http://schemas.microsoft.com/office/drawing/2014/main" id="{EA3C2838-C835-4EBF-BCCA-C85F7C35DF26}"/>
              </a:ext>
            </a:extLst>
          </p:cNvPr>
          <p:cNvSpPr/>
          <p:nvPr/>
        </p:nvSpPr>
        <p:spPr>
          <a:xfrm>
            <a:off x="7869796" y="3155106"/>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8" name="Elipse 37">
            <a:extLst>
              <a:ext uri="{FF2B5EF4-FFF2-40B4-BE49-F238E27FC236}">
                <a16:creationId xmlns:a16="http://schemas.microsoft.com/office/drawing/2014/main" id="{E0EE0BF1-1BDA-4221-89BF-2E07E4F10186}"/>
              </a:ext>
            </a:extLst>
          </p:cNvPr>
          <p:cNvSpPr/>
          <p:nvPr/>
        </p:nvSpPr>
        <p:spPr>
          <a:xfrm>
            <a:off x="1497958" y="2343775"/>
            <a:ext cx="661029" cy="2066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41" name="Conector recto 40">
            <a:extLst>
              <a:ext uri="{FF2B5EF4-FFF2-40B4-BE49-F238E27FC236}">
                <a16:creationId xmlns:a16="http://schemas.microsoft.com/office/drawing/2014/main" id="{62AD723E-B036-4732-9F89-6F3421438243}"/>
              </a:ext>
            </a:extLst>
          </p:cNvPr>
          <p:cNvCxnSpPr>
            <a:cxnSpLocks/>
          </p:cNvCxnSpPr>
          <p:nvPr/>
        </p:nvCxnSpPr>
        <p:spPr>
          <a:xfrm flipV="1">
            <a:off x="1584257" y="1967057"/>
            <a:ext cx="0" cy="56649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E376DF8B-336E-4FD8-97D1-E9DBC3F8AA5F}"/>
              </a:ext>
            </a:extLst>
          </p:cNvPr>
          <p:cNvCxnSpPr>
            <a:cxnSpLocks/>
          </p:cNvCxnSpPr>
          <p:nvPr/>
        </p:nvCxnSpPr>
        <p:spPr>
          <a:xfrm flipV="1">
            <a:off x="2966129" y="2007275"/>
            <a:ext cx="0" cy="56649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784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39"/>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7" grpId="0" animBg="1"/>
      <p:bldP spid="28" grpId="0" animBg="1"/>
      <p:bldP spid="24" grpId="0" animBg="1"/>
      <p:bldP spid="30" grpId="0" animBg="1"/>
      <p:bldP spid="33" grpId="0" animBg="1"/>
      <p:bldP spid="39"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3862F033-44D9-4144-91A8-BEB934CED250}"/>
              </a:ext>
            </a:extLst>
          </p:cNvPr>
          <p:cNvSpPr/>
          <p:nvPr/>
        </p:nvSpPr>
        <p:spPr>
          <a:xfrm>
            <a:off x="3157993" y="1913843"/>
            <a:ext cx="574731" cy="646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DB5E2058-B7B3-474A-9966-770EEA94A725}"/>
              </a:ext>
            </a:extLst>
          </p:cNvPr>
          <p:cNvSpPr/>
          <p:nvPr/>
        </p:nvSpPr>
        <p:spPr>
          <a:xfrm>
            <a:off x="2480434" y="2623161"/>
            <a:ext cx="337103" cy="27648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pic>
        <p:nvPicPr>
          <p:cNvPr id="19" name="Imagen 18">
            <a:extLst>
              <a:ext uri="{FF2B5EF4-FFF2-40B4-BE49-F238E27FC236}">
                <a16:creationId xmlns:a16="http://schemas.microsoft.com/office/drawing/2014/main" id="{78A5FF74-49F3-4354-A005-BBEA4D0F2A93}"/>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6756635" y="3703344"/>
            <a:ext cx="2752000" cy="495238"/>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10"/>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11"/>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2"/>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3"/>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4"/>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5"/>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3"/>
            </p:custDataLst>
          </p:nvPr>
        </p:nvPicPr>
        <p:blipFill>
          <a:blip r:embed="rId16">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4"/>
            </p:custDataLst>
          </p:nvPr>
        </p:nvPicPr>
        <p:blipFill>
          <a:blip r:embed="rId17">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0" name="Rectángulo: esquinas redondeadas 29">
            <a:extLst>
              <a:ext uri="{FF2B5EF4-FFF2-40B4-BE49-F238E27FC236}">
                <a16:creationId xmlns:a16="http://schemas.microsoft.com/office/drawing/2014/main" id="{52C63F80-B6C0-4FCE-90C0-F6C94DAE86AF}"/>
              </a:ext>
            </a:extLst>
          </p:cNvPr>
          <p:cNvSpPr/>
          <p:nvPr/>
        </p:nvSpPr>
        <p:spPr>
          <a:xfrm>
            <a:off x="7300021" y="3599003"/>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1" name="Conector recto de flecha 30">
            <a:extLst>
              <a:ext uri="{FF2B5EF4-FFF2-40B4-BE49-F238E27FC236}">
                <a16:creationId xmlns:a16="http://schemas.microsoft.com/office/drawing/2014/main" id="{BEB5BEC2-4FBD-48BA-8DD1-B653182CB852}"/>
              </a:ext>
            </a:extLst>
          </p:cNvPr>
          <p:cNvCxnSpPr>
            <a:cxnSpLocks/>
          </p:cNvCxnSpPr>
          <p:nvPr/>
        </p:nvCxnSpPr>
        <p:spPr>
          <a:xfrm flipV="1">
            <a:off x="2093552" y="2161451"/>
            <a:ext cx="1008210" cy="35175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esquinas redondeadas 32">
            <a:extLst>
              <a:ext uri="{FF2B5EF4-FFF2-40B4-BE49-F238E27FC236}">
                <a16:creationId xmlns:a16="http://schemas.microsoft.com/office/drawing/2014/main" id="{5AE2C687-C84F-49C3-93A5-D1B668B33BC1}"/>
              </a:ext>
            </a:extLst>
          </p:cNvPr>
          <p:cNvSpPr/>
          <p:nvPr/>
        </p:nvSpPr>
        <p:spPr>
          <a:xfrm>
            <a:off x="8390346" y="3622719"/>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4" name="Conector recto de flecha 33">
            <a:extLst>
              <a:ext uri="{FF2B5EF4-FFF2-40B4-BE49-F238E27FC236}">
                <a16:creationId xmlns:a16="http://schemas.microsoft.com/office/drawing/2014/main" id="{0C4DD4ED-9F74-4A53-939E-A5E93ABB8F56}"/>
              </a:ext>
            </a:extLst>
          </p:cNvPr>
          <p:cNvCxnSpPr>
            <a:cxnSpLocks/>
          </p:cNvCxnSpPr>
          <p:nvPr/>
        </p:nvCxnSpPr>
        <p:spPr>
          <a:xfrm>
            <a:off x="2081725" y="2225076"/>
            <a:ext cx="989970" cy="21829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ángulo: esquinas redondeadas 38">
            <a:extLst>
              <a:ext uri="{FF2B5EF4-FFF2-40B4-BE49-F238E27FC236}">
                <a16:creationId xmlns:a16="http://schemas.microsoft.com/office/drawing/2014/main" id="{EA3C2838-C835-4EBF-BCCA-C85F7C35DF26}"/>
              </a:ext>
            </a:extLst>
          </p:cNvPr>
          <p:cNvSpPr/>
          <p:nvPr/>
        </p:nvSpPr>
        <p:spPr>
          <a:xfrm>
            <a:off x="7809941" y="3971104"/>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8" name="Elipse 37">
            <a:extLst>
              <a:ext uri="{FF2B5EF4-FFF2-40B4-BE49-F238E27FC236}">
                <a16:creationId xmlns:a16="http://schemas.microsoft.com/office/drawing/2014/main" id="{E0EE0BF1-1BDA-4221-89BF-2E07E4F10186}"/>
              </a:ext>
            </a:extLst>
          </p:cNvPr>
          <p:cNvSpPr/>
          <p:nvPr/>
        </p:nvSpPr>
        <p:spPr>
          <a:xfrm>
            <a:off x="1516194" y="2354107"/>
            <a:ext cx="661029" cy="2066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307727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30" grpId="0" animBg="1"/>
      <p:bldP spid="33" grpId="0" animBg="1"/>
      <p:bldP spid="39" grpId="0" animBg="1"/>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3862F033-44D9-4144-91A8-BEB934CED250}"/>
              </a:ext>
            </a:extLst>
          </p:cNvPr>
          <p:cNvSpPr/>
          <p:nvPr/>
        </p:nvSpPr>
        <p:spPr>
          <a:xfrm>
            <a:off x="2372561" y="2319271"/>
            <a:ext cx="574731" cy="646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DB5E2058-B7B3-474A-9966-770EEA94A725}"/>
              </a:ext>
            </a:extLst>
          </p:cNvPr>
          <p:cNvSpPr/>
          <p:nvPr/>
        </p:nvSpPr>
        <p:spPr>
          <a:xfrm>
            <a:off x="1689475" y="2913897"/>
            <a:ext cx="337103" cy="27648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pic>
        <p:nvPicPr>
          <p:cNvPr id="20" name="Imagen 19">
            <a:extLst>
              <a:ext uri="{FF2B5EF4-FFF2-40B4-BE49-F238E27FC236}">
                <a16:creationId xmlns:a16="http://schemas.microsoft.com/office/drawing/2014/main" id="{F85804EC-AA95-46EA-A2AF-57D95910A115}"/>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6765322" y="4401110"/>
            <a:ext cx="2396952" cy="557714"/>
          </a:xfrm>
          <a:prstGeom prst="rect">
            <a:avLst/>
          </a:prstGeom>
        </p:spPr>
      </p:pic>
      <p:pic>
        <p:nvPicPr>
          <p:cNvPr id="19" name="Imagen 18">
            <a:extLst>
              <a:ext uri="{FF2B5EF4-FFF2-40B4-BE49-F238E27FC236}">
                <a16:creationId xmlns:a16="http://schemas.microsoft.com/office/drawing/2014/main" id="{78A5FF74-49F3-4354-A005-BBEA4D0F2A93}"/>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6756635" y="3703344"/>
            <a:ext cx="2752000" cy="495238"/>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11"/>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12"/>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13"/>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4"/>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5"/>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6"/>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7"/>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4"/>
            </p:custDataLst>
          </p:nvPr>
        </p:nvPicPr>
        <p:blipFill>
          <a:blip r:embed="rId18">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5"/>
            </p:custDataLst>
          </p:nvPr>
        </p:nvPicPr>
        <p:blipFill>
          <a:blip r:embed="rId19">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0" name="Rectángulo: esquinas redondeadas 29">
            <a:extLst>
              <a:ext uri="{FF2B5EF4-FFF2-40B4-BE49-F238E27FC236}">
                <a16:creationId xmlns:a16="http://schemas.microsoft.com/office/drawing/2014/main" id="{52C63F80-B6C0-4FCE-90C0-F6C94DAE86AF}"/>
              </a:ext>
            </a:extLst>
          </p:cNvPr>
          <p:cNvSpPr/>
          <p:nvPr/>
        </p:nvSpPr>
        <p:spPr>
          <a:xfrm>
            <a:off x="7250796" y="4345142"/>
            <a:ext cx="877204"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1" name="Conector recto de flecha 30">
            <a:extLst>
              <a:ext uri="{FF2B5EF4-FFF2-40B4-BE49-F238E27FC236}">
                <a16:creationId xmlns:a16="http://schemas.microsoft.com/office/drawing/2014/main" id="{BEB5BEC2-4FBD-48BA-8DD1-B653182CB852}"/>
              </a:ext>
            </a:extLst>
          </p:cNvPr>
          <p:cNvCxnSpPr>
            <a:cxnSpLocks/>
          </p:cNvCxnSpPr>
          <p:nvPr/>
        </p:nvCxnSpPr>
        <p:spPr>
          <a:xfrm flipV="1">
            <a:off x="2037190" y="2505258"/>
            <a:ext cx="416191" cy="27495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esquinas redondeadas 32">
            <a:extLst>
              <a:ext uri="{FF2B5EF4-FFF2-40B4-BE49-F238E27FC236}">
                <a16:creationId xmlns:a16="http://schemas.microsoft.com/office/drawing/2014/main" id="{5AE2C687-C84F-49C3-93A5-D1B668B33BC1}"/>
              </a:ext>
            </a:extLst>
          </p:cNvPr>
          <p:cNvSpPr/>
          <p:nvPr/>
        </p:nvSpPr>
        <p:spPr>
          <a:xfrm>
            <a:off x="8141322" y="4345142"/>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4" name="Conector recto de flecha 33">
            <a:extLst>
              <a:ext uri="{FF2B5EF4-FFF2-40B4-BE49-F238E27FC236}">
                <a16:creationId xmlns:a16="http://schemas.microsoft.com/office/drawing/2014/main" id="{0C4DD4ED-9F74-4A53-939E-A5E93ABB8F56}"/>
              </a:ext>
            </a:extLst>
          </p:cNvPr>
          <p:cNvCxnSpPr>
            <a:cxnSpLocks/>
          </p:cNvCxnSpPr>
          <p:nvPr/>
        </p:nvCxnSpPr>
        <p:spPr>
          <a:xfrm>
            <a:off x="2067149" y="2469538"/>
            <a:ext cx="389675" cy="28110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ángulo: esquinas redondeadas 38">
            <a:extLst>
              <a:ext uri="{FF2B5EF4-FFF2-40B4-BE49-F238E27FC236}">
                <a16:creationId xmlns:a16="http://schemas.microsoft.com/office/drawing/2014/main" id="{EA3C2838-C835-4EBF-BCCA-C85F7C35DF26}"/>
              </a:ext>
            </a:extLst>
          </p:cNvPr>
          <p:cNvSpPr/>
          <p:nvPr/>
        </p:nvSpPr>
        <p:spPr>
          <a:xfrm>
            <a:off x="7772002" y="4740898"/>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8" name="Elipse 37">
            <a:extLst>
              <a:ext uri="{FF2B5EF4-FFF2-40B4-BE49-F238E27FC236}">
                <a16:creationId xmlns:a16="http://schemas.microsoft.com/office/drawing/2014/main" id="{E0EE0BF1-1BDA-4221-89BF-2E07E4F10186}"/>
              </a:ext>
            </a:extLst>
          </p:cNvPr>
          <p:cNvSpPr/>
          <p:nvPr/>
        </p:nvSpPr>
        <p:spPr>
          <a:xfrm>
            <a:off x="1527511" y="2647313"/>
            <a:ext cx="661029" cy="2066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9095828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30" grpId="0" animBg="1"/>
      <p:bldP spid="33" grpId="0" animBg="1"/>
      <p:bldP spid="39" grpId="0" animBg="1"/>
      <p:bldP spid="3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ángulo: esquinas redondeadas 28">
            <a:extLst>
              <a:ext uri="{FF2B5EF4-FFF2-40B4-BE49-F238E27FC236}">
                <a16:creationId xmlns:a16="http://schemas.microsoft.com/office/drawing/2014/main" id="{3862F033-44D9-4144-91A8-BEB934CED250}"/>
              </a:ext>
            </a:extLst>
          </p:cNvPr>
          <p:cNvSpPr/>
          <p:nvPr/>
        </p:nvSpPr>
        <p:spPr>
          <a:xfrm>
            <a:off x="3140934" y="2286627"/>
            <a:ext cx="574731" cy="646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DB5E2058-B7B3-474A-9966-770EEA94A725}"/>
              </a:ext>
            </a:extLst>
          </p:cNvPr>
          <p:cNvSpPr/>
          <p:nvPr/>
        </p:nvSpPr>
        <p:spPr>
          <a:xfrm>
            <a:off x="2457244" y="2917921"/>
            <a:ext cx="337103" cy="276480"/>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pic>
        <p:nvPicPr>
          <p:cNvPr id="22" name="Imagen 21">
            <a:extLst>
              <a:ext uri="{FF2B5EF4-FFF2-40B4-BE49-F238E27FC236}">
                <a16:creationId xmlns:a16="http://schemas.microsoft.com/office/drawing/2014/main" id="{0675AC10-A116-419D-A145-8A15605546CC}"/>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6756635" y="5188819"/>
            <a:ext cx="2396952" cy="557714"/>
          </a:xfrm>
          <a:prstGeom prst="rect">
            <a:avLst/>
          </a:prstGeom>
        </p:spPr>
      </p:pic>
      <p:pic>
        <p:nvPicPr>
          <p:cNvPr id="20" name="Imagen 19">
            <a:extLst>
              <a:ext uri="{FF2B5EF4-FFF2-40B4-BE49-F238E27FC236}">
                <a16:creationId xmlns:a16="http://schemas.microsoft.com/office/drawing/2014/main" id="{F85804EC-AA95-46EA-A2AF-57D95910A115}"/>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765322" y="4401110"/>
            <a:ext cx="2396952" cy="557714"/>
          </a:xfrm>
          <a:prstGeom prst="rect">
            <a:avLst/>
          </a:prstGeom>
        </p:spPr>
      </p:pic>
      <p:pic>
        <p:nvPicPr>
          <p:cNvPr id="19" name="Imagen 18">
            <a:extLst>
              <a:ext uri="{FF2B5EF4-FFF2-40B4-BE49-F238E27FC236}">
                <a16:creationId xmlns:a16="http://schemas.microsoft.com/office/drawing/2014/main" id="{78A5FF74-49F3-4354-A005-BBEA4D0F2A93}"/>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6756635" y="3703344"/>
            <a:ext cx="2752000" cy="495238"/>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13"/>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14"/>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15"/>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6"/>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7"/>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8"/>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9"/>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5"/>
            </p:custDataLst>
          </p:nvPr>
        </p:nvPicPr>
        <p:blipFill>
          <a:blip r:embed="rId20">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6"/>
            </p:custDataLst>
          </p:nvPr>
        </p:nvPicPr>
        <p:blipFill>
          <a:blip r:embed="rId21">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0" name="Rectángulo: esquinas redondeadas 29">
            <a:extLst>
              <a:ext uri="{FF2B5EF4-FFF2-40B4-BE49-F238E27FC236}">
                <a16:creationId xmlns:a16="http://schemas.microsoft.com/office/drawing/2014/main" id="{52C63F80-B6C0-4FCE-90C0-F6C94DAE86AF}"/>
              </a:ext>
            </a:extLst>
          </p:cNvPr>
          <p:cNvSpPr/>
          <p:nvPr/>
        </p:nvSpPr>
        <p:spPr>
          <a:xfrm>
            <a:off x="7270074" y="5153419"/>
            <a:ext cx="877204"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1" name="Conector recto de flecha 30">
            <a:extLst>
              <a:ext uri="{FF2B5EF4-FFF2-40B4-BE49-F238E27FC236}">
                <a16:creationId xmlns:a16="http://schemas.microsoft.com/office/drawing/2014/main" id="{BEB5BEC2-4FBD-48BA-8DD1-B653182CB852}"/>
              </a:ext>
            </a:extLst>
          </p:cNvPr>
          <p:cNvCxnSpPr>
            <a:cxnSpLocks/>
          </p:cNvCxnSpPr>
          <p:nvPr/>
        </p:nvCxnSpPr>
        <p:spPr>
          <a:xfrm flipV="1">
            <a:off x="2037190" y="2469538"/>
            <a:ext cx="1205684" cy="31067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Rectángulo: esquinas redondeadas 32">
            <a:extLst>
              <a:ext uri="{FF2B5EF4-FFF2-40B4-BE49-F238E27FC236}">
                <a16:creationId xmlns:a16="http://schemas.microsoft.com/office/drawing/2014/main" id="{5AE2C687-C84F-49C3-93A5-D1B668B33BC1}"/>
              </a:ext>
            </a:extLst>
          </p:cNvPr>
          <p:cNvSpPr/>
          <p:nvPr/>
        </p:nvSpPr>
        <p:spPr>
          <a:xfrm>
            <a:off x="8132635" y="5152452"/>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4" name="Conector recto de flecha 33">
            <a:extLst>
              <a:ext uri="{FF2B5EF4-FFF2-40B4-BE49-F238E27FC236}">
                <a16:creationId xmlns:a16="http://schemas.microsoft.com/office/drawing/2014/main" id="{0C4DD4ED-9F74-4A53-939E-A5E93ABB8F56}"/>
              </a:ext>
            </a:extLst>
          </p:cNvPr>
          <p:cNvCxnSpPr>
            <a:cxnSpLocks/>
          </p:cNvCxnSpPr>
          <p:nvPr/>
        </p:nvCxnSpPr>
        <p:spPr>
          <a:xfrm>
            <a:off x="2067149" y="2469538"/>
            <a:ext cx="1166313" cy="30941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ángulo: esquinas redondeadas 38">
            <a:extLst>
              <a:ext uri="{FF2B5EF4-FFF2-40B4-BE49-F238E27FC236}">
                <a16:creationId xmlns:a16="http://schemas.microsoft.com/office/drawing/2014/main" id="{EA3C2838-C835-4EBF-BCCA-C85F7C35DF26}"/>
              </a:ext>
            </a:extLst>
          </p:cNvPr>
          <p:cNvSpPr/>
          <p:nvPr/>
        </p:nvSpPr>
        <p:spPr>
          <a:xfrm>
            <a:off x="7820571" y="5519394"/>
            <a:ext cx="1139550" cy="27389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8" name="Elipse 37">
            <a:extLst>
              <a:ext uri="{FF2B5EF4-FFF2-40B4-BE49-F238E27FC236}">
                <a16:creationId xmlns:a16="http://schemas.microsoft.com/office/drawing/2014/main" id="{E0EE0BF1-1BDA-4221-89BF-2E07E4F10186}"/>
              </a:ext>
            </a:extLst>
          </p:cNvPr>
          <p:cNvSpPr/>
          <p:nvPr/>
        </p:nvSpPr>
        <p:spPr>
          <a:xfrm>
            <a:off x="1527511" y="2647313"/>
            <a:ext cx="661029" cy="20666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181951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8" grpId="0" animBg="1"/>
      <p:bldP spid="30" grpId="0" animBg="1"/>
      <p:bldP spid="33" grpId="0" animBg="1"/>
      <p:bldP spid="39" grpId="0" animBg="1"/>
      <p:bldP spid="3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pic>
        <p:nvPicPr>
          <p:cNvPr id="22" name="Imagen 21">
            <a:extLst>
              <a:ext uri="{FF2B5EF4-FFF2-40B4-BE49-F238E27FC236}">
                <a16:creationId xmlns:a16="http://schemas.microsoft.com/office/drawing/2014/main" id="{0675AC10-A116-419D-A145-8A15605546CC}"/>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6756635" y="5188819"/>
            <a:ext cx="2396952" cy="557714"/>
          </a:xfrm>
          <a:prstGeom prst="rect">
            <a:avLst/>
          </a:prstGeom>
        </p:spPr>
      </p:pic>
      <p:pic>
        <p:nvPicPr>
          <p:cNvPr id="20" name="Imagen 19">
            <a:extLst>
              <a:ext uri="{FF2B5EF4-FFF2-40B4-BE49-F238E27FC236}">
                <a16:creationId xmlns:a16="http://schemas.microsoft.com/office/drawing/2014/main" id="{F85804EC-AA95-46EA-A2AF-57D95910A115}"/>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765322" y="4401110"/>
            <a:ext cx="2396952" cy="557714"/>
          </a:xfrm>
          <a:prstGeom prst="rect">
            <a:avLst/>
          </a:prstGeom>
        </p:spPr>
      </p:pic>
      <p:pic>
        <p:nvPicPr>
          <p:cNvPr id="19" name="Imagen 18">
            <a:extLst>
              <a:ext uri="{FF2B5EF4-FFF2-40B4-BE49-F238E27FC236}">
                <a16:creationId xmlns:a16="http://schemas.microsoft.com/office/drawing/2014/main" id="{78A5FF74-49F3-4354-A005-BBEA4D0F2A93}"/>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6756635" y="3703344"/>
            <a:ext cx="2752000" cy="495238"/>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13"/>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14"/>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15"/>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6"/>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7"/>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8"/>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9"/>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5"/>
            </p:custDataLst>
          </p:nvPr>
        </p:nvPicPr>
        <p:blipFill>
          <a:blip r:embed="rId20">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6"/>
            </p:custDataLst>
          </p:nvPr>
        </p:nvPicPr>
        <p:blipFill>
          <a:blip r:embed="rId21">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6" name="CuadroTexto 35">
            <a:extLst>
              <a:ext uri="{FF2B5EF4-FFF2-40B4-BE49-F238E27FC236}">
                <a16:creationId xmlns:a16="http://schemas.microsoft.com/office/drawing/2014/main" id="{0B820752-CC0D-4AE4-A4B6-4FF2BA1E8948}"/>
              </a:ext>
            </a:extLst>
          </p:cNvPr>
          <p:cNvSpPr txBox="1"/>
          <p:nvPr/>
        </p:nvSpPr>
        <p:spPr>
          <a:xfrm>
            <a:off x="386392" y="5070945"/>
            <a:ext cx="6096000" cy="646331"/>
          </a:xfrm>
          <a:prstGeom prst="rect">
            <a:avLst/>
          </a:prstGeom>
          <a:noFill/>
        </p:spPr>
        <p:txBody>
          <a:bodyPr wrap="square">
            <a:spAutoFit/>
          </a:bodyPr>
          <a:lstStyle/>
          <a:p>
            <a:r>
              <a:rPr lang="es-419"/>
              <a:t>El número de cambios de signo en la primera columna corresponde al número de polos inestables</a:t>
            </a:r>
          </a:p>
        </p:txBody>
      </p: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D78B0C51-D958-43D1-88E4-5E9C113AB715}"/>
                  </a:ext>
                </a:extLst>
              </p:cNvPr>
              <p:cNvSpPr txBox="1"/>
              <p:nvPr/>
            </p:nvSpPr>
            <p:spPr>
              <a:xfrm>
                <a:off x="1521690" y="1983391"/>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23" name="CuadroTexto 22">
                <a:extLst>
                  <a:ext uri="{FF2B5EF4-FFF2-40B4-BE49-F238E27FC236}">
                    <a16:creationId xmlns:a16="http://schemas.microsoft.com/office/drawing/2014/main" id="{D78B0C51-D958-43D1-88E4-5E9C113AB715}"/>
                  </a:ext>
                </a:extLst>
              </p:cNvPr>
              <p:cNvSpPr txBox="1">
                <a:spLocks noRot="1" noChangeAspect="1" noMove="1" noResize="1" noEditPoints="1" noAdjustHandles="1" noChangeArrowheads="1" noChangeShapeType="1" noTextEdit="1"/>
              </p:cNvSpPr>
              <p:nvPr/>
            </p:nvSpPr>
            <p:spPr>
              <a:xfrm>
                <a:off x="1521690" y="1983391"/>
                <a:ext cx="226023" cy="276999"/>
              </a:xfrm>
              <a:prstGeom prst="rect">
                <a:avLst/>
              </a:prstGeom>
              <a:blipFill>
                <a:blip r:embed="rId22"/>
                <a:stretch>
                  <a:fillRect l="-24324" r="-18919"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B42F62C7-1C2B-4179-BF54-DA0DBCD2A827}"/>
                  </a:ext>
                </a:extLst>
              </p:cNvPr>
              <p:cNvSpPr txBox="1"/>
              <p:nvPr/>
            </p:nvSpPr>
            <p:spPr>
              <a:xfrm>
                <a:off x="1398235" y="2310365"/>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0" name="CuadroTexto 39">
                <a:extLst>
                  <a:ext uri="{FF2B5EF4-FFF2-40B4-BE49-F238E27FC236}">
                    <a16:creationId xmlns:a16="http://schemas.microsoft.com/office/drawing/2014/main" id="{B42F62C7-1C2B-4179-BF54-DA0DBCD2A827}"/>
                  </a:ext>
                </a:extLst>
              </p:cNvPr>
              <p:cNvSpPr txBox="1">
                <a:spLocks noRot="1" noChangeAspect="1" noMove="1" noResize="1" noEditPoints="1" noAdjustHandles="1" noChangeArrowheads="1" noChangeShapeType="1" noTextEdit="1"/>
              </p:cNvSpPr>
              <p:nvPr/>
            </p:nvSpPr>
            <p:spPr>
              <a:xfrm>
                <a:off x="1398235" y="2310365"/>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1062646D-2208-4616-91AB-FF44CEBDB123}"/>
                  </a:ext>
                </a:extLst>
              </p:cNvPr>
              <p:cNvSpPr txBox="1"/>
              <p:nvPr/>
            </p:nvSpPr>
            <p:spPr>
              <a:xfrm>
                <a:off x="1471245" y="2595392"/>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1" name="CuadroTexto 40">
                <a:extLst>
                  <a:ext uri="{FF2B5EF4-FFF2-40B4-BE49-F238E27FC236}">
                    <a16:creationId xmlns:a16="http://schemas.microsoft.com/office/drawing/2014/main" id="{1062646D-2208-4616-91AB-FF44CEBDB123}"/>
                  </a:ext>
                </a:extLst>
              </p:cNvPr>
              <p:cNvSpPr txBox="1">
                <a:spLocks noRot="1" noChangeAspect="1" noMove="1" noResize="1" noEditPoints="1" noAdjustHandles="1" noChangeArrowheads="1" noChangeShapeType="1" noTextEdit="1"/>
              </p:cNvSpPr>
              <p:nvPr/>
            </p:nvSpPr>
            <p:spPr>
              <a:xfrm>
                <a:off x="1471245" y="2595392"/>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999A85CB-A209-4168-9404-C163B4C6A309}"/>
                  </a:ext>
                </a:extLst>
              </p:cNvPr>
              <p:cNvSpPr txBox="1"/>
              <p:nvPr/>
            </p:nvSpPr>
            <p:spPr>
              <a:xfrm>
                <a:off x="1471245" y="2929380"/>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2" name="CuadroTexto 41">
                <a:extLst>
                  <a:ext uri="{FF2B5EF4-FFF2-40B4-BE49-F238E27FC236}">
                    <a16:creationId xmlns:a16="http://schemas.microsoft.com/office/drawing/2014/main" id="{999A85CB-A209-4168-9404-C163B4C6A309}"/>
                  </a:ext>
                </a:extLst>
              </p:cNvPr>
              <p:cNvSpPr txBox="1">
                <a:spLocks noRot="1" noChangeAspect="1" noMove="1" noResize="1" noEditPoints="1" noAdjustHandles="1" noChangeArrowheads="1" noChangeShapeType="1" noTextEdit="1"/>
              </p:cNvSpPr>
              <p:nvPr/>
            </p:nvSpPr>
            <p:spPr>
              <a:xfrm>
                <a:off x="1471245" y="2929380"/>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F7745E90-E6BF-4EE1-BA87-8EBA64B8BC73}"/>
                  </a:ext>
                </a:extLst>
              </p:cNvPr>
              <p:cNvSpPr txBox="1"/>
              <p:nvPr/>
            </p:nvSpPr>
            <p:spPr>
              <a:xfrm>
                <a:off x="1471245" y="3718409"/>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3" name="CuadroTexto 42">
                <a:extLst>
                  <a:ext uri="{FF2B5EF4-FFF2-40B4-BE49-F238E27FC236}">
                    <a16:creationId xmlns:a16="http://schemas.microsoft.com/office/drawing/2014/main" id="{F7745E90-E6BF-4EE1-BA87-8EBA64B8BC73}"/>
                  </a:ext>
                </a:extLst>
              </p:cNvPr>
              <p:cNvSpPr txBox="1">
                <a:spLocks noRot="1" noChangeAspect="1" noMove="1" noResize="1" noEditPoints="1" noAdjustHandles="1" noChangeArrowheads="1" noChangeShapeType="1" noTextEdit="1"/>
              </p:cNvSpPr>
              <p:nvPr/>
            </p:nvSpPr>
            <p:spPr>
              <a:xfrm>
                <a:off x="1471245" y="3718409"/>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85B96530-B648-4287-8B0A-351406C84640}"/>
                  </a:ext>
                </a:extLst>
              </p:cNvPr>
              <p:cNvSpPr txBox="1"/>
              <p:nvPr/>
            </p:nvSpPr>
            <p:spPr>
              <a:xfrm>
                <a:off x="1471245" y="4004684"/>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4" name="CuadroTexto 43">
                <a:extLst>
                  <a:ext uri="{FF2B5EF4-FFF2-40B4-BE49-F238E27FC236}">
                    <a16:creationId xmlns:a16="http://schemas.microsoft.com/office/drawing/2014/main" id="{85B96530-B648-4287-8B0A-351406C84640}"/>
                  </a:ext>
                </a:extLst>
              </p:cNvPr>
              <p:cNvSpPr txBox="1">
                <a:spLocks noRot="1" noChangeAspect="1" noMove="1" noResize="1" noEditPoints="1" noAdjustHandles="1" noChangeArrowheads="1" noChangeShapeType="1" noTextEdit="1"/>
              </p:cNvSpPr>
              <p:nvPr/>
            </p:nvSpPr>
            <p:spPr>
              <a:xfrm>
                <a:off x="1471245" y="4004684"/>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0C3EC8BF-6128-41B5-977E-C36085798886}"/>
                  </a:ext>
                </a:extLst>
              </p:cNvPr>
              <p:cNvSpPr txBox="1"/>
              <p:nvPr/>
            </p:nvSpPr>
            <p:spPr>
              <a:xfrm>
                <a:off x="1471245" y="4328891"/>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5" name="CuadroTexto 44">
                <a:extLst>
                  <a:ext uri="{FF2B5EF4-FFF2-40B4-BE49-F238E27FC236}">
                    <a16:creationId xmlns:a16="http://schemas.microsoft.com/office/drawing/2014/main" id="{0C3EC8BF-6128-41B5-977E-C36085798886}"/>
                  </a:ext>
                </a:extLst>
              </p:cNvPr>
              <p:cNvSpPr txBox="1">
                <a:spLocks noRot="1" noChangeAspect="1" noMove="1" noResize="1" noEditPoints="1" noAdjustHandles="1" noChangeArrowheads="1" noChangeShapeType="1" noTextEdit="1"/>
              </p:cNvSpPr>
              <p:nvPr/>
            </p:nvSpPr>
            <p:spPr>
              <a:xfrm>
                <a:off x="1471245" y="4328891"/>
                <a:ext cx="226023" cy="276999"/>
              </a:xfrm>
              <a:prstGeom prst="rect">
                <a:avLst/>
              </a:prstGeom>
              <a:blipFill>
                <a:blip r:embed="rId24"/>
                <a:stretch>
                  <a:fillRect l="-21622" r="-21622" b="-6522"/>
                </a:stretch>
              </a:blipFill>
            </p:spPr>
            <p:txBody>
              <a:bodyPr/>
              <a:lstStyle/>
              <a:p>
                <a:r>
                  <a:rPr lang="en-US">
                    <a:noFill/>
                  </a:rPr>
                  <a:t> </a:t>
                </a:r>
              </a:p>
            </p:txBody>
          </p:sp>
        </mc:Fallback>
      </mc:AlternateContent>
    </p:spTree>
    <p:extLst>
      <p:ext uri="{BB962C8B-B14F-4D97-AF65-F5344CB8AC3E}">
        <p14:creationId xmlns:p14="http://schemas.microsoft.com/office/powerpoint/2010/main" val="31735708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23" grpId="0"/>
      <p:bldP spid="40" grpId="0"/>
      <p:bldP spid="41" grpId="0"/>
      <p:bldP spid="42" grpId="0"/>
      <p:bldP spid="43" grpId="0"/>
      <p:bldP spid="44"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ángulo: esquinas redondeadas 26">
            <a:extLst>
              <a:ext uri="{FF2B5EF4-FFF2-40B4-BE49-F238E27FC236}">
                <a16:creationId xmlns:a16="http://schemas.microsoft.com/office/drawing/2014/main" id="{8731DD68-3381-4B95-9549-4DDF089DCB3B}"/>
              </a:ext>
            </a:extLst>
          </p:cNvPr>
          <p:cNvSpPr/>
          <p:nvPr/>
        </p:nvSpPr>
        <p:spPr>
          <a:xfrm>
            <a:off x="1584257" y="1888082"/>
            <a:ext cx="574731" cy="279188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7" name="Imagen 16">
            <a:extLst>
              <a:ext uri="{FF2B5EF4-FFF2-40B4-BE49-F238E27FC236}">
                <a16:creationId xmlns:a16="http://schemas.microsoft.com/office/drawing/2014/main" id="{8D6E43CF-6EFC-4B94-A693-D80663166F43}"/>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838200" y="2034613"/>
            <a:ext cx="3379811" cy="2514288"/>
          </a:xfrm>
          <a:prstGeom prst="rect">
            <a:avLst/>
          </a:prstGeom>
        </p:spPr>
      </p:pic>
      <p:pic>
        <p:nvPicPr>
          <p:cNvPr id="22" name="Imagen 21">
            <a:extLst>
              <a:ext uri="{FF2B5EF4-FFF2-40B4-BE49-F238E27FC236}">
                <a16:creationId xmlns:a16="http://schemas.microsoft.com/office/drawing/2014/main" id="{0675AC10-A116-419D-A145-8A15605546CC}"/>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6756635" y="5188819"/>
            <a:ext cx="2396952" cy="557714"/>
          </a:xfrm>
          <a:prstGeom prst="rect">
            <a:avLst/>
          </a:prstGeom>
        </p:spPr>
      </p:pic>
      <p:pic>
        <p:nvPicPr>
          <p:cNvPr id="20" name="Imagen 19">
            <a:extLst>
              <a:ext uri="{FF2B5EF4-FFF2-40B4-BE49-F238E27FC236}">
                <a16:creationId xmlns:a16="http://schemas.microsoft.com/office/drawing/2014/main" id="{F85804EC-AA95-46EA-A2AF-57D95910A115}"/>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765322" y="4401110"/>
            <a:ext cx="2396952" cy="557714"/>
          </a:xfrm>
          <a:prstGeom prst="rect">
            <a:avLst/>
          </a:prstGeom>
        </p:spPr>
      </p:pic>
      <p:pic>
        <p:nvPicPr>
          <p:cNvPr id="19" name="Imagen 18">
            <a:extLst>
              <a:ext uri="{FF2B5EF4-FFF2-40B4-BE49-F238E27FC236}">
                <a16:creationId xmlns:a16="http://schemas.microsoft.com/office/drawing/2014/main" id="{78A5FF74-49F3-4354-A005-BBEA4D0F2A93}"/>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6756635" y="3703344"/>
            <a:ext cx="2752000" cy="495238"/>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6790405" cy="646929"/>
          </a:xfrm>
        </p:spPr>
        <p:txBody>
          <a:bodyPr>
            <a:normAutofit fontScale="90000"/>
          </a:bodyPr>
          <a:lstStyle/>
          <a:p>
            <a:r>
              <a:rPr lang="es-419" sz="4400" b="1">
                <a:solidFill>
                  <a:srgbClr val="FF0000"/>
                </a:solidFill>
              </a:rPr>
              <a:t>Criterio de Estabilidad de Routh</a:t>
            </a:r>
            <a:endParaRPr lang="es-419" b="1">
              <a:solidFill>
                <a:srgbClr val="FF0000"/>
              </a:solidFill>
            </a:endParaRPr>
          </a:p>
        </p:txBody>
      </p:sp>
      <mc:AlternateContent xmlns:mc="http://schemas.openxmlformats.org/markup-compatibility/2006">
        <mc:Choice xmlns:a14="http://schemas.microsoft.com/office/drawing/2010/main" Requires="a14">
          <p:sp>
            <p:nvSpPr>
              <p:cNvPr id="4" name="Rectángulo 3">
                <a:extLst>
                  <a:ext uri="{FF2B5EF4-FFF2-40B4-BE49-F238E27FC236}">
                    <a16:creationId xmlns:a16="http://schemas.microsoft.com/office/drawing/2014/main" id="{EE58E3DF-C9F1-4073-B846-B99E837DF384}"/>
                  </a:ext>
                </a:extLst>
              </p:cNvPr>
              <p:cNvSpPr/>
              <p:nvPr/>
            </p:nvSpPr>
            <p:spPr>
              <a:xfrm>
                <a:off x="10371259"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𝑮</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4" name="Rectángulo 3">
                <a:extLst>
                  <a:ext uri="{FF2B5EF4-FFF2-40B4-BE49-F238E27FC236}">
                    <a16:creationId xmlns:a16="http://schemas.microsoft.com/office/drawing/2014/main" id="{EE58E3DF-C9F1-4073-B846-B99E837DF384}"/>
                  </a:ext>
                </a:extLst>
              </p:cNvPr>
              <p:cNvSpPr>
                <a:spLocks noRot="1" noChangeAspect="1" noMove="1" noResize="1" noEditPoints="1" noAdjustHandles="1" noChangeArrowheads="1" noChangeShapeType="1" noTextEdit="1"/>
              </p:cNvSpPr>
              <p:nvPr/>
            </p:nvSpPr>
            <p:spPr>
              <a:xfrm>
                <a:off x="10371259" y="297190"/>
                <a:ext cx="966952" cy="651641"/>
              </a:xfrm>
              <a:prstGeom prst="rect">
                <a:avLst/>
              </a:prstGeom>
              <a:blipFill>
                <a:blip r:embed="rId13"/>
                <a:stretch>
                  <a:fillRect/>
                </a:stretch>
              </a:blipFill>
              <a:ln w="38100">
                <a:solidFill>
                  <a:schemeClr val="tx1"/>
                </a:solidFill>
              </a:ln>
            </p:spPr>
            <p:txBody>
              <a:bodyPr/>
              <a:lstStyle/>
              <a:p>
                <a:r>
                  <a:rPr lang="en-US">
                    <a:noFill/>
                  </a:rPr>
                  <a:t> </a:t>
                </a:r>
              </a:p>
            </p:txBody>
          </p:sp>
        </mc:Fallback>
      </mc:AlternateContent>
      <p:cxnSp>
        <p:nvCxnSpPr>
          <p:cNvPr id="5" name="Conector recto de flecha 4">
            <a:extLst>
              <a:ext uri="{FF2B5EF4-FFF2-40B4-BE49-F238E27FC236}">
                <a16:creationId xmlns:a16="http://schemas.microsoft.com/office/drawing/2014/main" id="{2D4191E0-0049-4E13-BA97-BD860FD924D6}"/>
              </a:ext>
            </a:extLst>
          </p:cNvPr>
          <p:cNvCxnSpPr>
            <a:cxnSpLocks/>
            <a:stCxn id="9" idx="3"/>
            <a:endCxn id="4" idx="1"/>
          </p:cNvCxnSpPr>
          <p:nvPr/>
        </p:nvCxnSpPr>
        <p:spPr>
          <a:xfrm>
            <a:off x="10000798" y="623011"/>
            <a:ext cx="3704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ector recto de flecha 5">
            <a:extLst>
              <a:ext uri="{FF2B5EF4-FFF2-40B4-BE49-F238E27FC236}">
                <a16:creationId xmlns:a16="http://schemas.microsoft.com/office/drawing/2014/main" id="{A8AA8140-293F-4BCF-92C7-4B250135583C}"/>
              </a:ext>
            </a:extLst>
          </p:cNvPr>
          <p:cNvCxnSpPr>
            <a:cxnSpLocks/>
            <a:stCxn id="4" idx="3"/>
          </p:cNvCxnSpPr>
          <p:nvPr/>
        </p:nvCxnSpPr>
        <p:spPr>
          <a:xfrm>
            <a:off x="11338211" y="623011"/>
            <a:ext cx="54653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621FB36E-C9AE-4E4A-9EC8-21D02AFC9519}"/>
                  </a:ext>
                </a:extLst>
              </p:cNvPr>
              <p:cNvSpPr txBox="1"/>
              <p:nvPr/>
            </p:nvSpPr>
            <p:spPr>
              <a:xfrm>
                <a:off x="10072039" y="183101"/>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a:p>
            </p:txBody>
          </p:sp>
        </mc:Choice>
        <mc:Fallback>
          <p:sp>
            <p:nvSpPr>
              <p:cNvPr id="7" name="CuadroTexto 6">
                <a:extLst>
                  <a:ext uri="{FF2B5EF4-FFF2-40B4-BE49-F238E27FC236}">
                    <a16:creationId xmlns:a16="http://schemas.microsoft.com/office/drawing/2014/main" id="{621FB36E-C9AE-4E4A-9EC8-21D02AFC9519}"/>
                  </a:ext>
                </a:extLst>
              </p:cNvPr>
              <p:cNvSpPr txBox="1">
                <a:spLocks noRot="1" noChangeAspect="1" noMove="1" noResize="1" noEditPoints="1" noAdjustHandles="1" noChangeArrowheads="1" noChangeShapeType="1" noTextEdit="1"/>
              </p:cNvSpPr>
              <p:nvPr/>
            </p:nvSpPr>
            <p:spPr>
              <a:xfrm>
                <a:off x="10072039" y="183101"/>
                <a:ext cx="191784" cy="276999"/>
              </a:xfrm>
              <a:prstGeom prst="rect">
                <a:avLst/>
              </a:prstGeom>
              <a:blipFill>
                <a:blip r:embed="rId14"/>
                <a:stretch>
                  <a:fillRect l="-18750" r="-125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65C87C00-FE21-4147-A85D-3CC5B7A4C41D}"/>
                  </a:ext>
                </a:extLst>
              </p:cNvPr>
              <p:cNvSpPr txBox="1"/>
              <p:nvPr/>
            </p:nvSpPr>
            <p:spPr>
              <a:xfrm>
                <a:off x="8788344" y="121628"/>
                <a:ext cx="1717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m:t>
                      </m:r>
                    </m:oMath>
                  </m:oMathPara>
                </a14:m>
                <a:endParaRPr lang="es-419"/>
              </a:p>
            </p:txBody>
          </p:sp>
        </mc:Choice>
        <mc:Fallback>
          <p:sp>
            <p:nvSpPr>
              <p:cNvPr id="8" name="CuadroTexto 7">
                <a:extLst>
                  <a:ext uri="{FF2B5EF4-FFF2-40B4-BE49-F238E27FC236}">
                    <a16:creationId xmlns:a16="http://schemas.microsoft.com/office/drawing/2014/main" id="{65C87C00-FE21-4147-A85D-3CC5B7A4C41D}"/>
                  </a:ext>
                </a:extLst>
              </p:cNvPr>
              <p:cNvSpPr txBox="1">
                <a:spLocks noRot="1" noChangeAspect="1" noMove="1" noResize="1" noEditPoints="1" noAdjustHandles="1" noChangeArrowheads="1" noChangeShapeType="1" noTextEdit="1"/>
              </p:cNvSpPr>
              <p:nvPr/>
            </p:nvSpPr>
            <p:spPr>
              <a:xfrm>
                <a:off x="8788344" y="121628"/>
                <a:ext cx="171777" cy="276999"/>
              </a:xfrm>
              <a:prstGeom prst="rect">
                <a:avLst/>
              </a:prstGeom>
              <a:blipFill>
                <a:blip r:embed="rId15"/>
                <a:stretch>
                  <a:fillRect l="-21429" r="-17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ángulo 8">
                <a:extLst>
                  <a:ext uri="{FF2B5EF4-FFF2-40B4-BE49-F238E27FC236}">
                    <a16:creationId xmlns:a16="http://schemas.microsoft.com/office/drawing/2014/main" id="{29FAF153-3AF2-4F09-BA9E-22BBA39033FD}"/>
                  </a:ext>
                </a:extLst>
              </p:cNvPr>
              <p:cNvSpPr/>
              <p:nvPr/>
            </p:nvSpPr>
            <p:spPr>
              <a:xfrm>
                <a:off x="9033846" y="297190"/>
                <a:ext cx="966952"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𝒔</m:t>
                      </m:r>
                      <m:r>
                        <a:rPr lang="en-US" b="1" i="1" smtClean="0">
                          <a:solidFill>
                            <a:schemeClr val="tx1"/>
                          </a:solidFill>
                          <a:latin typeface="Cambria Math" panose="02040503050406030204" pitchFamily="18" charset="0"/>
                        </a:rPr>
                        <m:t>)</m:t>
                      </m:r>
                    </m:oMath>
                  </m:oMathPara>
                </a14:m>
                <a:endParaRPr lang="es-419" b="1">
                  <a:solidFill>
                    <a:schemeClr val="tx1"/>
                  </a:solidFill>
                </a:endParaRPr>
              </a:p>
            </p:txBody>
          </p:sp>
        </mc:Choice>
        <mc:Fallback>
          <p:sp>
            <p:nvSpPr>
              <p:cNvPr id="9" name="Rectángulo 8">
                <a:extLst>
                  <a:ext uri="{FF2B5EF4-FFF2-40B4-BE49-F238E27FC236}">
                    <a16:creationId xmlns:a16="http://schemas.microsoft.com/office/drawing/2014/main" id="{29FAF153-3AF2-4F09-BA9E-22BBA39033FD}"/>
                  </a:ext>
                </a:extLst>
              </p:cNvPr>
              <p:cNvSpPr>
                <a:spLocks noRot="1" noChangeAspect="1" noMove="1" noResize="1" noEditPoints="1" noAdjustHandles="1" noChangeArrowheads="1" noChangeShapeType="1" noTextEdit="1"/>
              </p:cNvSpPr>
              <p:nvPr/>
            </p:nvSpPr>
            <p:spPr>
              <a:xfrm>
                <a:off x="9033846" y="297190"/>
                <a:ext cx="966952" cy="651641"/>
              </a:xfrm>
              <a:prstGeom prst="rect">
                <a:avLst/>
              </a:prstGeom>
              <a:blipFill>
                <a:blip r:embed="rId16"/>
                <a:stretch>
                  <a:fillRect/>
                </a:stretch>
              </a:blipFill>
              <a:ln w="38100">
                <a:solidFill>
                  <a:schemeClr val="tx1"/>
                </a:solidFill>
              </a:ln>
            </p:spPr>
            <p:txBody>
              <a:bodyPr/>
              <a:lstStyle/>
              <a:p>
                <a:r>
                  <a:rPr lang="en-US">
                    <a:noFill/>
                  </a:rPr>
                  <a:t> </a:t>
                </a:r>
              </a:p>
            </p:txBody>
          </p:sp>
        </mc:Fallback>
      </mc:AlternateContent>
      <p:sp>
        <p:nvSpPr>
          <p:cNvPr id="10" name="Elipse 9">
            <a:extLst>
              <a:ext uri="{FF2B5EF4-FFF2-40B4-BE49-F238E27FC236}">
                <a16:creationId xmlns:a16="http://schemas.microsoft.com/office/drawing/2014/main" id="{DE05285D-1FBB-4802-8B2A-6E4BA0E22FB1}"/>
              </a:ext>
            </a:extLst>
          </p:cNvPr>
          <p:cNvSpPr/>
          <p:nvPr/>
        </p:nvSpPr>
        <p:spPr>
          <a:xfrm>
            <a:off x="8420290" y="44774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511E83BC-1CA2-43BA-9626-D15DB171383D}"/>
              </a:ext>
            </a:extLst>
          </p:cNvPr>
          <p:cNvCxnSpPr>
            <a:cxnSpLocks/>
            <a:endCxn id="10" idx="2"/>
          </p:cNvCxnSpPr>
          <p:nvPr/>
        </p:nvCxnSpPr>
        <p:spPr>
          <a:xfrm>
            <a:off x="7869796" y="62301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98AA24A-C8F5-4E66-92C7-A14C7F58CA53}"/>
              </a:ext>
            </a:extLst>
          </p:cNvPr>
          <p:cNvCxnSpPr>
            <a:cxnSpLocks/>
            <a:stCxn id="10" idx="6"/>
            <a:endCxn id="9" idx="1"/>
          </p:cNvCxnSpPr>
          <p:nvPr/>
        </p:nvCxnSpPr>
        <p:spPr>
          <a:xfrm flipV="1">
            <a:off x="8770821" y="623011"/>
            <a:ext cx="263025" cy="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3" name="CuadroTexto 12">
                <a:extLst>
                  <a:ext uri="{FF2B5EF4-FFF2-40B4-BE49-F238E27FC236}">
                    <a16:creationId xmlns:a16="http://schemas.microsoft.com/office/drawing/2014/main" id="{5384ABA8-36B8-4A3C-94BF-EA632FECE7A7}"/>
                  </a:ext>
                </a:extLst>
              </p:cNvPr>
              <p:cNvSpPr txBox="1"/>
              <p:nvPr/>
            </p:nvSpPr>
            <p:spPr>
              <a:xfrm>
                <a:off x="8049151" y="119881"/>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oMath>
                  </m:oMathPara>
                </a14:m>
                <a:endParaRPr lang="es-419"/>
              </a:p>
            </p:txBody>
          </p:sp>
        </mc:Choice>
        <mc:Fallback>
          <p:sp>
            <p:nvSpPr>
              <p:cNvPr id="13" name="CuadroTexto 12">
                <a:extLst>
                  <a:ext uri="{FF2B5EF4-FFF2-40B4-BE49-F238E27FC236}">
                    <a16:creationId xmlns:a16="http://schemas.microsoft.com/office/drawing/2014/main" id="{5384ABA8-36B8-4A3C-94BF-EA632FECE7A7}"/>
                  </a:ext>
                </a:extLst>
              </p:cNvPr>
              <p:cNvSpPr txBox="1">
                <a:spLocks noRot="1" noChangeAspect="1" noMove="1" noResize="1" noEditPoints="1" noAdjustHandles="1" noChangeArrowheads="1" noChangeShapeType="1" noTextEdit="1"/>
              </p:cNvSpPr>
              <p:nvPr/>
            </p:nvSpPr>
            <p:spPr>
              <a:xfrm>
                <a:off x="8049151" y="119881"/>
                <a:ext cx="166969" cy="276999"/>
              </a:xfrm>
              <a:prstGeom prst="rect">
                <a:avLst/>
              </a:prstGeom>
              <a:blipFill>
                <a:blip r:embed="rId17"/>
                <a:stretch>
                  <a:fillRect l="-21429" r="-142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63DC0B4E-36D3-49CA-A593-DF943957342F}"/>
                  </a:ext>
                </a:extLst>
              </p:cNvPr>
              <p:cNvSpPr txBox="1"/>
              <p:nvPr/>
            </p:nvSpPr>
            <p:spPr>
              <a:xfrm>
                <a:off x="11510657" y="18484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a:p>
            </p:txBody>
          </p:sp>
        </mc:Choice>
        <mc:Fallback>
          <p:sp>
            <p:nvSpPr>
              <p:cNvPr id="14" name="CuadroTexto 13">
                <a:extLst>
                  <a:ext uri="{FF2B5EF4-FFF2-40B4-BE49-F238E27FC236}">
                    <a16:creationId xmlns:a16="http://schemas.microsoft.com/office/drawing/2014/main" id="{63DC0B4E-36D3-49CA-A593-DF943957342F}"/>
                  </a:ext>
                </a:extLst>
              </p:cNvPr>
              <p:cNvSpPr txBox="1">
                <a:spLocks noRot="1" noChangeAspect="1" noMove="1" noResize="1" noEditPoints="1" noAdjustHandles="1" noChangeArrowheads="1" noChangeShapeType="1" noTextEdit="1"/>
              </p:cNvSpPr>
              <p:nvPr/>
            </p:nvSpPr>
            <p:spPr>
              <a:xfrm>
                <a:off x="11510657" y="184848"/>
                <a:ext cx="191784" cy="276999"/>
              </a:xfrm>
              <a:prstGeom prst="rect">
                <a:avLst/>
              </a:prstGeom>
              <a:blipFill>
                <a:blip r:embed="rId18"/>
                <a:stretch>
                  <a:fillRect l="-28125" r="-25000" b="-23913"/>
                </a:stretch>
              </a:blipFill>
            </p:spPr>
            <p:txBody>
              <a:bodyPr/>
              <a:lstStyle/>
              <a:p>
                <a:r>
                  <a:rPr lang="en-US">
                    <a:noFill/>
                  </a:rPr>
                  <a:t> </a:t>
                </a:r>
              </a:p>
            </p:txBody>
          </p:sp>
        </mc:Fallback>
      </mc:AlternateContent>
      <p:cxnSp>
        <p:nvCxnSpPr>
          <p:cNvPr id="15" name="Conector: angular 14">
            <a:extLst>
              <a:ext uri="{FF2B5EF4-FFF2-40B4-BE49-F238E27FC236}">
                <a16:creationId xmlns:a16="http://schemas.microsoft.com/office/drawing/2014/main" id="{7734CEA9-CFDB-43F3-829F-1DA0720882E6}"/>
              </a:ext>
            </a:extLst>
          </p:cNvPr>
          <p:cNvCxnSpPr>
            <a:endCxn id="10" idx="4"/>
          </p:cNvCxnSpPr>
          <p:nvPr/>
        </p:nvCxnSpPr>
        <p:spPr>
          <a:xfrm rot="10800000" flipV="1">
            <a:off x="8595557" y="623009"/>
            <a:ext cx="3010993" cy="175267"/>
          </a:xfrm>
          <a:prstGeom prst="bentConnector4">
            <a:avLst>
              <a:gd name="adj1" fmla="val 2061"/>
              <a:gd name="adj2" fmla="val 32038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A09888B5-37F1-449D-9817-1B3E436DD2DD}"/>
                  </a:ext>
                </a:extLst>
              </p:cNvPr>
              <p:cNvSpPr txBox="1"/>
              <p:nvPr/>
            </p:nvSpPr>
            <p:spPr>
              <a:xfrm>
                <a:off x="8668322" y="735055"/>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6" name="CuadroTexto 15">
                <a:extLst>
                  <a:ext uri="{FF2B5EF4-FFF2-40B4-BE49-F238E27FC236}">
                    <a16:creationId xmlns:a16="http://schemas.microsoft.com/office/drawing/2014/main" id="{A09888B5-37F1-449D-9817-1B3E436DD2DD}"/>
                  </a:ext>
                </a:extLst>
              </p:cNvPr>
              <p:cNvSpPr txBox="1">
                <a:spLocks noRot="1" noChangeAspect="1" noMove="1" noResize="1" noEditPoints="1" noAdjustHandles="1" noChangeArrowheads="1" noChangeShapeType="1" noTextEdit="1"/>
              </p:cNvSpPr>
              <p:nvPr/>
            </p:nvSpPr>
            <p:spPr>
              <a:xfrm>
                <a:off x="8668322" y="735055"/>
                <a:ext cx="226024" cy="276999"/>
              </a:xfrm>
              <a:prstGeom prst="rect">
                <a:avLst/>
              </a:prstGeom>
              <a:blipFill>
                <a:blip r:embed="rId19"/>
                <a:stretch>
                  <a:fillRect l="-8108" r="-2703"/>
                </a:stretch>
              </a:blipFill>
            </p:spPr>
            <p:txBody>
              <a:bodyPr/>
              <a:lstStyle/>
              <a:p>
                <a:r>
                  <a:rPr lang="en-US">
                    <a:noFill/>
                  </a:rPr>
                  <a:t> </a:t>
                </a:r>
              </a:p>
            </p:txBody>
          </p:sp>
        </mc:Fallback>
      </mc:AlternateContent>
      <p:pic>
        <p:nvPicPr>
          <p:cNvPr id="18" name="Imagen 17">
            <a:extLst>
              <a:ext uri="{FF2B5EF4-FFF2-40B4-BE49-F238E27FC236}">
                <a16:creationId xmlns:a16="http://schemas.microsoft.com/office/drawing/2014/main" id="{447C5417-56E8-43B3-BC08-C88E4CBB07C6}"/>
              </a:ext>
            </a:extLst>
          </p:cNvPr>
          <p:cNvPicPr>
            <a:picLocks noChangeAspect="1"/>
          </p:cNvPicPr>
          <p:nvPr>
            <p:custDataLst>
              <p:tags r:id="rId5"/>
            </p:custDataLst>
          </p:nvPr>
        </p:nvPicPr>
        <p:blipFill>
          <a:blip r:embed="rId20">
            <a:extLst>
              <a:ext uri="{28A0092B-C50C-407E-A947-70E740481C1C}">
                <a14:useLocalDpi xmlns:a14="http://schemas.microsoft.com/office/drawing/2010/main" val="0"/>
              </a:ext>
            </a:extLst>
          </a:blip>
          <a:stretch>
            <a:fillRect/>
          </a:stretch>
        </p:blipFill>
        <p:spPr>
          <a:xfrm>
            <a:off x="386392" y="1043218"/>
            <a:ext cx="7181714" cy="272762"/>
          </a:xfrm>
          <a:prstGeom prst="rect">
            <a:avLst/>
          </a:prstGeom>
        </p:spPr>
      </p:pic>
      <p:sp>
        <p:nvSpPr>
          <p:cNvPr id="25" name="Marcador de contenido 2 1">
            <a:extLst>
              <a:ext uri="{FF2B5EF4-FFF2-40B4-BE49-F238E27FC236}">
                <a16:creationId xmlns:a16="http://schemas.microsoft.com/office/drawing/2014/main" id="{CB813207-9F32-43D1-9665-AC079F0792C9}"/>
              </a:ext>
            </a:extLst>
          </p:cNvPr>
          <p:cNvSpPr txBox="1">
            <a:spLocks/>
          </p:cNvSpPr>
          <p:nvPr/>
        </p:nvSpPr>
        <p:spPr>
          <a:xfrm>
            <a:off x="139166" y="1516910"/>
            <a:ext cx="8668322" cy="6469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1800"/>
              <a:t>4. los otros elementos de la tabla son los elementos desconocidos</a:t>
            </a:r>
            <a:endParaRPr lang="es-419" sz="1800"/>
          </a:p>
        </p:txBody>
      </p:sp>
      <p:cxnSp>
        <p:nvCxnSpPr>
          <p:cNvPr id="35" name="Conector recto 34">
            <a:extLst>
              <a:ext uri="{FF2B5EF4-FFF2-40B4-BE49-F238E27FC236}">
                <a16:creationId xmlns:a16="http://schemas.microsoft.com/office/drawing/2014/main" id="{A4820613-C240-4894-8B0B-4720B96C37A0}"/>
              </a:ext>
            </a:extLst>
          </p:cNvPr>
          <p:cNvCxnSpPr>
            <a:cxnSpLocks/>
          </p:cNvCxnSpPr>
          <p:nvPr/>
        </p:nvCxnSpPr>
        <p:spPr>
          <a:xfrm>
            <a:off x="1459962" y="1902784"/>
            <a:ext cx="0" cy="27771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Conector recto 54">
            <a:extLst>
              <a:ext uri="{FF2B5EF4-FFF2-40B4-BE49-F238E27FC236}">
                <a16:creationId xmlns:a16="http://schemas.microsoft.com/office/drawing/2014/main" id="{295F6FA6-0876-4FC6-A893-E1418B666353}"/>
              </a:ext>
            </a:extLst>
          </p:cNvPr>
          <p:cNvCxnSpPr>
            <a:cxnSpLocks/>
          </p:cNvCxnSpPr>
          <p:nvPr/>
        </p:nvCxnSpPr>
        <p:spPr>
          <a:xfrm>
            <a:off x="713905" y="2574440"/>
            <a:ext cx="4637337" cy="258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C2AE1CCD-0BFE-4EFA-A812-C5FEE7F87EC4}"/>
              </a:ext>
            </a:extLst>
          </p:cNvPr>
          <p:cNvSpPr txBox="1"/>
          <p:nvPr/>
        </p:nvSpPr>
        <p:spPr>
          <a:xfrm>
            <a:off x="6435128" y="2343775"/>
            <a:ext cx="4744719" cy="369332"/>
          </a:xfrm>
          <a:prstGeom prst="rect">
            <a:avLst/>
          </a:prstGeom>
          <a:solidFill>
            <a:schemeClr val="accent2">
              <a:lumMod val="20000"/>
              <a:lumOff val="80000"/>
            </a:schemeClr>
          </a:solidFill>
        </p:spPr>
        <p:txBody>
          <a:bodyPr wrap="square">
            <a:spAutoFit/>
          </a:bodyPr>
          <a:lstStyle/>
          <a:p>
            <a:r>
              <a:rPr lang="es-419" i="1"/>
              <a:t>Los coeficientes desconocidas se determinan así</a:t>
            </a:r>
          </a:p>
        </p:txBody>
      </p:sp>
      <p:pic>
        <p:nvPicPr>
          <p:cNvPr id="21" name="Imagen 20">
            <a:extLst>
              <a:ext uri="{FF2B5EF4-FFF2-40B4-BE49-F238E27FC236}">
                <a16:creationId xmlns:a16="http://schemas.microsoft.com/office/drawing/2014/main" id="{9464468C-5120-4E1C-8A63-920F00406B0F}"/>
              </a:ext>
            </a:extLst>
          </p:cNvPr>
          <p:cNvPicPr>
            <a:picLocks noChangeAspect="1"/>
          </p:cNvPicPr>
          <p:nvPr>
            <p:custDataLst>
              <p:tags r:id="rId6"/>
            </p:custDataLst>
          </p:nvPr>
        </p:nvPicPr>
        <p:blipFill>
          <a:blip r:embed="rId21">
            <a:extLst>
              <a:ext uri="{28A0092B-C50C-407E-A947-70E740481C1C}">
                <a14:useLocalDpi xmlns:a14="http://schemas.microsoft.com/office/drawing/2010/main" val="0"/>
              </a:ext>
            </a:extLst>
          </a:blip>
          <a:stretch>
            <a:fillRect/>
          </a:stretch>
        </p:blipFill>
        <p:spPr>
          <a:xfrm>
            <a:off x="6765322" y="2877440"/>
            <a:ext cx="2752000" cy="495238"/>
          </a:xfrm>
          <a:prstGeom prst="rect">
            <a:avLst/>
          </a:prstGeom>
        </p:spPr>
      </p:pic>
      <p:sp>
        <p:nvSpPr>
          <p:cNvPr id="36" name="CuadroTexto 35">
            <a:extLst>
              <a:ext uri="{FF2B5EF4-FFF2-40B4-BE49-F238E27FC236}">
                <a16:creationId xmlns:a16="http://schemas.microsoft.com/office/drawing/2014/main" id="{0B820752-CC0D-4AE4-A4B6-4FF2BA1E8948}"/>
              </a:ext>
            </a:extLst>
          </p:cNvPr>
          <p:cNvSpPr txBox="1"/>
          <p:nvPr/>
        </p:nvSpPr>
        <p:spPr>
          <a:xfrm>
            <a:off x="386392" y="5070945"/>
            <a:ext cx="6096000" cy="646331"/>
          </a:xfrm>
          <a:prstGeom prst="rect">
            <a:avLst/>
          </a:prstGeom>
          <a:noFill/>
        </p:spPr>
        <p:txBody>
          <a:bodyPr wrap="square">
            <a:spAutoFit/>
          </a:bodyPr>
          <a:lstStyle/>
          <a:p>
            <a:r>
              <a:rPr lang="es-419"/>
              <a:t>El número de cambios de signo en la primera columna corresponde al número de polos inestables</a:t>
            </a:r>
          </a:p>
        </p:txBody>
      </p:sp>
      <mc:AlternateContent xmlns:mc="http://schemas.openxmlformats.org/markup-compatibility/2006">
        <mc:Choice xmlns:a14="http://schemas.microsoft.com/office/drawing/2010/main" Requires="a14">
          <p:sp>
            <p:nvSpPr>
              <p:cNvPr id="23" name="CuadroTexto 22">
                <a:extLst>
                  <a:ext uri="{FF2B5EF4-FFF2-40B4-BE49-F238E27FC236}">
                    <a16:creationId xmlns:a16="http://schemas.microsoft.com/office/drawing/2014/main" id="{D78B0C51-D958-43D1-88E4-5E9C113AB715}"/>
                  </a:ext>
                </a:extLst>
              </p:cNvPr>
              <p:cNvSpPr txBox="1"/>
              <p:nvPr/>
            </p:nvSpPr>
            <p:spPr>
              <a:xfrm>
                <a:off x="1521690" y="1983391"/>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23" name="CuadroTexto 22">
                <a:extLst>
                  <a:ext uri="{FF2B5EF4-FFF2-40B4-BE49-F238E27FC236}">
                    <a16:creationId xmlns:a16="http://schemas.microsoft.com/office/drawing/2014/main" id="{D78B0C51-D958-43D1-88E4-5E9C113AB715}"/>
                  </a:ext>
                </a:extLst>
              </p:cNvPr>
              <p:cNvSpPr txBox="1">
                <a:spLocks noRot="1" noChangeAspect="1" noMove="1" noResize="1" noEditPoints="1" noAdjustHandles="1" noChangeArrowheads="1" noChangeShapeType="1" noTextEdit="1"/>
              </p:cNvSpPr>
              <p:nvPr/>
            </p:nvSpPr>
            <p:spPr>
              <a:xfrm>
                <a:off x="1521690" y="1983391"/>
                <a:ext cx="226023" cy="276999"/>
              </a:xfrm>
              <a:prstGeom prst="rect">
                <a:avLst/>
              </a:prstGeom>
              <a:blipFill>
                <a:blip r:embed="rId22"/>
                <a:stretch>
                  <a:fillRect l="-24324" r="-18919" b="-65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B42F62C7-1C2B-4179-BF54-DA0DBCD2A827}"/>
                  </a:ext>
                </a:extLst>
              </p:cNvPr>
              <p:cNvSpPr txBox="1"/>
              <p:nvPr/>
            </p:nvSpPr>
            <p:spPr>
              <a:xfrm>
                <a:off x="1398235" y="2310365"/>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0" name="CuadroTexto 39">
                <a:extLst>
                  <a:ext uri="{FF2B5EF4-FFF2-40B4-BE49-F238E27FC236}">
                    <a16:creationId xmlns:a16="http://schemas.microsoft.com/office/drawing/2014/main" id="{B42F62C7-1C2B-4179-BF54-DA0DBCD2A827}"/>
                  </a:ext>
                </a:extLst>
              </p:cNvPr>
              <p:cNvSpPr txBox="1">
                <a:spLocks noRot="1" noChangeAspect="1" noMove="1" noResize="1" noEditPoints="1" noAdjustHandles="1" noChangeArrowheads="1" noChangeShapeType="1" noTextEdit="1"/>
              </p:cNvSpPr>
              <p:nvPr/>
            </p:nvSpPr>
            <p:spPr>
              <a:xfrm>
                <a:off x="1398235" y="2310365"/>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1062646D-2208-4616-91AB-FF44CEBDB123}"/>
                  </a:ext>
                </a:extLst>
              </p:cNvPr>
              <p:cNvSpPr txBox="1"/>
              <p:nvPr/>
            </p:nvSpPr>
            <p:spPr>
              <a:xfrm>
                <a:off x="1471245" y="2595392"/>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1" name="CuadroTexto 40">
                <a:extLst>
                  <a:ext uri="{FF2B5EF4-FFF2-40B4-BE49-F238E27FC236}">
                    <a16:creationId xmlns:a16="http://schemas.microsoft.com/office/drawing/2014/main" id="{1062646D-2208-4616-91AB-FF44CEBDB123}"/>
                  </a:ext>
                </a:extLst>
              </p:cNvPr>
              <p:cNvSpPr txBox="1">
                <a:spLocks noRot="1" noChangeAspect="1" noMove="1" noResize="1" noEditPoints="1" noAdjustHandles="1" noChangeArrowheads="1" noChangeShapeType="1" noTextEdit="1"/>
              </p:cNvSpPr>
              <p:nvPr/>
            </p:nvSpPr>
            <p:spPr>
              <a:xfrm>
                <a:off x="1471245" y="2595392"/>
                <a:ext cx="226023" cy="276999"/>
              </a:xfrm>
              <a:prstGeom prst="rect">
                <a:avLst/>
              </a:prstGeom>
              <a:blipFill>
                <a:blip r:embed="rId24"/>
                <a:stretch>
                  <a:fillRect l="-5405" r="-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999A85CB-A209-4168-9404-C163B4C6A309}"/>
                  </a:ext>
                </a:extLst>
              </p:cNvPr>
              <p:cNvSpPr txBox="1"/>
              <p:nvPr/>
            </p:nvSpPr>
            <p:spPr>
              <a:xfrm>
                <a:off x="1471245" y="2929380"/>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2" name="CuadroTexto 41">
                <a:extLst>
                  <a:ext uri="{FF2B5EF4-FFF2-40B4-BE49-F238E27FC236}">
                    <a16:creationId xmlns:a16="http://schemas.microsoft.com/office/drawing/2014/main" id="{999A85CB-A209-4168-9404-C163B4C6A309}"/>
                  </a:ext>
                </a:extLst>
              </p:cNvPr>
              <p:cNvSpPr txBox="1">
                <a:spLocks noRot="1" noChangeAspect="1" noMove="1" noResize="1" noEditPoints="1" noAdjustHandles="1" noChangeArrowheads="1" noChangeShapeType="1" noTextEdit="1"/>
              </p:cNvSpPr>
              <p:nvPr/>
            </p:nvSpPr>
            <p:spPr>
              <a:xfrm>
                <a:off x="1471245" y="2929380"/>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CuadroTexto 42">
                <a:extLst>
                  <a:ext uri="{FF2B5EF4-FFF2-40B4-BE49-F238E27FC236}">
                    <a16:creationId xmlns:a16="http://schemas.microsoft.com/office/drawing/2014/main" id="{F7745E90-E6BF-4EE1-BA87-8EBA64B8BC73}"/>
                  </a:ext>
                </a:extLst>
              </p:cNvPr>
              <p:cNvSpPr txBox="1"/>
              <p:nvPr/>
            </p:nvSpPr>
            <p:spPr>
              <a:xfrm>
                <a:off x="1471245" y="3718409"/>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3" name="CuadroTexto 42">
                <a:extLst>
                  <a:ext uri="{FF2B5EF4-FFF2-40B4-BE49-F238E27FC236}">
                    <a16:creationId xmlns:a16="http://schemas.microsoft.com/office/drawing/2014/main" id="{F7745E90-E6BF-4EE1-BA87-8EBA64B8BC73}"/>
                  </a:ext>
                </a:extLst>
              </p:cNvPr>
              <p:cNvSpPr txBox="1">
                <a:spLocks noRot="1" noChangeAspect="1" noMove="1" noResize="1" noEditPoints="1" noAdjustHandles="1" noChangeArrowheads="1" noChangeShapeType="1" noTextEdit="1"/>
              </p:cNvSpPr>
              <p:nvPr/>
            </p:nvSpPr>
            <p:spPr>
              <a:xfrm>
                <a:off x="1471245" y="3718409"/>
                <a:ext cx="226023" cy="276999"/>
              </a:xfrm>
              <a:prstGeom prst="rect">
                <a:avLst/>
              </a:prstGeom>
              <a:blipFill>
                <a:blip r:embed="rId23"/>
                <a:stretch>
                  <a:fillRect l="-21622" r="-21622" b="-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CuadroTexto 43">
                <a:extLst>
                  <a:ext uri="{FF2B5EF4-FFF2-40B4-BE49-F238E27FC236}">
                    <a16:creationId xmlns:a16="http://schemas.microsoft.com/office/drawing/2014/main" id="{85B96530-B648-4287-8B0A-351406C84640}"/>
                  </a:ext>
                </a:extLst>
              </p:cNvPr>
              <p:cNvSpPr txBox="1"/>
              <p:nvPr/>
            </p:nvSpPr>
            <p:spPr>
              <a:xfrm>
                <a:off x="1471245" y="4004684"/>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4" name="CuadroTexto 43">
                <a:extLst>
                  <a:ext uri="{FF2B5EF4-FFF2-40B4-BE49-F238E27FC236}">
                    <a16:creationId xmlns:a16="http://schemas.microsoft.com/office/drawing/2014/main" id="{85B96530-B648-4287-8B0A-351406C84640}"/>
                  </a:ext>
                </a:extLst>
              </p:cNvPr>
              <p:cNvSpPr txBox="1">
                <a:spLocks noRot="1" noChangeAspect="1" noMove="1" noResize="1" noEditPoints="1" noAdjustHandles="1" noChangeArrowheads="1" noChangeShapeType="1" noTextEdit="1"/>
              </p:cNvSpPr>
              <p:nvPr/>
            </p:nvSpPr>
            <p:spPr>
              <a:xfrm>
                <a:off x="1471245" y="4004684"/>
                <a:ext cx="226023" cy="276999"/>
              </a:xfrm>
              <a:prstGeom prst="rect">
                <a:avLst/>
              </a:prstGeom>
              <a:blipFill>
                <a:blip r:embed="rId24"/>
                <a:stretch>
                  <a:fillRect l="-5405" r="-54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CuadroTexto 44">
                <a:extLst>
                  <a:ext uri="{FF2B5EF4-FFF2-40B4-BE49-F238E27FC236}">
                    <a16:creationId xmlns:a16="http://schemas.microsoft.com/office/drawing/2014/main" id="{0C3EC8BF-6128-41B5-977E-C36085798886}"/>
                  </a:ext>
                </a:extLst>
              </p:cNvPr>
              <p:cNvSpPr txBox="1"/>
              <p:nvPr/>
            </p:nvSpPr>
            <p:spPr>
              <a:xfrm>
                <a:off x="1471245" y="4328891"/>
                <a:ext cx="2260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m:t>
                      </m:r>
                    </m:oMath>
                  </m:oMathPara>
                </a14:m>
                <a:endParaRPr lang="es-419" b="1"/>
              </a:p>
            </p:txBody>
          </p:sp>
        </mc:Choice>
        <mc:Fallback>
          <p:sp>
            <p:nvSpPr>
              <p:cNvPr id="45" name="CuadroTexto 44">
                <a:extLst>
                  <a:ext uri="{FF2B5EF4-FFF2-40B4-BE49-F238E27FC236}">
                    <a16:creationId xmlns:a16="http://schemas.microsoft.com/office/drawing/2014/main" id="{0C3EC8BF-6128-41B5-977E-C36085798886}"/>
                  </a:ext>
                </a:extLst>
              </p:cNvPr>
              <p:cNvSpPr txBox="1">
                <a:spLocks noRot="1" noChangeAspect="1" noMove="1" noResize="1" noEditPoints="1" noAdjustHandles="1" noChangeArrowheads="1" noChangeShapeType="1" noTextEdit="1"/>
              </p:cNvSpPr>
              <p:nvPr/>
            </p:nvSpPr>
            <p:spPr>
              <a:xfrm>
                <a:off x="1471245" y="4328891"/>
                <a:ext cx="226023" cy="276999"/>
              </a:xfrm>
              <a:prstGeom prst="rect">
                <a:avLst/>
              </a:prstGeom>
              <a:blipFill>
                <a:blip r:embed="rId25"/>
                <a:stretch>
                  <a:fillRect l="-21622" r="-21622" b="-6522"/>
                </a:stretch>
              </a:blipFill>
            </p:spPr>
            <p:txBody>
              <a:bodyPr/>
              <a:lstStyle/>
              <a:p>
                <a:r>
                  <a:rPr lang="en-US">
                    <a:noFill/>
                  </a:rPr>
                  <a:t> </a:t>
                </a:r>
              </a:p>
            </p:txBody>
          </p:sp>
        </mc:Fallback>
      </mc:AlternateContent>
    </p:spTree>
    <p:extLst>
      <p:ext uri="{BB962C8B-B14F-4D97-AF65-F5344CB8AC3E}">
        <p14:creationId xmlns:p14="http://schemas.microsoft.com/office/powerpoint/2010/main" val="1642178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0" grpId="0"/>
      <p:bldP spid="41" grpId="0"/>
      <p:bldP spid="42" grpId="0"/>
      <p:bldP spid="43" grpId="0"/>
      <p:bldP spid="44" grpId="0"/>
      <p:bldP spid="4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2C6D9D75-46B1-4377-AB15-D9066313BDB2}"/>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121103" y="2563476"/>
            <a:ext cx="201143" cy="1731048"/>
          </a:xfrm>
          <a:prstGeom prst="rect">
            <a:avLst/>
          </a:prstGeom>
        </p:spPr>
      </p:pic>
      <p:cxnSp>
        <p:nvCxnSpPr>
          <p:cNvPr id="8" name="Conector recto 7">
            <a:extLst>
              <a:ext uri="{FF2B5EF4-FFF2-40B4-BE49-F238E27FC236}">
                <a16:creationId xmlns:a16="http://schemas.microsoft.com/office/drawing/2014/main" id="{8BB14CBF-25AF-407E-8A8B-FCF0510068FA}"/>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C5511480-C3C8-42F9-B123-556CA2590E1A}"/>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276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6" name="Imagen 5">
            <a:extLst>
              <a:ext uri="{FF2B5EF4-FFF2-40B4-BE49-F238E27FC236}">
                <a16:creationId xmlns:a16="http://schemas.microsoft.com/office/drawing/2014/main" id="{7CE336BB-0E87-42F0-B7D6-31212DCDB5E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121103" y="2563476"/>
            <a:ext cx="1472001" cy="1731048"/>
          </a:xfrm>
          <a:prstGeom prst="rect">
            <a:avLst/>
          </a:prstGeom>
        </p:spPr>
      </p:pic>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ángulo: esquinas redondeadas 13">
            <a:extLst>
              <a:ext uri="{FF2B5EF4-FFF2-40B4-BE49-F238E27FC236}">
                <a16:creationId xmlns:a16="http://schemas.microsoft.com/office/drawing/2014/main" id="{82373A25-5286-4E33-9348-736CA7739428}"/>
              </a:ext>
            </a:extLst>
          </p:cNvPr>
          <p:cNvSpPr/>
          <p:nvPr/>
        </p:nvSpPr>
        <p:spPr>
          <a:xfrm>
            <a:off x="7683798" y="1733020"/>
            <a:ext cx="254000"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6" name="Conector recto de flecha 15">
            <a:extLst>
              <a:ext uri="{FF2B5EF4-FFF2-40B4-BE49-F238E27FC236}">
                <a16:creationId xmlns:a16="http://schemas.microsoft.com/office/drawing/2014/main" id="{B71DD24E-DF9D-48CC-A0A8-8ECF5AE95B35}"/>
              </a:ext>
            </a:extLst>
          </p:cNvPr>
          <p:cNvCxnSpPr>
            <a:cxnSpLocks/>
          </p:cNvCxnSpPr>
          <p:nvPr/>
        </p:nvCxnSpPr>
        <p:spPr>
          <a:xfrm flipV="1">
            <a:off x="1737901" y="2711808"/>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B526A51F-D780-4078-BD65-21B212A959D7}"/>
              </a:ext>
            </a:extLst>
          </p:cNvPr>
          <p:cNvCxnSpPr>
            <a:cxnSpLocks/>
          </p:cNvCxnSpPr>
          <p:nvPr/>
        </p:nvCxnSpPr>
        <p:spPr>
          <a:xfrm>
            <a:off x="2158447" y="2711809"/>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FBA6B018-A9A1-4869-BE2C-C7EDB26CACDC}"/>
              </a:ext>
            </a:extLst>
          </p:cNvPr>
          <p:cNvCxnSpPr>
            <a:cxnSpLocks/>
          </p:cNvCxnSpPr>
          <p:nvPr/>
        </p:nvCxnSpPr>
        <p:spPr>
          <a:xfrm flipV="1">
            <a:off x="2161822" y="2711808"/>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ángulo: esquinas redondeadas 18">
            <a:extLst>
              <a:ext uri="{FF2B5EF4-FFF2-40B4-BE49-F238E27FC236}">
                <a16:creationId xmlns:a16="http://schemas.microsoft.com/office/drawing/2014/main" id="{D91523B8-08A8-4060-BD2D-3CFBB2F965C4}"/>
              </a:ext>
            </a:extLst>
          </p:cNvPr>
          <p:cNvSpPr/>
          <p:nvPr/>
        </p:nvSpPr>
        <p:spPr>
          <a:xfrm>
            <a:off x="7107391" y="1764014"/>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Rectángulo: esquinas redondeadas 19">
            <a:extLst>
              <a:ext uri="{FF2B5EF4-FFF2-40B4-BE49-F238E27FC236}">
                <a16:creationId xmlns:a16="http://schemas.microsoft.com/office/drawing/2014/main" id="{831C958A-562C-4A47-BE36-372D4DFCA65B}"/>
              </a:ext>
            </a:extLst>
          </p:cNvPr>
          <p:cNvSpPr/>
          <p:nvPr/>
        </p:nvSpPr>
        <p:spPr>
          <a:xfrm>
            <a:off x="6422558" y="1764686"/>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EB9F90AB-37B2-4C4E-9363-6FA7A5483E6F}"/>
              </a:ext>
            </a:extLst>
          </p:cNvPr>
          <p:cNvSpPr/>
          <p:nvPr/>
        </p:nvSpPr>
        <p:spPr>
          <a:xfrm>
            <a:off x="5791938" y="1764685"/>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B562BB9C-5A93-499F-9F66-140E819CF0B6}"/>
              </a:ext>
            </a:extLst>
          </p:cNvPr>
          <p:cNvSpPr/>
          <p:nvPr/>
        </p:nvSpPr>
        <p:spPr>
          <a:xfrm>
            <a:off x="5072348" y="1717391"/>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3" name="Rectángulo: esquinas redondeadas 22">
            <a:extLst>
              <a:ext uri="{FF2B5EF4-FFF2-40B4-BE49-F238E27FC236}">
                <a16:creationId xmlns:a16="http://schemas.microsoft.com/office/drawing/2014/main" id="{0D91F21A-E638-4FF2-AE11-2E1DD19B8B67}"/>
              </a:ext>
            </a:extLst>
          </p:cNvPr>
          <p:cNvSpPr/>
          <p:nvPr/>
        </p:nvSpPr>
        <p:spPr>
          <a:xfrm>
            <a:off x="4476485" y="1743378"/>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4" name="Rectángulo: esquinas redondeadas 23">
            <a:extLst>
              <a:ext uri="{FF2B5EF4-FFF2-40B4-BE49-F238E27FC236}">
                <a16:creationId xmlns:a16="http://schemas.microsoft.com/office/drawing/2014/main" id="{AF087E52-0DB9-4DB5-8806-0FCCD7415CFE}"/>
              </a:ext>
            </a:extLst>
          </p:cNvPr>
          <p:cNvSpPr/>
          <p:nvPr/>
        </p:nvSpPr>
        <p:spPr>
          <a:xfrm>
            <a:off x="1542390" y="2574904"/>
            <a:ext cx="18140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6" name="Rectángulo: esquinas redondeadas 25">
            <a:extLst>
              <a:ext uri="{FF2B5EF4-FFF2-40B4-BE49-F238E27FC236}">
                <a16:creationId xmlns:a16="http://schemas.microsoft.com/office/drawing/2014/main" id="{FCA5FACF-89E0-4906-82D4-0D4166B48843}"/>
              </a:ext>
            </a:extLst>
          </p:cNvPr>
          <p:cNvSpPr/>
          <p:nvPr/>
        </p:nvSpPr>
        <p:spPr>
          <a:xfrm>
            <a:off x="1523276" y="2860061"/>
            <a:ext cx="200514"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7" name="Rectángulo: esquinas redondeadas 26">
            <a:extLst>
              <a:ext uri="{FF2B5EF4-FFF2-40B4-BE49-F238E27FC236}">
                <a16:creationId xmlns:a16="http://schemas.microsoft.com/office/drawing/2014/main" id="{68C956D2-556D-4BF2-A0D9-0BED9FB951CA}"/>
              </a:ext>
            </a:extLst>
          </p:cNvPr>
          <p:cNvSpPr/>
          <p:nvPr/>
        </p:nvSpPr>
        <p:spPr>
          <a:xfrm>
            <a:off x="1957527" y="2560091"/>
            <a:ext cx="18140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D33F56F7-EEAF-4993-B1DF-E9CE87A2001E}"/>
              </a:ext>
            </a:extLst>
          </p:cNvPr>
          <p:cNvSpPr/>
          <p:nvPr/>
        </p:nvSpPr>
        <p:spPr>
          <a:xfrm>
            <a:off x="1926506" y="2860061"/>
            <a:ext cx="18140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Rectángulo: esquinas redondeadas 28">
            <a:extLst>
              <a:ext uri="{FF2B5EF4-FFF2-40B4-BE49-F238E27FC236}">
                <a16:creationId xmlns:a16="http://schemas.microsoft.com/office/drawing/2014/main" id="{A3D57E64-6A2A-4006-8288-FACDE56F2E90}"/>
              </a:ext>
            </a:extLst>
          </p:cNvPr>
          <p:cNvSpPr/>
          <p:nvPr/>
        </p:nvSpPr>
        <p:spPr>
          <a:xfrm>
            <a:off x="2411704" y="2560091"/>
            <a:ext cx="18140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Rectángulo: esquinas redondeadas 29">
            <a:extLst>
              <a:ext uri="{FF2B5EF4-FFF2-40B4-BE49-F238E27FC236}">
                <a16:creationId xmlns:a16="http://schemas.microsoft.com/office/drawing/2014/main" id="{190A5682-5A99-49E7-96B3-169CE93069CE}"/>
              </a:ext>
            </a:extLst>
          </p:cNvPr>
          <p:cNvSpPr/>
          <p:nvPr/>
        </p:nvSpPr>
        <p:spPr>
          <a:xfrm>
            <a:off x="2351708" y="2845789"/>
            <a:ext cx="271246"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1" name="Conector recto de flecha 30">
            <a:extLst>
              <a:ext uri="{FF2B5EF4-FFF2-40B4-BE49-F238E27FC236}">
                <a16:creationId xmlns:a16="http://schemas.microsoft.com/office/drawing/2014/main" id="{40C2DB65-362B-40B2-BFF4-9E97F70678B3}"/>
              </a:ext>
            </a:extLst>
          </p:cNvPr>
          <p:cNvCxnSpPr>
            <a:cxnSpLocks/>
          </p:cNvCxnSpPr>
          <p:nvPr/>
        </p:nvCxnSpPr>
        <p:spPr>
          <a:xfrm>
            <a:off x="2666914" y="2697612"/>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cxnSp>
        <p:nvCxnSpPr>
          <p:cNvPr id="15" name="Conector recto de flecha 14">
            <a:extLst>
              <a:ext uri="{FF2B5EF4-FFF2-40B4-BE49-F238E27FC236}">
                <a16:creationId xmlns:a16="http://schemas.microsoft.com/office/drawing/2014/main" id="{7342ABDF-6CC4-42F4-905B-FFD53685DE48}"/>
              </a:ext>
            </a:extLst>
          </p:cNvPr>
          <p:cNvCxnSpPr>
            <a:cxnSpLocks/>
          </p:cNvCxnSpPr>
          <p:nvPr/>
        </p:nvCxnSpPr>
        <p:spPr>
          <a:xfrm>
            <a:off x="1734526" y="2711809"/>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735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2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P spid="3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11" name="Imagen 10">
            <a:extLst>
              <a:ext uri="{FF2B5EF4-FFF2-40B4-BE49-F238E27FC236}">
                <a16:creationId xmlns:a16="http://schemas.microsoft.com/office/drawing/2014/main" id="{B5745F05-68CB-4740-BE2E-73B4D626853B}"/>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121104" y="2563476"/>
            <a:ext cx="1568001" cy="1731048"/>
          </a:xfrm>
          <a:prstGeom prst="rect">
            <a:avLst/>
          </a:prstGeom>
        </p:spPr>
      </p:pic>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spTree>
    <p:extLst>
      <p:ext uri="{BB962C8B-B14F-4D97-AF65-F5344CB8AC3E}">
        <p14:creationId xmlns:p14="http://schemas.microsoft.com/office/powerpoint/2010/main" val="2634051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esquinas redondeadas 31">
            <a:extLst>
              <a:ext uri="{FF2B5EF4-FFF2-40B4-BE49-F238E27FC236}">
                <a16:creationId xmlns:a16="http://schemas.microsoft.com/office/drawing/2014/main" id="{2E524897-5E15-4FCF-899F-D0A1CF5C163D}"/>
              </a:ext>
            </a:extLst>
          </p:cNvPr>
          <p:cNvSpPr/>
          <p:nvPr/>
        </p:nvSpPr>
        <p:spPr>
          <a:xfrm>
            <a:off x="2015112" y="2500472"/>
            <a:ext cx="21336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C87CC4F1-055C-4D42-B651-9E2C916061E5}"/>
              </a:ext>
            </a:extLst>
          </p:cNvPr>
          <p:cNvSpPr/>
          <p:nvPr/>
        </p:nvSpPr>
        <p:spPr>
          <a:xfrm>
            <a:off x="1604619" y="2459832"/>
            <a:ext cx="213360"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10" name="Imagen 9">
            <a:extLst>
              <a:ext uri="{FF2B5EF4-FFF2-40B4-BE49-F238E27FC236}">
                <a16:creationId xmlns:a16="http://schemas.microsoft.com/office/drawing/2014/main" id="{ABA2EB45-E29C-46C3-A649-1C11323F65F7}"/>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121104" y="2563476"/>
            <a:ext cx="1568001" cy="1731048"/>
          </a:xfrm>
          <a:prstGeom prst="rect">
            <a:avLst/>
          </a:prstGeom>
        </p:spPr>
      </p:pic>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03265" y="2684556"/>
            <a:ext cx="292962" cy="30827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791438" y="2704707"/>
            <a:ext cx="255075" cy="2641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54479" y="2865498"/>
            <a:ext cx="263500" cy="2774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7089750" y="2747316"/>
            <a:ext cx="61153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7800950" y="2698936"/>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7489793" y="3047363"/>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8696960" y="2743200"/>
            <a:ext cx="1510950"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40211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5" grpId="0" animBg="1"/>
      <p:bldP spid="15" grpId="0" animBg="1"/>
      <p:bldP spid="16" grpId="0" animBg="1"/>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32" name="Rectángulo: esquinas redondeadas 31">
            <a:extLst>
              <a:ext uri="{FF2B5EF4-FFF2-40B4-BE49-F238E27FC236}">
                <a16:creationId xmlns:a16="http://schemas.microsoft.com/office/drawing/2014/main" id="{2E524897-5E15-4FCF-899F-D0A1CF5C163D}"/>
              </a:ext>
            </a:extLst>
          </p:cNvPr>
          <p:cNvSpPr/>
          <p:nvPr/>
        </p:nvSpPr>
        <p:spPr>
          <a:xfrm>
            <a:off x="2492632" y="2500472"/>
            <a:ext cx="21336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C87CC4F1-055C-4D42-B651-9E2C916061E5}"/>
              </a:ext>
            </a:extLst>
          </p:cNvPr>
          <p:cNvSpPr/>
          <p:nvPr/>
        </p:nvSpPr>
        <p:spPr>
          <a:xfrm>
            <a:off x="1584299" y="2459832"/>
            <a:ext cx="213360"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6" name="Imagen 5">
            <a:extLst>
              <a:ext uri="{FF2B5EF4-FFF2-40B4-BE49-F238E27FC236}">
                <a16:creationId xmlns:a16="http://schemas.microsoft.com/office/drawing/2014/main" id="{0BB8FBF2-F230-4BE2-BB1D-DC733B591B2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121105" y="2563476"/>
            <a:ext cx="1568001" cy="1731048"/>
          </a:xfrm>
          <a:prstGeom prst="rect">
            <a:avLst/>
          </a:prstGeom>
        </p:spPr>
      </p:pic>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03265" y="2704707"/>
            <a:ext cx="669047" cy="2881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791438" y="2704707"/>
            <a:ext cx="621945" cy="25269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54479" y="2865498"/>
            <a:ext cx="263500" cy="2774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7079590" y="3378381"/>
            <a:ext cx="721360"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7800950" y="3378382"/>
            <a:ext cx="1099210"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7489793" y="3763459"/>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8808720" y="3426684"/>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EC2A70A7-27DC-4522-B2A0-147B6DC14BF3}"/>
              </a:ext>
            </a:extLst>
          </p:cNvPr>
          <p:cNvSpPr/>
          <p:nvPr/>
        </p:nvSpPr>
        <p:spPr>
          <a:xfrm>
            <a:off x="1937616" y="3176360"/>
            <a:ext cx="328063" cy="25264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4178924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5" grpId="0" animBg="1"/>
      <p:bldP spid="16" grpId="0" animBg="1"/>
      <p:bldP spid="17" grpId="0" animBg="1"/>
      <p:bldP spid="18" grpId="0" animBg="1"/>
      <p:bldP spid="19"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a:extLst>
              <a:ext uri="{FF2B5EF4-FFF2-40B4-BE49-F238E27FC236}">
                <a16:creationId xmlns:a16="http://schemas.microsoft.com/office/drawing/2014/main" id="{E9A15299-87D2-4DFB-B72F-A5ECAFC0574E}"/>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6483097" y="4146916"/>
            <a:ext cx="3625143" cy="534857"/>
          </a:xfrm>
          <a:prstGeom prst="rect">
            <a:avLst/>
          </a:prstGeom>
        </p:spPr>
      </p:pic>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32" name="Rectángulo: esquinas redondeadas 31">
            <a:extLst>
              <a:ext uri="{FF2B5EF4-FFF2-40B4-BE49-F238E27FC236}">
                <a16:creationId xmlns:a16="http://schemas.microsoft.com/office/drawing/2014/main" id="{2E524897-5E15-4FCF-899F-D0A1CF5C163D}"/>
              </a:ext>
            </a:extLst>
          </p:cNvPr>
          <p:cNvSpPr/>
          <p:nvPr/>
        </p:nvSpPr>
        <p:spPr>
          <a:xfrm>
            <a:off x="2037205" y="2856308"/>
            <a:ext cx="21336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C87CC4F1-055C-4D42-B651-9E2C916061E5}"/>
              </a:ext>
            </a:extLst>
          </p:cNvPr>
          <p:cNvSpPr/>
          <p:nvPr/>
        </p:nvSpPr>
        <p:spPr>
          <a:xfrm>
            <a:off x="1584299" y="2459832"/>
            <a:ext cx="213360"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10" name="Imagen 9">
            <a:extLst>
              <a:ext uri="{FF2B5EF4-FFF2-40B4-BE49-F238E27FC236}">
                <a16:creationId xmlns:a16="http://schemas.microsoft.com/office/drawing/2014/main" id="{DDD40B0D-DD2C-4180-9619-1590DA8506D3}"/>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1121105" y="2563476"/>
            <a:ext cx="1569525" cy="1731048"/>
          </a:xfrm>
          <a:prstGeom prst="rect">
            <a:avLst/>
          </a:prstGeom>
        </p:spPr>
      </p:pic>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03265" y="3030157"/>
            <a:ext cx="221853" cy="26747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791438" y="3009507"/>
            <a:ext cx="233680" cy="32513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54479" y="3149978"/>
            <a:ext cx="263500" cy="2774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7015388" y="4081070"/>
            <a:ext cx="721360"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7736748" y="4072278"/>
            <a:ext cx="970372"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7399658" y="4453723"/>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8691128" y="4118459"/>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EC2A70A7-27DC-4522-B2A0-147B6DC14BF3}"/>
              </a:ext>
            </a:extLst>
          </p:cNvPr>
          <p:cNvSpPr/>
          <p:nvPr/>
        </p:nvSpPr>
        <p:spPr>
          <a:xfrm>
            <a:off x="1584298" y="3494584"/>
            <a:ext cx="218967" cy="27741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924049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5" grpId="0" animBg="1"/>
      <p:bldP spid="16" grpId="0" animBg="1"/>
      <p:bldP spid="17" grpId="0" animBg="1"/>
      <p:bldP spid="18" grpId="0" animBg="1"/>
      <p:bldP spid="19" grpId="0" animBg="1"/>
      <p:bldP spid="2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ángulo: esquinas redondeadas 24">
            <a:extLst>
              <a:ext uri="{FF2B5EF4-FFF2-40B4-BE49-F238E27FC236}">
                <a16:creationId xmlns:a16="http://schemas.microsoft.com/office/drawing/2014/main" id="{C87CC4F1-055C-4D42-B651-9E2C916061E5}"/>
              </a:ext>
            </a:extLst>
          </p:cNvPr>
          <p:cNvSpPr/>
          <p:nvPr/>
        </p:nvSpPr>
        <p:spPr>
          <a:xfrm>
            <a:off x="1584299" y="2459832"/>
            <a:ext cx="213360"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2" name="Rectángulo: esquinas redondeadas 31">
            <a:extLst>
              <a:ext uri="{FF2B5EF4-FFF2-40B4-BE49-F238E27FC236}">
                <a16:creationId xmlns:a16="http://schemas.microsoft.com/office/drawing/2014/main" id="{2E524897-5E15-4FCF-899F-D0A1CF5C163D}"/>
              </a:ext>
            </a:extLst>
          </p:cNvPr>
          <p:cNvSpPr/>
          <p:nvPr/>
        </p:nvSpPr>
        <p:spPr>
          <a:xfrm>
            <a:off x="2468004" y="2834777"/>
            <a:ext cx="21336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1" name="Imagen 20">
            <a:extLst>
              <a:ext uri="{FF2B5EF4-FFF2-40B4-BE49-F238E27FC236}">
                <a16:creationId xmlns:a16="http://schemas.microsoft.com/office/drawing/2014/main" id="{0162D652-E77A-45E5-AC9A-036A963A473B}"/>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1121105" y="2563476"/>
            <a:ext cx="1569525" cy="1731048"/>
          </a:xfrm>
          <a:prstGeom prst="rect">
            <a:avLst/>
          </a:prstGeom>
        </p:spPr>
      </p:pic>
      <p:pic>
        <p:nvPicPr>
          <p:cNvPr id="6" name="Imagen 5">
            <a:extLst>
              <a:ext uri="{FF2B5EF4-FFF2-40B4-BE49-F238E27FC236}">
                <a16:creationId xmlns:a16="http://schemas.microsoft.com/office/drawing/2014/main" id="{4900204E-AF47-4ED5-8B7D-2C9A02BD9AB5}"/>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6492240" y="4975135"/>
            <a:ext cx="2918095" cy="534857"/>
          </a:xfrm>
          <a:prstGeom prst="rect">
            <a:avLst/>
          </a:prstGeom>
        </p:spPr>
      </p:pic>
      <p:pic>
        <p:nvPicPr>
          <p:cNvPr id="20" name="Imagen 19">
            <a:extLst>
              <a:ext uri="{FF2B5EF4-FFF2-40B4-BE49-F238E27FC236}">
                <a16:creationId xmlns:a16="http://schemas.microsoft.com/office/drawing/2014/main" id="{E9A15299-87D2-4DFB-B72F-A5ECAFC0574E}"/>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6483097" y="4146916"/>
            <a:ext cx="3625143" cy="534857"/>
          </a:xfrm>
          <a:prstGeom prst="rect">
            <a:avLst/>
          </a:prstGeom>
        </p:spPr>
      </p:pic>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03265" y="2964418"/>
            <a:ext cx="644419" cy="33321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791438" y="3009507"/>
            <a:ext cx="667300" cy="31523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54479" y="3149978"/>
            <a:ext cx="263500" cy="2774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7015388" y="4918551"/>
            <a:ext cx="896010"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7847663" y="4904132"/>
            <a:ext cx="970372"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7406576" y="5323906"/>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8825734" y="4918937"/>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EC2A70A7-27DC-4522-B2A0-147B6DC14BF3}"/>
              </a:ext>
            </a:extLst>
          </p:cNvPr>
          <p:cNvSpPr/>
          <p:nvPr/>
        </p:nvSpPr>
        <p:spPr>
          <a:xfrm>
            <a:off x="1968361" y="3503255"/>
            <a:ext cx="218967" cy="27741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1752326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5" grpId="0" animBg="1"/>
      <p:bldP spid="16" grpId="0" animBg="1"/>
      <p:bldP spid="17" grpId="0" animBg="1"/>
      <p:bldP spid="18" grpId="0" animBg="1"/>
      <p:bldP spid="19"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esquinas redondeadas 31">
            <a:extLst>
              <a:ext uri="{FF2B5EF4-FFF2-40B4-BE49-F238E27FC236}">
                <a16:creationId xmlns:a16="http://schemas.microsoft.com/office/drawing/2014/main" id="{2E524897-5E15-4FCF-899F-D0A1CF5C163D}"/>
              </a:ext>
            </a:extLst>
          </p:cNvPr>
          <p:cNvSpPr/>
          <p:nvPr/>
        </p:nvSpPr>
        <p:spPr>
          <a:xfrm>
            <a:off x="2107492" y="3159168"/>
            <a:ext cx="21336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C87CC4F1-055C-4D42-B651-9E2C916061E5}"/>
              </a:ext>
            </a:extLst>
          </p:cNvPr>
          <p:cNvSpPr/>
          <p:nvPr/>
        </p:nvSpPr>
        <p:spPr>
          <a:xfrm>
            <a:off x="1584299" y="2459832"/>
            <a:ext cx="213360"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3" name="Imagen 22">
            <a:extLst>
              <a:ext uri="{FF2B5EF4-FFF2-40B4-BE49-F238E27FC236}">
                <a16:creationId xmlns:a16="http://schemas.microsoft.com/office/drawing/2014/main" id="{F3280A54-2D1E-4552-A547-52F80D342413}"/>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1121105" y="2563476"/>
            <a:ext cx="1717335" cy="1731048"/>
          </a:xfrm>
          <a:prstGeom prst="rect">
            <a:avLst/>
          </a:prstGeom>
        </p:spPr>
      </p:pic>
      <p:pic>
        <p:nvPicPr>
          <p:cNvPr id="10" name="Imagen 9">
            <a:extLst>
              <a:ext uri="{FF2B5EF4-FFF2-40B4-BE49-F238E27FC236}">
                <a16:creationId xmlns:a16="http://schemas.microsoft.com/office/drawing/2014/main" id="{45BBF585-C4CA-4853-B6B6-C2CC32A6848D}"/>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525160" y="5776263"/>
            <a:ext cx="4099047" cy="534857"/>
          </a:xfrm>
          <a:prstGeom prst="rect">
            <a:avLst/>
          </a:prstGeom>
        </p:spPr>
      </p:pic>
      <p:pic>
        <p:nvPicPr>
          <p:cNvPr id="6" name="Imagen 5">
            <a:extLst>
              <a:ext uri="{FF2B5EF4-FFF2-40B4-BE49-F238E27FC236}">
                <a16:creationId xmlns:a16="http://schemas.microsoft.com/office/drawing/2014/main" id="{4900204E-AF47-4ED5-8B7D-2C9A02BD9AB5}"/>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6492240" y="4975135"/>
            <a:ext cx="2918095" cy="534857"/>
          </a:xfrm>
          <a:prstGeom prst="rect">
            <a:avLst/>
          </a:prstGeom>
        </p:spPr>
      </p:pic>
      <p:pic>
        <p:nvPicPr>
          <p:cNvPr id="20" name="Imagen 19">
            <a:extLst>
              <a:ext uri="{FF2B5EF4-FFF2-40B4-BE49-F238E27FC236}">
                <a16:creationId xmlns:a16="http://schemas.microsoft.com/office/drawing/2014/main" id="{E9A15299-87D2-4DFB-B72F-A5ECAFC0574E}"/>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6483097" y="4146916"/>
            <a:ext cx="3625143" cy="534857"/>
          </a:xfrm>
          <a:prstGeom prst="rect">
            <a:avLst/>
          </a:prstGeom>
        </p:spPr>
      </p:pic>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7"/>
            </p:custDataLst>
          </p:nvPr>
        </p:nvPicPr>
        <p:blipFill>
          <a:blip r:embed="rId15">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03265" y="3337489"/>
            <a:ext cx="304227" cy="30558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791438" y="3354947"/>
            <a:ext cx="316054" cy="23488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39765" y="3457310"/>
            <a:ext cx="263500" cy="2774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1136294" y="5720208"/>
            <a:ext cx="655144"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1814868" y="5720208"/>
            <a:ext cx="1023571"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1584299" y="6141063"/>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2953254" y="5790810"/>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EC2A70A7-27DC-4522-B2A0-147B6DC14BF3}"/>
              </a:ext>
            </a:extLst>
          </p:cNvPr>
          <p:cNvSpPr/>
          <p:nvPr/>
        </p:nvSpPr>
        <p:spPr>
          <a:xfrm>
            <a:off x="1572471" y="3806350"/>
            <a:ext cx="218967" cy="27741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085221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5" grpId="0" animBg="1"/>
      <p:bldP spid="16" grpId="0" animBg="1"/>
      <p:bldP spid="17" grpId="0" animBg="1"/>
      <p:bldP spid="18" grpId="0" animBg="1"/>
      <p:bldP spid="19"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esquinas redondeadas 31">
            <a:extLst>
              <a:ext uri="{FF2B5EF4-FFF2-40B4-BE49-F238E27FC236}">
                <a16:creationId xmlns:a16="http://schemas.microsoft.com/office/drawing/2014/main" id="{2E524897-5E15-4FCF-899F-D0A1CF5C163D}"/>
              </a:ext>
            </a:extLst>
          </p:cNvPr>
          <p:cNvSpPr/>
          <p:nvPr/>
        </p:nvSpPr>
        <p:spPr>
          <a:xfrm>
            <a:off x="2169022" y="3420836"/>
            <a:ext cx="287850"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Rectángulo: esquinas redondeadas 24">
            <a:extLst>
              <a:ext uri="{FF2B5EF4-FFF2-40B4-BE49-F238E27FC236}">
                <a16:creationId xmlns:a16="http://schemas.microsoft.com/office/drawing/2014/main" id="{C87CC4F1-055C-4D42-B651-9E2C916061E5}"/>
              </a:ext>
            </a:extLst>
          </p:cNvPr>
          <p:cNvSpPr/>
          <p:nvPr/>
        </p:nvSpPr>
        <p:spPr>
          <a:xfrm>
            <a:off x="1584298" y="2459832"/>
            <a:ext cx="413143" cy="205120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8" name="Imagen 27">
            <a:extLst>
              <a:ext uri="{FF2B5EF4-FFF2-40B4-BE49-F238E27FC236}">
                <a16:creationId xmlns:a16="http://schemas.microsoft.com/office/drawing/2014/main" id="{00A6A0F2-4191-4290-9A03-A2F864830F92}"/>
              </a:ext>
            </a:extLst>
          </p:cNvPr>
          <p:cNvPicPr>
            <a:picLocks noChangeAspect="1"/>
          </p:cNvPicPr>
          <p:nvPr>
            <p:custDataLst>
              <p:tags r:id="rId1"/>
            </p:custDataLst>
          </p:nvPr>
        </p:nvPicPr>
        <p:blipFill>
          <a:blip r:embed="rId10">
            <a:extLst>
              <a:ext uri="{28A0092B-C50C-407E-A947-70E740481C1C}">
                <a14:useLocalDpi xmlns:a14="http://schemas.microsoft.com/office/drawing/2010/main" val="0"/>
              </a:ext>
            </a:extLst>
          </a:blip>
          <a:stretch>
            <a:fillRect/>
          </a:stretch>
        </p:blipFill>
        <p:spPr>
          <a:xfrm>
            <a:off x="1121105" y="2563476"/>
            <a:ext cx="1796573" cy="1766095"/>
          </a:xfrm>
          <a:prstGeom prst="rect">
            <a:avLst/>
          </a:prstGeom>
        </p:spPr>
      </p:pic>
      <p:pic>
        <p:nvPicPr>
          <p:cNvPr id="23" name="Imagen 22">
            <a:extLst>
              <a:ext uri="{FF2B5EF4-FFF2-40B4-BE49-F238E27FC236}">
                <a16:creationId xmlns:a16="http://schemas.microsoft.com/office/drawing/2014/main" id="{EA984ACD-BE24-45CE-98E3-9AA964C28DD1}"/>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328497" y="5822410"/>
            <a:ext cx="3122286" cy="534857"/>
          </a:xfrm>
          <a:prstGeom prst="rect">
            <a:avLst/>
          </a:prstGeom>
        </p:spPr>
      </p:pic>
      <p:pic>
        <p:nvPicPr>
          <p:cNvPr id="11" name="Imagen 10">
            <a:extLst>
              <a:ext uri="{FF2B5EF4-FFF2-40B4-BE49-F238E27FC236}">
                <a16:creationId xmlns:a16="http://schemas.microsoft.com/office/drawing/2014/main" id="{EB0AA713-42C5-4D58-B61A-CEEBE7F1577B}"/>
              </a:ext>
            </a:extLst>
          </p:cNvPr>
          <p:cNvPicPr>
            <a:picLocks noChangeAspect="1"/>
          </p:cNvPicPr>
          <p:nvPr>
            <p:custDataLst>
              <p:tags r:id="rId3"/>
            </p:custDataLst>
          </p:nvPr>
        </p:nvPicPr>
        <p:blipFill>
          <a:blip r:embed="rId12">
            <a:extLst>
              <a:ext uri="{28A0092B-C50C-407E-A947-70E740481C1C}">
                <a14:useLocalDpi xmlns:a14="http://schemas.microsoft.com/office/drawing/2010/main" val="0"/>
              </a:ext>
            </a:extLst>
          </a:blip>
          <a:stretch>
            <a:fillRect/>
          </a:stretch>
        </p:blipFill>
        <p:spPr>
          <a:xfrm>
            <a:off x="525160" y="5776263"/>
            <a:ext cx="4103618" cy="534857"/>
          </a:xfrm>
          <a:prstGeom prst="rect">
            <a:avLst/>
          </a:prstGeom>
        </p:spPr>
      </p:pic>
      <p:pic>
        <p:nvPicPr>
          <p:cNvPr id="6" name="Imagen 5">
            <a:extLst>
              <a:ext uri="{FF2B5EF4-FFF2-40B4-BE49-F238E27FC236}">
                <a16:creationId xmlns:a16="http://schemas.microsoft.com/office/drawing/2014/main" id="{4900204E-AF47-4ED5-8B7D-2C9A02BD9AB5}"/>
              </a:ext>
            </a:extLst>
          </p:cNvPr>
          <p:cNvPicPr>
            <a:picLocks noChangeAspect="1"/>
          </p:cNvPicPr>
          <p:nvPr>
            <p:custDataLst>
              <p:tags r:id="rId4"/>
            </p:custDataLst>
          </p:nvPr>
        </p:nvPicPr>
        <p:blipFill>
          <a:blip r:embed="rId13">
            <a:extLst>
              <a:ext uri="{28A0092B-C50C-407E-A947-70E740481C1C}">
                <a14:useLocalDpi xmlns:a14="http://schemas.microsoft.com/office/drawing/2010/main" val="0"/>
              </a:ext>
            </a:extLst>
          </a:blip>
          <a:stretch>
            <a:fillRect/>
          </a:stretch>
        </p:blipFill>
        <p:spPr>
          <a:xfrm>
            <a:off x="6492240" y="4975135"/>
            <a:ext cx="2918095" cy="534857"/>
          </a:xfrm>
          <a:prstGeom prst="rect">
            <a:avLst/>
          </a:prstGeom>
        </p:spPr>
      </p:pic>
      <p:pic>
        <p:nvPicPr>
          <p:cNvPr id="20" name="Imagen 19">
            <a:extLst>
              <a:ext uri="{FF2B5EF4-FFF2-40B4-BE49-F238E27FC236}">
                <a16:creationId xmlns:a16="http://schemas.microsoft.com/office/drawing/2014/main" id="{E9A15299-87D2-4DFB-B72F-A5ECAFC0574E}"/>
              </a:ext>
            </a:extLst>
          </p:cNvPr>
          <p:cNvPicPr>
            <a:picLocks noChangeAspect="1"/>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6483097" y="4146916"/>
            <a:ext cx="3625143" cy="534857"/>
          </a:xfrm>
          <a:prstGeom prst="rect">
            <a:avLst/>
          </a:prstGeom>
        </p:spPr>
      </p:pic>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050316" cy="114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7"/>
            </p:custDataLst>
          </p:nvPr>
        </p:nvPicPr>
        <p:blipFill>
          <a:blip r:embed="rId16">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8"/>
            </p:custDataLst>
          </p:nvPr>
        </p:nvPicPr>
        <p:blipFill>
          <a:blip r:embed="rId17">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cxnSp>
        <p:nvCxnSpPr>
          <p:cNvPr id="13" name="Conector recto de flecha 12">
            <a:extLst>
              <a:ext uri="{FF2B5EF4-FFF2-40B4-BE49-F238E27FC236}">
                <a16:creationId xmlns:a16="http://schemas.microsoft.com/office/drawing/2014/main" id="{7B91ABCA-FE99-4F52-9474-23B2D9450A71}"/>
              </a:ext>
            </a:extLst>
          </p:cNvPr>
          <p:cNvCxnSpPr>
            <a:cxnSpLocks/>
          </p:cNvCxnSpPr>
          <p:nvPr/>
        </p:nvCxnSpPr>
        <p:spPr>
          <a:xfrm flipV="1">
            <a:off x="1874385" y="3621969"/>
            <a:ext cx="304227" cy="30558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0207050-2660-46A2-B6ED-F7F4FA66559B}"/>
              </a:ext>
            </a:extLst>
          </p:cNvPr>
          <p:cNvCxnSpPr>
            <a:cxnSpLocks/>
          </p:cNvCxnSpPr>
          <p:nvPr/>
        </p:nvCxnSpPr>
        <p:spPr>
          <a:xfrm>
            <a:off x="1862558" y="3639427"/>
            <a:ext cx="316054" cy="23488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DE267C4D-C2BD-4B40-8D17-CC02A78BCB0D}"/>
              </a:ext>
            </a:extLst>
          </p:cNvPr>
          <p:cNvSpPr/>
          <p:nvPr/>
        </p:nvSpPr>
        <p:spPr>
          <a:xfrm>
            <a:off x="1565703" y="3742058"/>
            <a:ext cx="431739" cy="34939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AD97B487-91AE-4E81-9E38-7199A6176817}"/>
              </a:ext>
            </a:extLst>
          </p:cNvPr>
          <p:cNvSpPr/>
          <p:nvPr/>
        </p:nvSpPr>
        <p:spPr>
          <a:xfrm>
            <a:off x="5903412" y="5749087"/>
            <a:ext cx="1024304"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39163484-B41B-4C47-968F-3A1866E5F143}"/>
              </a:ext>
            </a:extLst>
          </p:cNvPr>
          <p:cNvSpPr/>
          <p:nvPr/>
        </p:nvSpPr>
        <p:spPr>
          <a:xfrm>
            <a:off x="6927716" y="5736629"/>
            <a:ext cx="1010081" cy="3265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54347B2C-08EB-463B-B855-E457B7A7566A}"/>
              </a:ext>
            </a:extLst>
          </p:cNvPr>
          <p:cNvSpPr/>
          <p:nvPr/>
        </p:nvSpPr>
        <p:spPr>
          <a:xfrm>
            <a:off x="6483097" y="6184561"/>
            <a:ext cx="896010" cy="29389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0539247E-3DDF-4503-9D53-F5BB380FB170}"/>
              </a:ext>
            </a:extLst>
          </p:cNvPr>
          <p:cNvSpPr/>
          <p:nvPr/>
        </p:nvSpPr>
        <p:spPr>
          <a:xfrm>
            <a:off x="7937798" y="5701220"/>
            <a:ext cx="1507114"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EC2A70A7-27DC-4522-B2A0-147B6DC14BF3}"/>
              </a:ext>
            </a:extLst>
          </p:cNvPr>
          <p:cNvSpPr/>
          <p:nvPr/>
        </p:nvSpPr>
        <p:spPr>
          <a:xfrm>
            <a:off x="1623746" y="4091456"/>
            <a:ext cx="218967" cy="27741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086802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5" grpId="0" animBg="1"/>
      <p:bldP spid="16" grpId="0" animBg="1"/>
      <p:bldP spid="17" grpId="0" animBg="1"/>
      <p:bldP spid="18" grpId="0" animBg="1"/>
      <p:bldP spid="19"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4775F241-834B-46DA-8EA9-212620F4ACB1}"/>
              </a:ext>
            </a:extLst>
          </p:cNvPr>
          <p:cNvPicPr>
            <a:picLocks noChangeAspect="1"/>
          </p:cNvPicPr>
          <p:nvPr>
            <p:custDataLst>
              <p:tags r:id="rId1"/>
            </p:custDataLst>
          </p:nvPr>
        </p:nvPicPr>
        <p:blipFill>
          <a:blip r:embed="rId10">
            <a:extLst>
              <a:ext uri="{28A0092B-C50C-407E-A947-70E740481C1C}">
                <a14:useLocalDpi xmlns:a14="http://schemas.microsoft.com/office/drawing/2010/main" val="0"/>
              </a:ext>
            </a:extLst>
          </a:blip>
          <a:stretch>
            <a:fillRect/>
          </a:stretch>
        </p:blipFill>
        <p:spPr>
          <a:xfrm>
            <a:off x="1121105" y="2563478"/>
            <a:ext cx="1796573" cy="1731047"/>
          </a:xfrm>
          <a:prstGeom prst="rect">
            <a:avLst/>
          </a:prstGeom>
        </p:spPr>
      </p:pic>
      <p:pic>
        <p:nvPicPr>
          <p:cNvPr id="17" name="Imagen 16">
            <a:extLst>
              <a:ext uri="{FF2B5EF4-FFF2-40B4-BE49-F238E27FC236}">
                <a16:creationId xmlns:a16="http://schemas.microsoft.com/office/drawing/2014/main" id="{43DB3C22-C69E-4534-859F-478392E2D305}"/>
              </a:ext>
            </a:extLst>
          </p:cNvPr>
          <p:cNvPicPr>
            <a:picLocks noChangeAspect="1"/>
          </p:cNvPicPr>
          <p:nvPr>
            <p:custDataLst>
              <p:tags r:id="rId2"/>
            </p:custDataLst>
          </p:nvPr>
        </p:nvPicPr>
        <p:blipFill>
          <a:blip r:embed="rId11">
            <a:extLst>
              <a:ext uri="{28A0092B-C50C-407E-A947-70E740481C1C}">
                <a14:useLocalDpi xmlns:a14="http://schemas.microsoft.com/office/drawing/2010/main" val="0"/>
              </a:ext>
            </a:extLst>
          </a:blip>
          <a:stretch>
            <a:fillRect/>
          </a:stretch>
        </p:blipFill>
        <p:spPr>
          <a:xfrm>
            <a:off x="5328497" y="5822410"/>
            <a:ext cx="3122286" cy="534857"/>
          </a:xfrm>
          <a:prstGeom prst="rect">
            <a:avLst/>
          </a:prstGeom>
        </p:spPr>
      </p:pic>
      <p:pic>
        <p:nvPicPr>
          <p:cNvPr id="15" name="Imagen 14">
            <a:extLst>
              <a:ext uri="{FF2B5EF4-FFF2-40B4-BE49-F238E27FC236}">
                <a16:creationId xmlns:a16="http://schemas.microsoft.com/office/drawing/2014/main" id="{ECD42D08-250E-4FA6-8885-8238EBA4298D}"/>
              </a:ext>
            </a:extLst>
          </p:cNvPr>
          <p:cNvPicPr>
            <a:picLocks noChangeAspect="1"/>
          </p:cNvPicPr>
          <p:nvPr>
            <p:custDataLst>
              <p:tags r:id="rId3"/>
            </p:custDataLst>
          </p:nvPr>
        </p:nvPicPr>
        <p:blipFill>
          <a:blip r:embed="rId12">
            <a:extLst>
              <a:ext uri="{28A0092B-C50C-407E-A947-70E740481C1C}">
                <a14:useLocalDpi xmlns:a14="http://schemas.microsoft.com/office/drawing/2010/main" val="0"/>
              </a:ext>
            </a:extLst>
          </a:blip>
          <a:stretch>
            <a:fillRect/>
          </a:stretch>
        </p:blipFill>
        <p:spPr>
          <a:xfrm>
            <a:off x="525160" y="5776263"/>
            <a:ext cx="4103618" cy="534857"/>
          </a:xfrm>
          <a:prstGeom prst="rect">
            <a:avLst/>
          </a:prstGeom>
        </p:spPr>
      </p:pic>
      <p:pic>
        <p:nvPicPr>
          <p:cNvPr id="6" name="Imagen 5">
            <a:extLst>
              <a:ext uri="{FF2B5EF4-FFF2-40B4-BE49-F238E27FC236}">
                <a16:creationId xmlns:a16="http://schemas.microsoft.com/office/drawing/2014/main" id="{4900204E-AF47-4ED5-8B7D-2C9A02BD9AB5}"/>
              </a:ext>
            </a:extLst>
          </p:cNvPr>
          <p:cNvPicPr>
            <a:picLocks noChangeAspect="1"/>
          </p:cNvPicPr>
          <p:nvPr>
            <p:custDataLst>
              <p:tags r:id="rId4"/>
            </p:custDataLst>
          </p:nvPr>
        </p:nvPicPr>
        <p:blipFill>
          <a:blip r:embed="rId13">
            <a:extLst>
              <a:ext uri="{28A0092B-C50C-407E-A947-70E740481C1C}">
                <a14:useLocalDpi xmlns:a14="http://schemas.microsoft.com/office/drawing/2010/main" val="0"/>
              </a:ext>
            </a:extLst>
          </a:blip>
          <a:stretch>
            <a:fillRect/>
          </a:stretch>
        </p:blipFill>
        <p:spPr>
          <a:xfrm>
            <a:off x="6492240" y="4975135"/>
            <a:ext cx="2918095" cy="534857"/>
          </a:xfrm>
          <a:prstGeom prst="rect">
            <a:avLst/>
          </a:prstGeom>
        </p:spPr>
      </p:pic>
      <p:pic>
        <p:nvPicPr>
          <p:cNvPr id="20" name="Imagen 19">
            <a:extLst>
              <a:ext uri="{FF2B5EF4-FFF2-40B4-BE49-F238E27FC236}">
                <a16:creationId xmlns:a16="http://schemas.microsoft.com/office/drawing/2014/main" id="{E9A15299-87D2-4DFB-B72F-A5ECAFC0574E}"/>
              </a:ext>
            </a:extLst>
          </p:cNvPr>
          <p:cNvPicPr>
            <a:picLocks noChangeAspect="1"/>
          </p:cNvPicPr>
          <p:nvPr>
            <p:custDataLst>
              <p:tags r:id="rId5"/>
            </p:custDataLst>
          </p:nvPr>
        </p:nvPicPr>
        <p:blipFill>
          <a:blip r:embed="rId14">
            <a:extLst>
              <a:ext uri="{28A0092B-C50C-407E-A947-70E740481C1C}">
                <a14:useLocalDpi xmlns:a14="http://schemas.microsoft.com/office/drawing/2010/main" val="0"/>
              </a:ext>
            </a:extLst>
          </a:blip>
          <a:stretch>
            <a:fillRect/>
          </a:stretch>
        </p:blipFill>
        <p:spPr>
          <a:xfrm>
            <a:off x="6483097" y="4146916"/>
            <a:ext cx="3625143" cy="534857"/>
          </a:xfrm>
          <a:prstGeom prst="rect">
            <a:avLst/>
          </a:prstGeom>
        </p:spPr>
      </p:pic>
      <p:pic>
        <p:nvPicPr>
          <p:cNvPr id="12" name="Imagen 11">
            <a:extLst>
              <a:ext uri="{FF2B5EF4-FFF2-40B4-BE49-F238E27FC236}">
                <a16:creationId xmlns:a16="http://schemas.microsoft.com/office/drawing/2014/main" id="{B7F49330-4041-4579-9A82-F1A4DF4D888C}"/>
              </a:ext>
            </a:extLst>
          </p:cNvPr>
          <p:cNvPicPr>
            <a:picLocks noChangeAspect="1"/>
          </p:cNvPicPr>
          <p:nvPr>
            <p:custDataLst>
              <p:tags r:id="rId6"/>
            </p:custDataLst>
          </p:nvPr>
        </p:nvPicPr>
        <p:blipFill>
          <a:blip r:embed="rId15">
            <a:extLst>
              <a:ext uri="{28A0092B-C50C-407E-A947-70E740481C1C}">
                <a14:useLocalDpi xmlns:a14="http://schemas.microsoft.com/office/drawing/2010/main" val="0"/>
              </a:ext>
            </a:extLst>
          </a:blip>
          <a:stretch>
            <a:fillRect/>
          </a:stretch>
        </p:blipFill>
        <p:spPr>
          <a:xfrm>
            <a:off x="6492240" y="3431316"/>
            <a:ext cx="4003047" cy="534857"/>
          </a:xfrm>
          <a:prstGeom prst="rect">
            <a:avLst/>
          </a:prstGeom>
        </p:spPr>
      </p:pic>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1: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cxnSp>
        <p:nvCxnSpPr>
          <p:cNvPr id="8" name="Conector recto 7">
            <a:extLst>
              <a:ext uri="{FF2B5EF4-FFF2-40B4-BE49-F238E27FC236}">
                <a16:creationId xmlns:a16="http://schemas.microsoft.com/office/drawing/2014/main" id="{5D5D2F39-D680-4A15-A3D8-01FCC4F39179}"/>
              </a:ext>
            </a:extLst>
          </p:cNvPr>
          <p:cNvCxnSpPr>
            <a:cxnSpLocks/>
          </p:cNvCxnSpPr>
          <p:nvPr/>
        </p:nvCxnSpPr>
        <p:spPr>
          <a:xfrm>
            <a:off x="1480982" y="2459832"/>
            <a:ext cx="0" cy="19545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A2C3DE93-173E-4838-8852-2539379F3F0E}"/>
              </a:ext>
            </a:extLst>
          </p:cNvPr>
          <p:cNvCxnSpPr>
            <a:cxnSpLocks/>
          </p:cNvCxnSpPr>
          <p:nvPr/>
        </p:nvCxnSpPr>
        <p:spPr>
          <a:xfrm>
            <a:off x="734925" y="3131488"/>
            <a:ext cx="2394355" cy="1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8E29A2FA-975C-4A93-A36D-AAEAD1CDB27E}"/>
              </a:ext>
            </a:extLst>
          </p:cNvPr>
          <p:cNvPicPr>
            <a:picLocks noChangeAspect="1"/>
          </p:cNvPicPr>
          <p:nvPr>
            <p:custDataLst>
              <p:tags r:id="rId7"/>
            </p:custDataLst>
          </p:nvPr>
        </p:nvPicPr>
        <p:blipFill>
          <a:blip r:embed="rId16">
            <a:extLst>
              <a:ext uri="{28A0092B-C50C-407E-A947-70E740481C1C}">
                <a14:useLocalDpi xmlns:a14="http://schemas.microsoft.com/office/drawing/2010/main" val="0"/>
              </a:ext>
            </a:extLst>
          </a:blip>
          <a:stretch>
            <a:fillRect/>
          </a:stretch>
        </p:blipFill>
        <p:spPr>
          <a:xfrm>
            <a:off x="3738179" y="1855124"/>
            <a:ext cx="4199619" cy="274286"/>
          </a:xfrm>
          <a:prstGeom prst="rect">
            <a:avLst/>
          </a:prstGeom>
        </p:spPr>
      </p:pic>
      <p:pic>
        <p:nvPicPr>
          <p:cNvPr id="7" name="Imagen 6">
            <a:extLst>
              <a:ext uri="{FF2B5EF4-FFF2-40B4-BE49-F238E27FC236}">
                <a16:creationId xmlns:a16="http://schemas.microsoft.com/office/drawing/2014/main" id="{5267BE46-BBD6-48B4-841C-C88E056880F2}"/>
              </a:ext>
            </a:extLst>
          </p:cNvPr>
          <p:cNvPicPr>
            <a:picLocks noChangeAspect="1"/>
          </p:cNvPicPr>
          <p:nvPr>
            <p:custDataLst>
              <p:tags r:id="rId8"/>
            </p:custDataLst>
          </p:nvPr>
        </p:nvPicPr>
        <p:blipFill>
          <a:blip r:embed="rId17">
            <a:extLst>
              <a:ext uri="{28A0092B-C50C-407E-A947-70E740481C1C}">
                <a14:useLocalDpi xmlns:a14="http://schemas.microsoft.com/office/drawing/2010/main" val="0"/>
              </a:ext>
            </a:extLst>
          </a:blip>
          <a:stretch>
            <a:fillRect/>
          </a:stretch>
        </p:blipFill>
        <p:spPr>
          <a:xfrm>
            <a:off x="6492240" y="2743200"/>
            <a:ext cx="3616000" cy="534857"/>
          </a:xfrm>
          <a:prstGeom prst="rect">
            <a:avLst/>
          </a:prstGeom>
        </p:spPr>
      </p:pic>
      <p:sp>
        <p:nvSpPr>
          <p:cNvPr id="23" name="CuadroTexto 22">
            <a:extLst>
              <a:ext uri="{FF2B5EF4-FFF2-40B4-BE49-F238E27FC236}">
                <a16:creationId xmlns:a16="http://schemas.microsoft.com/office/drawing/2014/main" id="{7E34DC43-CDE7-45A2-B338-5EED2679427E}"/>
              </a:ext>
            </a:extLst>
          </p:cNvPr>
          <p:cNvSpPr txBox="1"/>
          <p:nvPr/>
        </p:nvSpPr>
        <p:spPr>
          <a:xfrm>
            <a:off x="3310123" y="3837509"/>
            <a:ext cx="2448901" cy="923330"/>
          </a:xfrm>
          <a:prstGeom prst="rect">
            <a:avLst/>
          </a:prstGeom>
          <a:solidFill>
            <a:schemeClr val="accent4">
              <a:lumMod val="20000"/>
              <a:lumOff val="80000"/>
            </a:schemeClr>
          </a:solidFill>
        </p:spPr>
        <p:txBody>
          <a:bodyPr wrap="square" rtlCol="0">
            <a:spAutoFit/>
          </a:bodyPr>
          <a:lstStyle/>
          <a:p>
            <a:pPr algn="ctr"/>
            <a:r>
              <a:rPr lang="es-419" b="1">
                <a:solidFill>
                  <a:srgbClr val="FF0000"/>
                </a:solidFill>
              </a:rPr>
              <a:t>Sistema INESTABLE</a:t>
            </a:r>
          </a:p>
          <a:p>
            <a:pPr algn="ctr"/>
            <a:r>
              <a:rPr lang="es-419" b="1">
                <a:solidFill>
                  <a:srgbClr val="FF0000"/>
                </a:solidFill>
              </a:rPr>
              <a:t>Con DOS polos en el</a:t>
            </a:r>
          </a:p>
          <a:p>
            <a:pPr algn="ctr"/>
            <a:r>
              <a:rPr lang="es-419" b="1">
                <a:solidFill>
                  <a:srgbClr val="FF0000"/>
                </a:solidFill>
              </a:rPr>
              <a:t>semiplano derecho</a:t>
            </a:r>
          </a:p>
        </p:txBody>
      </p:sp>
    </p:spTree>
    <p:extLst>
      <p:ext uri="{BB962C8B-B14F-4D97-AF65-F5344CB8AC3E}">
        <p14:creationId xmlns:p14="http://schemas.microsoft.com/office/powerpoint/2010/main" val="1796815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2: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5" name="Imagen 4">
            <a:extLst>
              <a:ext uri="{FF2B5EF4-FFF2-40B4-BE49-F238E27FC236}">
                <a16:creationId xmlns:a16="http://schemas.microsoft.com/office/drawing/2014/main" id="{2B55DD70-E9EA-4858-A0F2-F84171BCC8DF}"/>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4216400" y="1855886"/>
            <a:ext cx="3117714" cy="272762"/>
          </a:xfrm>
          <a:prstGeom prst="rect">
            <a:avLst/>
          </a:prstGeom>
        </p:spPr>
      </p:pic>
      <p:pic>
        <p:nvPicPr>
          <p:cNvPr id="7" name="Imagen 6">
            <a:extLst>
              <a:ext uri="{FF2B5EF4-FFF2-40B4-BE49-F238E27FC236}">
                <a16:creationId xmlns:a16="http://schemas.microsoft.com/office/drawing/2014/main" id="{945CD593-8608-49F3-A79E-A1AA2496DF9E}"/>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1463040" y="2763520"/>
            <a:ext cx="198095" cy="1123048"/>
          </a:xfrm>
          <a:prstGeom prst="rect">
            <a:avLst/>
          </a:prstGeom>
        </p:spPr>
      </p:pic>
      <p:cxnSp>
        <p:nvCxnSpPr>
          <p:cNvPr id="8" name="Conector recto 7">
            <a:extLst>
              <a:ext uri="{FF2B5EF4-FFF2-40B4-BE49-F238E27FC236}">
                <a16:creationId xmlns:a16="http://schemas.microsoft.com/office/drawing/2014/main" id="{C907B665-52FA-49A0-AF82-0AA63B1C20C6}"/>
              </a:ext>
            </a:extLst>
          </p:cNvPr>
          <p:cNvCxnSpPr>
            <a:cxnSpLocks/>
          </p:cNvCxnSpPr>
          <p:nvPr/>
        </p:nvCxnSpPr>
        <p:spPr>
          <a:xfrm>
            <a:off x="1816262" y="2642712"/>
            <a:ext cx="0" cy="1451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AAF4B2-8EF4-47CB-8FB6-D5D360FF1470}"/>
              </a:ext>
            </a:extLst>
          </p:cNvPr>
          <p:cNvCxnSpPr>
            <a:cxnSpLocks/>
          </p:cNvCxnSpPr>
          <p:nvPr/>
        </p:nvCxnSpPr>
        <p:spPr>
          <a:xfrm>
            <a:off x="1070205" y="3314368"/>
            <a:ext cx="1926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24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2: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6" name="Imagen 5">
            <a:extLst>
              <a:ext uri="{FF2B5EF4-FFF2-40B4-BE49-F238E27FC236}">
                <a16:creationId xmlns:a16="http://schemas.microsoft.com/office/drawing/2014/main" id="{B37F2B7F-7703-424D-AA46-323FE00D07B0}"/>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463041" y="2763520"/>
            <a:ext cx="1219047" cy="1158095"/>
          </a:xfrm>
          <a:prstGeom prst="rect">
            <a:avLst/>
          </a:prstGeom>
        </p:spPr>
      </p:pic>
      <p:cxnSp>
        <p:nvCxnSpPr>
          <p:cNvPr id="8" name="Conector recto 7">
            <a:extLst>
              <a:ext uri="{FF2B5EF4-FFF2-40B4-BE49-F238E27FC236}">
                <a16:creationId xmlns:a16="http://schemas.microsoft.com/office/drawing/2014/main" id="{C907B665-52FA-49A0-AF82-0AA63B1C20C6}"/>
              </a:ext>
            </a:extLst>
          </p:cNvPr>
          <p:cNvCxnSpPr>
            <a:cxnSpLocks/>
          </p:cNvCxnSpPr>
          <p:nvPr/>
        </p:nvCxnSpPr>
        <p:spPr>
          <a:xfrm>
            <a:off x="1816262" y="2642712"/>
            <a:ext cx="0" cy="1451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AAF4B2-8EF4-47CB-8FB6-D5D360FF1470}"/>
              </a:ext>
            </a:extLst>
          </p:cNvPr>
          <p:cNvCxnSpPr>
            <a:cxnSpLocks/>
          </p:cNvCxnSpPr>
          <p:nvPr/>
        </p:nvCxnSpPr>
        <p:spPr>
          <a:xfrm>
            <a:off x="1070205" y="3314368"/>
            <a:ext cx="1926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BEC53DE6-B228-472B-B4F5-9F4DA1E7619E}"/>
              </a:ext>
            </a:extLst>
          </p:cNvPr>
          <p:cNvCxnSpPr>
            <a:cxnSpLocks/>
          </p:cNvCxnSpPr>
          <p:nvPr/>
        </p:nvCxnSpPr>
        <p:spPr>
          <a:xfrm flipV="1">
            <a:off x="2212474" y="2884614"/>
            <a:ext cx="205921" cy="36785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9C1DC69C-3577-44B0-8C7B-A418FD343F99}"/>
              </a:ext>
            </a:extLst>
          </p:cNvPr>
          <p:cNvCxnSpPr>
            <a:cxnSpLocks/>
          </p:cNvCxnSpPr>
          <p:nvPr/>
        </p:nvCxnSpPr>
        <p:spPr>
          <a:xfrm>
            <a:off x="2209099" y="2884615"/>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3857FEC9-88CE-4BDE-9E22-2B8053403EE1}"/>
              </a:ext>
            </a:extLst>
          </p:cNvPr>
          <p:cNvCxnSpPr>
            <a:cxnSpLocks/>
          </p:cNvCxnSpPr>
          <p:nvPr/>
        </p:nvCxnSpPr>
        <p:spPr>
          <a:xfrm>
            <a:off x="2778059" y="2881632"/>
            <a:ext cx="0" cy="37084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ángulo: esquinas redondeadas 12">
            <a:extLst>
              <a:ext uri="{FF2B5EF4-FFF2-40B4-BE49-F238E27FC236}">
                <a16:creationId xmlns:a16="http://schemas.microsoft.com/office/drawing/2014/main" id="{FCEE9C43-DBCC-4B27-8450-AEE2E17E8FAC}"/>
              </a:ext>
            </a:extLst>
          </p:cNvPr>
          <p:cNvSpPr/>
          <p:nvPr/>
        </p:nvSpPr>
        <p:spPr>
          <a:xfrm>
            <a:off x="4949359" y="1751930"/>
            <a:ext cx="171282"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4" name="Rectángulo: esquinas redondeadas 13">
            <a:extLst>
              <a:ext uri="{FF2B5EF4-FFF2-40B4-BE49-F238E27FC236}">
                <a16:creationId xmlns:a16="http://schemas.microsoft.com/office/drawing/2014/main" id="{B1D36B42-F944-4F03-A4C1-9D354DCF6A10}"/>
              </a:ext>
            </a:extLst>
          </p:cNvPr>
          <p:cNvSpPr/>
          <p:nvPr/>
        </p:nvSpPr>
        <p:spPr>
          <a:xfrm>
            <a:off x="5603974" y="1768442"/>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5" name="Rectángulo: esquinas redondeadas 14">
            <a:extLst>
              <a:ext uri="{FF2B5EF4-FFF2-40B4-BE49-F238E27FC236}">
                <a16:creationId xmlns:a16="http://schemas.microsoft.com/office/drawing/2014/main" id="{7444F134-24C5-4491-A083-47879561E442}"/>
              </a:ext>
            </a:extLst>
          </p:cNvPr>
          <p:cNvSpPr/>
          <p:nvPr/>
        </p:nvSpPr>
        <p:spPr>
          <a:xfrm>
            <a:off x="6395031" y="1751930"/>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511E4643-E3E1-4153-A444-FE677D33F245}"/>
              </a:ext>
            </a:extLst>
          </p:cNvPr>
          <p:cNvSpPr/>
          <p:nvPr/>
        </p:nvSpPr>
        <p:spPr>
          <a:xfrm>
            <a:off x="7094632" y="1751930"/>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4685EFC1-A11B-4E04-AF17-B7E92ABD16D6}"/>
              </a:ext>
            </a:extLst>
          </p:cNvPr>
          <p:cNvSpPr/>
          <p:nvPr/>
        </p:nvSpPr>
        <p:spPr>
          <a:xfrm>
            <a:off x="1938687" y="2763520"/>
            <a:ext cx="181400"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89D49C0B-BEF9-46F3-9B12-F7080DC43C0E}"/>
              </a:ext>
            </a:extLst>
          </p:cNvPr>
          <p:cNvSpPr/>
          <p:nvPr/>
        </p:nvSpPr>
        <p:spPr>
          <a:xfrm>
            <a:off x="1901212" y="3064363"/>
            <a:ext cx="268265"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88531BA7-179A-47D1-AAE1-09B5B231806B}"/>
              </a:ext>
            </a:extLst>
          </p:cNvPr>
          <p:cNvSpPr/>
          <p:nvPr/>
        </p:nvSpPr>
        <p:spPr>
          <a:xfrm>
            <a:off x="2446401" y="2758874"/>
            <a:ext cx="268265"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Rectángulo: esquinas redondeadas 19">
            <a:extLst>
              <a:ext uri="{FF2B5EF4-FFF2-40B4-BE49-F238E27FC236}">
                <a16:creationId xmlns:a16="http://schemas.microsoft.com/office/drawing/2014/main" id="{97BD46FF-8A95-48AF-90D9-5A6F912FEDFB}"/>
              </a:ext>
            </a:extLst>
          </p:cNvPr>
          <p:cNvSpPr/>
          <p:nvPr/>
        </p:nvSpPr>
        <p:spPr>
          <a:xfrm>
            <a:off x="2416109" y="3063303"/>
            <a:ext cx="268265" cy="2455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38DBEC6-DC33-4201-9272-DD682713AEE6}"/>
              </a:ext>
            </a:extLst>
          </p:cNvPr>
          <p:cNvSpPr/>
          <p:nvPr/>
        </p:nvSpPr>
        <p:spPr>
          <a:xfrm>
            <a:off x="1901213" y="3420873"/>
            <a:ext cx="268264" cy="62154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5" name="Imagen 4">
            <a:extLst>
              <a:ext uri="{FF2B5EF4-FFF2-40B4-BE49-F238E27FC236}">
                <a16:creationId xmlns:a16="http://schemas.microsoft.com/office/drawing/2014/main" id="{2B55DD70-E9EA-4858-A0F2-F84171BCC8DF}"/>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4216400" y="1855886"/>
            <a:ext cx="3117714" cy="272762"/>
          </a:xfrm>
          <a:prstGeom prst="rect">
            <a:avLst/>
          </a:prstGeom>
        </p:spPr>
      </p:pic>
    </p:spTree>
    <p:extLst>
      <p:ext uri="{BB962C8B-B14F-4D97-AF65-F5344CB8AC3E}">
        <p14:creationId xmlns:p14="http://schemas.microsoft.com/office/powerpoint/2010/main" val="308251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0" nodeType="afterEffect">
                                  <p:stCondLst>
                                    <p:cond delay="500"/>
                                  </p:stCondLst>
                                  <p:childTnLst>
                                    <p:set>
                                      <p:cBhvr>
                                        <p:cTn id="9" dur="1" fill="hold">
                                          <p:stCondLst>
                                            <p:cond delay="0"/>
                                          </p:stCondLst>
                                        </p:cTn>
                                        <p:tgtEl>
                                          <p:spTgt spid="17"/>
                                        </p:tgtEl>
                                        <p:attrNameLst>
                                          <p:attrName>style.visibility</p:attrName>
                                        </p:attrNameLst>
                                      </p:cBhvr>
                                      <p:to>
                                        <p:strVal val="hidden"/>
                                      </p:to>
                                    </p:set>
                                  </p:childTnLst>
                                </p:cTn>
                              </p:par>
                            </p:childTnLst>
                          </p:cTn>
                        </p:par>
                        <p:par>
                          <p:cTn id="10" fill="hold">
                            <p:stCondLst>
                              <p:cond delay="500"/>
                            </p:stCondLst>
                            <p:childTnLst>
                              <p:par>
                                <p:cTn id="11" presetID="1" presetClass="entr" presetSubtype="0" fill="hold" nodeType="afterEffect">
                                  <p:stCondLst>
                                    <p:cond delay="50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4"/>
                                        </p:tgtEl>
                                        <p:attrNameLst>
                                          <p:attrName>style.visibility</p:attrName>
                                        </p:attrNameLst>
                                      </p:cBhvr>
                                      <p:to>
                                        <p:strVal val="visible"/>
                                      </p:to>
                                    </p:set>
                                  </p:childTnLst>
                                </p:cTn>
                              </p:par>
                            </p:childTnLst>
                          </p:cTn>
                        </p:par>
                        <p:par>
                          <p:cTn id="16" fill="hold">
                            <p:stCondLst>
                              <p:cond delay="1500"/>
                            </p:stCondLst>
                            <p:childTnLst>
                              <p:par>
                                <p:cTn id="17" presetID="1" presetClass="exit" presetSubtype="0" fill="hold" grpId="0" nodeType="afterEffect">
                                  <p:stCondLst>
                                    <p:cond delay="500"/>
                                  </p:stCondLst>
                                  <p:childTnLst>
                                    <p:set>
                                      <p:cBhvr>
                                        <p:cTn id="18" dur="1" fill="hold">
                                          <p:stCondLst>
                                            <p:cond delay="0"/>
                                          </p:stCondLst>
                                        </p:cTn>
                                        <p:tgtEl>
                                          <p:spTgt spid="18"/>
                                        </p:tgtEl>
                                        <p:attrNameLst>
                                          <p:attrName>style.visibility</p:attrName>
                                        </p:attrNameLst>
                                      </p:cBhvr>
                                      <p:to>
                                        <p:strVal val="hidden"/>
                                      </p:to>
                                    </p:set>
                                  </p:childTnLst>
                                </p:cTn>
                              </p:par>
                            </p:childTnLst>
                          </p:cTn>
                        </p:par>
                        <p:par>
                          <p:cTn id="19" fill="hold">
                            <p:stCondLst>
                              <p:cond delay="2000"/>
                            </p:stCondLst>
                            <p:childTnLst>
                              <p:par>
                                <p:cTn id="20" presetID="1" presetClass="entr" presetSubtype="0" fill="hold" nodeType="afterEffect">
                                  <p:stCondLst>
                                    <p:cond delay="500"/>
                                  </p:stCondLst>
                                  <p:childTnLst>
                                    <p:set>
                                      <p:cBhvr>
                                        <p:cTn id="21" dur="1" fill="hold">
                                          <p:stCondLst>
                                            <p:cond delay="0"/>
                                          </p:stCondLst>
                                        </p:cTn>
                                        <p:tgtEl>
                                          <p:spTgt spid="10"/>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15"/>
                                        </p:tgtEl>
                                        <p:attrNameLst>
                                          <p:attrName>style.visibility</p:attrName>
                                        </p:attrNameLst>
                                      </p:cBhvr>
                                      <p:to>
                                        <p:strVal val="visible"/>
                                      </p:to>
                                    </p:set>
                                  </p:childTnLst>
                                </p:cTn>
                              </p:par>
                            </p:childTnLst>
                          </p:cTn>
                        </p:par>
                        <p:par>
                          <p:cTn id="25" fill="hold">
                            <p:stCondLst>
                              <p:cond delay="3000"/>
                            </p:stCondLst>
                            <p:childTnLst>
                              <p:par>
                                <p:cTn id="26" presetID="1" presetClass="exit" presetSubtype="0" fill="hold" grpId="0" nodeType="afterEffect">
                                  <p:stCondLst>
                                    <p:cond delay="500"/>
                                  </p:stCondLst>
                                  <p:childTnLst>
                                    <p:set>
                                      <p:cBhvr>
                                        <p:cTn id="27" dur="1" fill="hold">
                                          <p:stCondLst>
                                            <p:cond delay="0"/>
                                          </p:stCondLst>
                                        </p:cTn>
                                        <p:tgtEl>
                                          <p:spTgt spid="19"/>
                                        </p:tgtEl>
                                        <p:attrNameLst>
                                          <p:attrName>style.visibility</p:attrName>
                                        </p:attrNameLst>
                                      </p:cBhvr>
                                      <p:to>
                                        <p:strVal val="hidden"/>
                                      </p:to>
                                    </p:set>
                                  </p:childTnLst>
                                </p:cTn>
                              </p:par>
                            </p:childTnLst>
                          </p:cTn>
                        </p:par>
                        <p:par>
                          <p:cTn id="28" fill="hold">
                            <p:stCondLst>
                              <p:cond delay="3500"/>
                            </p:stCondLst>
                            <p:childTnLst>
                              <p:par>
                                <p:cTn id="29" presetID="1" presetClass="entr" presetSubtype="0" fill="hold" nodeType="afterEffect">
                                  <p:stCondLst>
                                    <p:cond delay="500"/>
                                  </p:stCondLst>
                                  <p:childTnLst>
                                    <p:set>
                                      <p:cBhvr>
                                        <p:cTn id="30" dur="1" fill="hold">
                                          <p:stCondLst>
                                            <p:cond delay="0"/>
                                          </p:stCondLst>
                                        </p:cTn>
                                        <p:tgtEl>
                                          <p:spTgt spid="12"/>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16"/>
                                        </p:tgtEl>
                                        <p:attrNameLst>
                                          <p:attrName>style.visibility</p:attrName>
                                        </p:attrNameLst>
                                      </p:cBhvr>
                                      <p:to>
                                        <p:strVal val="visible"/>
                                      </p:to>
                                    </p:set>
                                  </p:childTnLst>
                                </p:cTn>
                              </p:par>
                            </p:childTnLst>
                          </p:cTn>
                        </p:par>
                        <p:par>
                          <p:cTn id="34" fill="hold">
                            <p:stCondLst>
                              <p:cond delay="4500"/>
                            </p:stCondLst>
                            <p:childTnLst>
                              <p:par>
                                <p:cTn id="35" presetID="1" presetClass="exit" presetSubtype="0" fill="hold" grpId="0" nodeType="afterEffect">
                                  <p:stCondLst>
                                    <p:cond delay="500"/>
                                  </p:stCondLst>
                                  <p:childTnLst>
                                    <p:set>
                                      <p:cBhvr>
                                        <p:cTn id="36" dur="1" fill="hold">
                                          <p:stCondLst>
                                            <p:cond delay="0"/>
                                          </p:stCondLst>
                                        </p:cTn>
                                        <p:tgtEl>
                                          <p:spTgt spid="2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21"/>
                                        </p:tgtEl>
                                      </p:cBhvr>
                                    </p:animEffect>
                                    <p:set>
                                      <p:cBhvr>
                                        <p:cTn id="41"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4D959910-8E72-4281-A77B-9D36BE62C261}"/>
              </a:ext>
            </a:extLst>
          </p:cNvPr>
          <p:cNvSpPr/>
          <p:nvPr/>
        </p:nvSpPr>
        <p:spPr>
          <a:xfrm>
            <a:off x="1912178" y="2520792"/>
            <a:ext cx="296918" cy="1715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00F7ABCB-ED20-4865-8D3D-B0657A6DFD69}"/>
              </a:ext>
            </a:extLst>
          </p:cNvPr>
          <p:cNvSpPr/>
          <p:nvPr/>
        </p:nvSpPr>
        <p:spPr>
          <a:xfrm>
            <a:off x="2415613" y="2671924"/>
            <a:ext cx="362389"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2: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6" name="Imagen 5">
            <a:extLst>
              <a:ext uri="{FF2B5EF4-FFF2-40B4-BE49-F238E27FC236}">
                <a16:creationId xmlns:a16="http://schemas.microsoft.com/office/drawing/2014/main" id="{B37F2B7F-7703-424D-AA46-323FE00D07B0}"/>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463041" y="2763520"/>
            <a:ext cx="1219047" cy="1158095"/>
          </a:xfrm>
          <a:prstGeom prst="rect">
            <a:avLst/>
          </a:prstGeom>
        </p:spPr>
      </p:pic>
      <p:cxnSp>
        <p:nvCxnSpPr>
          <p:cNvPr id="8" name="Conector recto 7">
            <a:extLst>
              <a:ext uri="{FF2B5EF4-FFF2-40B4-BE49-F238E27FC236}">
                <a16:creationId xmlns:a16="http://schemas.microsoft.com/office/drawing/2014/main" id="{C907B665-52FA-49A0-AF82-0AA63B1C20C6}"/>
              </a:ext>
            </a:extLst>
          </p:cNvPr>
          <p:cNvCxnSpPr>
            <a:cxnSpLocks/>
          </p:cNvCxnSpPr>
          <p:nvPr/>
        </p:nvCxnSpPr>
        <p:spPr>
          <a:xfrm>
            <a:off x="1816262" y="2642712"/>
            <a:ext cx="0" cy="1451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AAF4B2-8EF4-47CB-8FB6-D5D360FF1470}"/>
              </a:ext>
            </a:extLst>
          </p:cNvPr>
          <p:cNvCxnSpPr>
            <a:cxnSpLocks/>
          </p:cNvCxnSpPr>
          <p:nvPr/>
        </p:nvCxnSpPr>
        <p:spPr>
          <a:xfrm>
            <a:off x="1070205" y="3314368"/>
            <a:ext cx="1926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2B55DD70-E9EA-4858-A0F2-F84171BCC8DF}"/>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4216400" y="1855886"/>
            <a:ext cx="3117714" cy="272762"/>
          </a:xfrm>
          <a:prstGeom prst="rect">
            <a:avLst/>
          </a:prstGeom>
        </p:spPr>
      </p:pic>
      <p:pic>
        <p:nvPicPr>
          <p:cNvPr id="7" name="Imagen 6">
            <a:extLst>
              <a:ext uri="{FF2B5EF4-FFF2-40B4-BE49-F238E27FC236}">
                <a16:creationId xmlns:a16="http://schemas.microsoft.com/office/drawing/2014/main" id="{8257C038-389B-4BB1-BE8E-B3575ADDE490}"/>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5078876" y="2807710"/>
            <a:ext cx="4510476" cy="534857"/>
          </a:xfrm>
          <a:prstGeom prst="rect">
            <a:avLst/>
          </a:prstGeom>
        </p:spPr>
      </p:pic>
      <p:cxnSp>
        <p:nvCxnSpPr>
          <p:cNvPr id="24" name="Conector recto de flecha 23">
            <a:extLst>
              <a:ext uri="{FF2B5EF4-FFF2-40B4-BE49-F238E27FC236}">
                <a16:creationId xmlns:a16="http://schemas.microsoft.com/office/drawing/2014/main" id="{529C186C-610E-4145-894A-A08E7CB5B4D6}"/>
              </a:ext>
            </a:extLst>
          </p:cNvPr>
          <p:cNvCxnSpPr>
            <a:cxnSpLocks/>
          </p:cNvCxnSpPr>
          <p:nvPr/>
        </p:nvCxnSpPr>
        <p:spPr>
          <a:xfrm flipV="1">
            <a:off x="2202738" y="2884806"/>
            <a:ext cx="182105" cy="2874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8618E317-0A29-4A22-86C6-87A19C833EE8}"/>
              </a:ext>
            </a:extLst>
          </p:cNvPr>
          <p:cNvCxnSpPr>
            <a:cxnSpLocks/>
          </p:cNvCxnSpPr>
          <p:nvPr/>
        </p:nvCxnSpPr>
        <p:spPr>
          <a:xfrm>
            <a:off x="2129768" y="2886410"/>
            <a:ext cx="255075" cy="2641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EC54B095-81EF-4A46-868F-2A0FACB6D61E}"/>
              </a:ext>
            </a:extLst>
          </p:cNvPr>
          <p:cNvSpPr/>
          <p:nvPr/>
        </p:nvSpPr>
        <p:spPr>
          <a:xfrm>
            <a:off x="1912177" y="3047794"/>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8D4ABC80-3231-40E4-B343-F0E905480B08}"/>
              </a:ext>
            </a:extLst>
          </p:cNvPr>
          <p:cNvSpPr/>
          <p:nvPr/>
        </p:nvSpPr>
        <p:spPr>
          <a:xfrm>
            <a:off x="7687054" y="2763520"/>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0773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26" grpId="0" animBg="1"/>
      <p:bldP spid="2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E89F7149-D018-469E-BAE1-7D2139549708}"/>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078876" y="3709478"/>
            <a:ext cx="3193905" cy="540952"/>
          </a:xfrm>
          <a:prstGeom prst="rect">
            <a:avLst/>
          </a:prstGeom>
        </p:spPr>
      </p:pic>
      <p:sp>
        <p:nvSpPr>
          <p:cNvPr id="23" name="Rectángulo: esquinas redondeadas 22">
            <a:extLst>
              <a:ext uri="{FF2B5EF4-FFF2-40B4-BE49-F238E27FC236}">
                <a16:creationId xmlns:a16="http://schemas.microsoft.com/office/drawing/2014/main" id="{4D959910-8E72-4281-A77B-9D36BE62C261}"/>
              </a:ext>
            </a:extLst>
          </p:cNvPr>
          <p:cNvSpPr/>
          <p:nvPr/>
        </p:nvSpPr>
        <p:spPr>
          <a:xfrm>
            <a:off x="1912178" y="2520792"/>
            <a:ext cx="296918" cy="1715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00F7ABCB-ED20-4865-8D3D-B0657A6DFD69}"/>
              </a:ext>
            </a:extLst>
          </p:cNvPr>
          <p:cNvSpPr/>
          <p:nvPr/>
        </p:nvSpPr>
        <p:spPr>
          <a:xfrm>
            <a:off x="2407844" y="3067034"/>
            <a:ext cx="362389" cy="642444"/>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2: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12" name="Imagen 11">
            <a:extLst>
              <a:ext uri="{FF2B5EF4-FFF2-40B4-BE49-F238E27FC236}">
                <a16:creationId xmlns:a16="http://schemas.microsoft.com/office/drawing/2014/main" id="{FBAF4B8D-E37C-44CE-B4EE-FE3151FF16BA}"/>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463042" y="2763520"/>
            <a:ext cx="1219047" cy="1158095"/>
          </a:xfrm>
          <a:prstGeom prst="rect">
            <a:avLst/>
          </a:prstGeom>
        </p:spPr>
      </p:pic>
      <p:cxnSp>
        <p:nvCxnSpPr>
          <p:cNvPr id="8" name="Conector recto 7">
            <a:extLst>
              <a:ext uri="{FF2B5EF4-FFF2-40B4-BE49-F238E27FC236}">
                <a16:creationId xmlns:a16="http://schemas.microsoft.com/office/drawing/2014/main" id="{C907B665-52FA-49A0-AF82-0AA63B1C20C6}"/>
              </a:ext>
            </a:extLst>
          </p:cNvPr>
          <p:cNvCxnSpPr>
            <a:cxnSpLocks/>
          </p:cNvCxnSpPr>
          <p:nvPr/>
        </p:nvCxnSpPr>
        <p:spPr>
          <a:xfrm>
            <a:off x="1816262" y="2642712"/>
            <a:ext cx="0" cy="1451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AAF4B2-8EF4-47CB-8FB6-D5D360FF1470}"/>
              </a:ext>
            </a:extLst>
          </p:cNvPr>
          <p:cNvCxnSpPr>
            <a:cxnSpLocks/>
          </p:cNvCxnSpPr>
          <p:nvPr/>
        </p:nvCxnSpPr>
        <p:spPr>
          <a:xfrm>
            <a:off x="1070205" y="3314368"/>
            <a:ext cx="1926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2B55DD70-E9EA-4858-A0F2-F84171BCC8DF}"/>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216400" y="1855886"/>
            <a:ext cx="3117714" cy="272762"/>
          </a:xfrm>
          <a:prstGeom prst="rect">
            <a:avLst/>
          </a:prstGeom>
        </p:spPr>
      </p:pic>
      <p:pic>
        <p:nvPicPr>
          <p:cNvPr id="7" name="Imagen 6">
            <a:extLst>
              <a:ext uri="{FF2B5EF4-FFF2-40B4-BE49-F238E27FC236}">
                <a16:creationId xmlns:a16="http://schemas.microsoft.com/office/drawing/2014/main" id="{8257C038-389B-4BB1-BE8E-B3575ADDE490}"/>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078876" y="2807710"/>
            <a:ext cx="4510476" cy="534857"/>
          </a:xfrm>
          <a:prstGeom prst="rect">
            <a:avLst/>
          </a:prstGeom>
        </p:spPr>
      </p:pic>
      <p:cxnSp>
        <p:nvCxnSpPr>
          <p:cNvPr id="24" name="Conector recto de flecha 23">
            <a:extLst>
              <a:ext uri="{FF2B5EF4-FFF2-40B4-BE49-F238E27FC236}">
                <a16:creationId xmlns:a16="http://schemas.microsoft.com/office/drawing/2014/main" id="{529C186C-610E-4145-894A-A08E7CB5B4D6}"/>
              </a:ext>
            </a:extLst>
          </p:cNvPr>
          <p:cNvCxnSpPr>
            <a:cxnSpLocks/>
          </p:cNvCxnSpPr>
          <p:nvPr/>
        </p:nvCxnSpPr>
        <p:spPr>
          <a:xfrm flipV="1">
            <a:off x="2210358" y="3185796"/>
            <a:ext cx="182105" cy="2874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8618E317-0A29-4A22-86C6-87A19C833EE8}"/>
              </a:ext>
            </a:extLst>
          </p:cNvPr>
          <p:cNvCxnSpPr>
            <a:cxnSpLocks/>
          </p:cNvCxnSpPr>
          <p:nvPr/>
        </p:nvCxnSpPr>
        <p:spPr>
          <a:xfrm>
            <a:off x="2169483" y="3196041"/>
            <a:ext cx="299397" cy="37537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EC54B095-81EF-4A46-868F-2A0FACB6D61E}"/>
              </a:ext>
            </a:extLst>
          </p:cNvPr>
          <p:cNvSpPr/>
          <p:nvPr/>
        </p:nvSpPr>
        <p:spPr>
          <a:xfrm>
            <a:off x="1919797" y="3348784"/>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Rectángulo: esquinas redondeadas 27">
            <a:extLst>
              <a:ext uri="{FF2B5EF4-FFF2-40B4-BE49-F238E27FC236}">
                <a16:creationId xmlns:a16="http://schemas.microsoft.com/office/drawing/2014/main" id="{8D4ABC80-3231-40E4-B343-F0E905480B08}"/>
              </a:ext>
            </a:extLst>
          </p:cNvPr>
          <p:cNvSpPr/>
          <p:nvPr/>
        </p:nvSpPr>
        <p:spPr>
          <a:xfrm>
            <a:off x="7689595" y="3649029"/>
            <a:ext cx="1902298" cy="59805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68661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2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E89F7149-D018-469E-BAE1-7D2139549708}"/>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078876" y="3709478"/>
            <a:ext cx="3193905" cy="540952"/>
          </a:xfrm>
          <a:prstGeom prst="rect">
            <a:avLst/>
          </a:prstGeom>
        </p:spPr>
      </p:pic>
      <p:sp>
        <p:nvSpPr>
          <p:cNvPr id="23" name="Rectángulo: esquinas redondeadas 22">
            <a:extLst>
              <a:ext uri="{FF2B5EF4-FFF2-40B4-BE49-F238E27FC236}">
                <a16:creationId xmlns:a16="http://schemas.microsoft.com/office/drawing/2014/main" id="{4D959910-8E72-4281-A77B-9D36BE62C261}"/>
              </a:ext>
            </a:extLst>
          </p:cNvPr>
          <p:cNvSpPr/>
          <p:nvPr/>
        </p:nvSpPr>
        <p:spPr>
          <a:xfrm>
            <a:off x="1912178" y="2520792"/>
            <a:ext cx="296918" cy="1715928"/>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2: Criterio de Estabilidad de Routh</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646929"/>
          </a:xfrm>
        </p:spPr>
        <p:txBody>
          <a:bodyPr>
            <a:normAutofit/>
          </a:bodyPr>
          <a:lstStyle/>
          <a:p>
            <a:r>
              <a:rPr lang="es-ES" sz="1800"/>
              <a:t>Considerando la siguiente ecuación característica del sistema en lazo cerrado, determine si es estable utilizando el arreglo de Routh.</a:t>
            </a:r>
            <a:endParaRPr lang="es-419" sz="1800"/>
          </a:p>
        </p:txBody>
      </p:sp>
      <p:pic>
        <p:nvPicPr>
          <p:cNvPr id="6" name="Imagen 5">
            <a:extLst>
              <a:ext uri="{FF2B5EF4-FFF2-40B4-BE49-F238E27FC236}">
                <a16:creationId xmlns:a16="http://schemas.microsoft.com/office/drawing/2014/main" id="{BD866607-B315-4290-898B-D141B79DE60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1463042" y="2763520"/>
            <a:ext cx="1219047" cy="1123048"/>
          </a:xfrm>
          <a:prstGeom prst="rect">
            <a:avLst/>
          </a:prstGeom>
        </p:spPr>
      </p:pic>
      <p:cxnSp>
        <p:nvCxnSpPr>
          <p:cNvPr id="8" name="Conector recto 7">
            <a:extLst>
              <a:ext uri="{FF2B5EF4-FFF2-40B4-BE49-F238E27FC236}">
                <a16:creationId xmlns:a16="http://schemas.microsoft.com/office/drawing/2014/main" id="{C907B665-52FA-49A0-AF82-0AA63B1C20C6}"/>
              </a:ext>
            </a:extLst>
          </p:cNvPr>
          <p:cNvCxnSpPr>
            <a:cxnSpLocks/>
          </p:cNvCxnSpPr>
          <p:nvPr/>
        </p:nvCxnSpPr>
        <p:spPr>
          <a:xfrm>
            <a:off x="1816262" y="2642712"/>
            <a:ext cx="0" cy="14517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2CAAF4B2-8EF4-47CB-8FB6-D5D360FF1470}"/>
              </a:ext>
            </a:extLst>
          </p:cNvPr>
          <p:cNvCxnSpPr>
            <a:cxnSpLocks/>
          </p:cNvCxnSpPr>
          <p:nvPr/>
        </p:nvCxnSpPr>
        <p:spPr>
          <a:xfrm>
            <a:off x="1070205" y="3314368"/>
            <a:ext cx="1926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2B55DD70-E9EA-4858-A0F2-F84171BCC8DF}"/>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216400" y="1855886"/>
            <a:ext cx="3117714" cy="272762"/>
          </a:xfrm>
          <a:prstGeom prst="rect">
            <a:avLst/>
          </a:prstGeom>
        </p:spPr>
      </p:pic>
      <p:pic>
        <p:nvPicPr>
          <p:cNvPr id="7" name="Imagen 6">
            <a:extLst>
              <a:ext uri="{FF2B5EF4-FFF2-40B4-BE49-F238E27FC236}">
                <a16:creationId xmlns:a16="http://schemas.microsoft.com/office/drawing/2014/main" id="{8257C038-389B-4BB1-BE8E-B3575ADDE490}"/>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078876" y="2807710"/>
            <a:ext cx="4510476" cy="534857"/>
          </a:xfrm>
          <a:prstGeom prst="rect">
            <a:avLst/>
          </a:prstGeom>
        </p:spPr>
      </p:pic>
      <p:sp>
        <p:nvSpPr>
          <p:cNvPr id="18" name="CuadroTexto 17">
            <a:extLst>
              <a:ext uri="{FF2B5EF4-FFF2-40B4-BE49-F238E27FC236}">
                <a16:creationId xmlns:a16="http://schemas.microsoft.com/office/drawing/2014/main" id="{1CB98CFD-EB1C-4ECC-A0AF-FF81B6B79A12}"/>
              </a:ext>
            </a:extLst>
          </p:cNvPr>
          <p:cNvSpPr txBox="1"/>
          <p:nvPr/>
        </p:nvSpPr>
        <p:spPr>
          <a:xfrm>
            <a:off x="3530840" y="5021563"/>
            <a:ext cx="4510476" cy="923330"/>
          </a:xfrm>
          <a:prstGeom prst="rect">
            <a:avLst/>
          </a:prstGeom>
          <a:solidFill>
            <a:schemeClr val="accent4">
              <a:lumMod val="20000"/>
              <a:lumOff val="80000"/>
            </a:schemeClr>
          </a:solidFill>
        </p:spPr>
        <p:txBody>
          <a:bodyPr wrap="square" rtlCol="0">
            <a:spAutoFit/>
          </a:bodyPr>
          <a:lstStyle/>
          <a:p>
            <a:pPr algn="ctr"/>
            <a:r>
              <a:rPr lang="es-419" b="1">
                <a:solidFill>
                  <a:srgbClr val="FF0000"/>
                </a:solidFill>
              </a:rPr>
              <a:t>Sistema ESTABLE</a:t>
            </a:r>
          </a:p>
          <a:p>
            <a:pPr algn="ctr"/>
            <a:r>
              <a:rPr lang="es-419" b="1">
                <a:solidFill>
                  <a:srgbClr val="FF0000"/>
                </a:solidFill>
              </a:rPr>
              <a:t>Ningún cambio de Signo, TODOS los polos están en el semiplano izquierdo</a:t>
            </a:r>
          </a:p>
        </p:txBody>
      </p:sp>
    </p:spTree>
    <p:extLst>
      <p:ext uri="{BB962C8B-B14F-4D97-AF65-F5344CB8AC3E}">
        <p14:creationId xmlns:p14="http://schemas.microsoft.com/office/powerpoint/2010/main" val="68064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1363540" y="2249393"/>
            <a:ext cx="580711" cy="406055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3" name="Rectángulo: esquinas redondeadas 22">
            <a:extLst>
              <a:ext uri="{FF2B5EF4-FFF2-40B4-BE49-F238E27FC236}">
                <a16:creationId xmlns:a16="http://schemas.microsoft.com/office/drawing/2014/main" id="{BEB4DD0E-7D38-4B87-B3C1-8E98D2CF604F}"/>
              </a:ext>
            </a:extLst>
          </p:cNvPr>
          <p:cNvSpPr/>
          <p:nvPr/>
        </p:nvSpPr>
        <p:spPr>
          <a:xfrm>
            <a:off x="5998358" y="2291255"/>
            <a:ext cx="580711" cy="4060555"/>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1</a:t>
            </a:r>
          </a:p>
        </p:txBody>
      </p:sp>
      <p:sp>
        <p:nvSpPr>
          <p:cNvPr id="3" name="Marcador de contenido 2">
            <a:extLst>
              <a:ext uri="{FF2B5EF4-FFF2-40B4-BE49-F238E27FC236}">
                <a16:creationId xmlns:a16="http://schemas.microsoft.com/office/drawing/2014/main" id="{578FA0BF-9EDB-44F1-A3C7-7436B9909D33}"/>
              </a:ext>
            </a:extLst>
          </p:cNvPr>
          <p:cNvSpPr>
            <a:spLocks noGrp="1"/>
          </p:cNvSpPr>
          <p:nvPr>
            <p:ph idx="1"/>
          </p:nvPr>
        </p:nvSpPr>
        <p:spPr>
          <a:xfrm>
            <a:off x="838200" y="798787"/>
            <a:ext cx="10515600" cy="1492468"/>
          </a:xfrm>
        </p:spPr>
        <p:txBody>
          <a:bodyPr>
            <a:normAutofit fontScale="92500" lnSpcReduction="20000"/>
          </a:bodyPr>
          <a:lstStyle/>
          <a:p>
            <a:r>
              <a:rPr lang="es-ES"/>
              <a:t>El criterio de estabilidad de Routh-</a:t>
            </a:r>
            <a:r>
              <a:rPr lang="es-ES" err="1"/>
              <a:t>Hurwits</a:t>
            </a:r>
            <a:r>
              <a:rPr lang="es-ES"/>
              <a:t> posee algunos casos especiales, los cuales deberemos tener en cuenta a la hora de analizar la estabilidad del sistema en lazo cerrado.</a:t>
            </a:r>
          </a:p>
          <a:p>
            <a:r>
              <a:rPr lang="es-ES"/>
              <a:t>En este primer caso, va a aparecer un cero en la fila pivote del sistema:</a:t>
            </a:r>
            <a:endParaRPr lang="es-419"/>
          </a:p>
        </p:txBody>
      </p:sp>
      <p:pic>
        <p:nvPicPr>
          <p:cNvPr id="5" name="Imagen 4">
            <a:extLst>
              <a:ext uri="{FF2B5EF4-FFF2-40B4-BE49-F238E27FC236}">
                <a16:creationId xmlns:a16="http://schemas.microsoft.com/office/drawing/2014/main" id="{D4BB9660-6281-414F-9A37-C12E1415359A}"/>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617483" y="2554014"/>
            <a:ext cx="3379809" cy="3241143"/>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1249755" y="2400102"/>
            <a:ext cx="0" cy="38010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503698" y="3071758"/>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C72A18E5-F9C1-4CD9-BDAD-0AE5794E2CB6}"/>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5277020" y="2662507"/>
            <a:ext cx="3379809" cy="3276190"/>
          </a:xfrm>
          <a:prstGeom prst="rect">
            <a:avLst/>
          </a:prstGeom>
        </p:spPr>
      </p:pic>
      <p:cxnSp>
        <p:nvCxnSpPr>
          <p:cNvPr id="16" name="Conector recto 15">
            <a:extLst>
              <a:ext uri="{FF2B5EF4-FFF2-40B4-BE49-F238E27FC236}">
                <a16:creationId xmlns:a16="http://schemas.microsoft.com/office/drawing/2014/main" id="{2FAA6E29-6D36-47EA-97A1-E2274CBB565D}"/>
              </a:ext>
            </a:extLst>
          </p:cNvPr>
          <p:cNvCxnSpPr>
            <a:cxnSpLocks/>
          </p:cNvCxnSpPr>
          <p:nvPr/>
        </p:nvCxnSpPr>
        <p:spPr>
          <a:xfrm>
            <a:off x="5937369" y="2508948"/>
            <a:ext cx="0" cy="38010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58582701-D6C8-4BBB-B2AC-0CF96F6E0C1D}"/>
              </a:ext>
            </a:extLst>
          </p:cNvPr>
          <p:cNvCxnSpPr>
            <a:cxnSpLocks/>
          </p:cNvCxnSpPr>
          <p:nvPr/>
        </p:nvCxnSpPr>
        <p:spPr>
          <a:xfrm>
            <a:off x="5191312" y="3180604"/>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Imagen 20">
            <a:extLst>
              <a:ext uri="{FF2B5EF4-FFF2-40B4-BE49-F238E27FC236}">
                <a16:creationId xmlns:a16="http://schemas.microsoft.com/office/drawing/2014/main" id="{6C19AE51-2EDD-424A-8507-6971C6F1511F}"/>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0569758" y="3749745"/>
            <a:ext cx="705524" cy="1101714"/>
          </a:xfrm>
          <a:prstGeom prst="rect">
            <a:avLst/>
          </a:prstGeom>
        </p:spPr>
      </p:pic>
    </p:spTree>
    <p:extLst>
      <p:ext uri="{BB962C8B-B14F-4D97-AF65-F5344CB8AC3E}">
        <p14:creationId xmlns:p14="http://schemas.microsoft.com/office/powerpoint/2010/main" val="634208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3: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sp>
        <p:nvSpPr>
          <p:cNvPr id="4" name="Flowchart: Summing Junction 3">
            <a:extLst>
              <a:ext uri="{FF2B5EF4-FFF2-40B4-BE49-F238E27FC236}">
                <a16:creationId xmlns:a16="http://schemas.microsoft.com/office/drawing/2014/main" id="{75638CA0-92A2-38DA-C0B6-2F757D7FAE9C}"/>
              </a:ext>
            </a:extLst>
          </p:cNvPr>
          <p:cNvSpPr/>
          <p:nvPr/>
        </p:nvSpPr>
        <p:spPr>
          <a:xfrm>
            <a:off x="2831691" y="2767780"/>
            <a:ext cx="717755" cy="717755"/>
          </a:xfrm>
          <a:prstGeom prst="flowChartSummingJunct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EE8511A4-0E2B-11B7-1A23-1D3CCF3CF166}"/>
                  </a:ext>
                </a:extLst>
              </p:cNvPr>
              <p:cNvSpPr/>
              <p:nvPr/>
            </p:nvSpPr>
            <p:spPr>
              <a:xfrm>
                <a:off x="4562168" y="2517058"/>
                <a:ext cx="4454013" cy="1219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r>
                            <a:rPr lang="en-US" sz="2400" i="1">
                              <a:solidFill>
                                <a:schemeClr val="tx1"/>
                              </a:solidFill>
                              <a:latin typeface="Cambria Math" panose="02040503050406030204" pitchFamily="18" charset="0"/>
                            </a:rPr>
                            <m:t>𝑠</m:t>
                          </m:r>
                          <m:d>
                            <m:dPr>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2</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𝑠</m:t>
                                  </m:r>
                                </m:e>
                                <m:sup>
                                  <m:r>
                                    <a:rPr lang="en-US" sz="2400" i="1">
                                      <a:solidFill>
                                        <a:schemeClr val="tx1"/>
                                      </a:solidFill>
                                      <a:latin typeface="Cambria Math" panose="02040503050406030204" pitchFamily="18" charset="0"/>
                                    </a:rPr>
                                    <m:t>4</m:t>
                                  </m:r>
                                </m:sup>
                              </m:sSup>
                              <m:r>
                                <a:rPr lang="en-US" sz="2400" i="1">
                                  <a:solidFill>
                                    <a:schemeClr val="tx1"/>
                                  </a:solidFill>
                                  <a:latin typeface="Cambria Math" panose="02040503050406030204" pitchFamily="18" charset="0"/>
                                </a:rPr>
                                <m:t>+3</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𝑠</m:t>
                                  </m:r>
                                </m:e>
                                <m:sup>
                                  <m:r>
                                    <a:rPr lang="en-US" sz="2400" i="1">
                                      <a:solidFill>
                                        <a:schemeClr val="tx1"/>
                                      </a:solidFill>
                                      <a:latin typeface="Cambria Math" panose="02040503050406030204" pitchFamily="18" charset="0"/>
                                    </a:rPr>
                                    <m:t>3</m:t>
                                  </m:r>
                                </m:sup>
                              </m:sSup>
                              <m:r>
                                <a:rPr lang="en-US" sz="2400" i="1">
                                  <a:solidFill>
                                    <a:schemeClr val="tx1"/>
                                  </a:solidFill>
                                  <a:latin typeface="Cambria Math" panose="02040503050406030204" pitchFamily="18" charset="0"/>
                                </a:rPr>
                                <m:t>+2</m:t>
                              </m:r>
                              <m:sSup>
                                <m:sSupPr>
                                  <m:ctrlPr>
                                    <a:rPr lang="en-U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𝑠</m:t>
                                  </m:r>
                                </m:e>
                                <m:sup>
                                  <m:r>
                                    <a:rPr lang="en-US" sz="2400" i="1">
                                      <a:solidFill>
                                        <a:schemeClr val="tx1"/>
                                      </a:solidFill>
                                      <a:latin typeface="Cambria Math" panose="02040503050406030204" pitchFamily="18" charset="0"/>
                                    </a:rPr>
                                    <m:t>2</m:t>
                                  </m:r>
                                </m:sup>
                              </m:sSup>
                              <m:r>
                                <a:rPr lang="en-US" sz="2400" i="1">
                                  <a:solidFill>
                                    <a:schemeClr val="tx1"/>
                                  </a:solidFill>
                                  <a:latin typeface="Cambria Math" panose="02040503050406030204" pitchFamily="18" charset="0"/>
                                </a:rPr>
                                <m:t>+3</m:t>
                              </m:r>
                              <m:r>
                                <a:rPr lang="en-US" sz="2400" i="1">
                                  <a:solidFill>
                                    <a:schemeClr val="tx1"/>
                                  </a:solidFill>
                                  <a:latin typeface="Cambria Math" panose="02040503050406030204" pitchFamily="18" charset="0"/>
                                </a:rPr>
                                <m:t>𝑠</m:t>
                              </m:r>
                              <m:r>
                                <a:rPr lang="en-US" sz="2400" i="1">
                                  <a:solidFill>
                                    <a:schemeClr val="tx1"/>
                                  </a:solidFill>
                                  <a:latin typeface="Cambria Math" panose="02040503050406030204" pitchFamily="18" charset="0"/>
                                </a:rPr>
                                <m:t>+2</m:t>
                              </m:r>
                            </m:e>
                          </m:d>
                        </m:den>
                      </m:f>
                    </m:oMath>
                  </m:oMathPara>
                </a14:m>
                <a:endParaRPr lang="es-CO" sz="2400"/>
              </a:p>
            </p:txBody>
          </p:sp>
        </mc:Choice>
        <mc:Fallback>
          <p:sp>
            <p:nvSpPr>
              <p:cNvPr id="6" name="Rectangle 5">
                <a:extLst>
                  <a:ext uri="{FF2B5EF4-FFF2-40B4-BE49-F238E27FC236}">
                    <a16:creationId xmlns:a16="http://schemas.microsoft.com/office/drawing/2014/main" id="{EE8511A4-0E2B-11B7-1A23-1D3CCF3CF166}"/>
                  </a:ext>
                </a:extLst>
              </p:cNvPr>
              <p:cNvSpPr>
                <a:spLocks noRot="1" noChangeAspect="1" noMove="1" noResize="1" noEditPoints="1" noAdjustHandles="1" noChangeArrowheads="1" noChangeShapeType="1" noTextEdit="1"/>
              </p:cNvSpPr>
              <p:nvPr/>
            </p:nvSpPr>
            <p:spPr>
              <a:xfrm>
                <a:off x="4562168" y="2517058"/>
                <a:ext cx="4454013" cy="1219200"/>
              </a:xfrm>
              <a:prstGeom prst="rect">
                <a:avLst/>
              </a:prstGeom>
              <a:blipFill>
                <a:blip r:embed="rId2"/>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E3860F93-C52B-B2EF-8F14-EA2AD1DDB8E0}"/>
              </a:ext>
            </a:extLst>
          </p:cNvPr>
          <p:cNvCxnSpPr>
            <a:cxnSpLocks/>
            <a:endCxn id="4" idx="2"/>
          </p:cNvCxnSpPr>
          <p:nvPr/>
        </p:nvCxnSpPr>
        <p:spPr>
          <a:xfrm>
            <a:off x="1720645" y="3126658"/>
            <a:ext cx="111104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200B5F1-06D4-3883-B6EE-1A6482667D9E}"/>
              </a:ext>
            </a:extLst>
          </p:cNvPr>
          <p:cNvCxnSpPr>
            <a:cxnSpLocks/>
            <a:stCxn id="4" idx="6"/>
            <a:endCxn id="6" idx="1"/>
          </p:cNvCxnSpPr>
          <p:nvPr/>
        </p:nvCxnSpPr>
        <p:spPr>
          <a:xfrm>
            <a:off x="3549446" y="3126658"/>
            <a:ext cx="101272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AD6E695-43ED-FAF8-D09F-B01183F2A54B}"/>
              </a:ext>
            </a:extLst>
          </p:cNvPr>
          <p:cNvCxnSpPr>
            <a:cxnSpLocks/>
            <a:stCxn id="6" idx="3"/>
          </p:cNvCxnSpPr>
          <p:nvPr/>
        </p:nvCxnSpPr>
        <p:spPr>
          <a:xfrm>
            <a:off x="9016181" y="3126658"/>
            <a:ext cx="159282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1EE19A2D-A9B4-99C1-30AF-B0AB34D2DC75}"/>
              </a:ext>
            </a:extLst>
          </p:cNvPr>
          <p:cNvCxnSpPr>
            <a:stCxn id="6" idx="3"/>
            <a:endCxn id="4" idx="4"/>
          </p:cNvCxnSpPr>
          <p:nvPr/>
        </p:nvCxnSpPr>
        <p:spPr>
          <a:xfrm flipH="1">
            <a:off x="3190569" y="3126658"/>
            <a:ext cx="5825612" cy="358877"/>
          </a:xfrm>
          <a:prstGeom prst="bentConnector4">
            <a:avLst>
              <a:gd name="adj1" fmla="val -3924"/>
              <a:gd name="adj2" fmla="val 367809"/>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8EF9250F-85EC-0424-2519-8CD8D0A91986}"/>
                  </a:ext>
                </a:extLst>
              </p:cNvPr>
              <p:cNvSpPr txBox="1"/>
              <p:nvPr/>
            </p:nvSpPr>
            <p:spPr>
              <a:xfrm>
                <a:off x="2930013" y="3126657"/>
                <a:ext cx="5211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m:t>
                      </m:r>
                    </m:oMath>
                  </m:oMathPara>
                </a14:m>
                <a:endParaRPr lang="es-CO"/>
              </a:p>
            </p:txBody>
          </p:sp>
        </mc:Choice>
        <mc:Fallback>
          <p:sp>
            <p:nvSpPr>
              <p:cNvPr id="36" name="TextBox 35">
                <a:extLst>
                  <a:ext uri="{FF2B5EF4-FFF2-40B4-BE49-F238E27FC236}">
                    <a16:creationId xmlns:a16="http://schemas.microsoft.com/office/drawing/2014/main" id="{8EF9250F-85EC-0424-2519-8CD8D0A91986}"/>
                  </a:ext>
                </a:extLst>
              </p:cNvPr>
              <p:cNvSpPr txBox="1">
                <a:spLocks noRot="1" noChangeAspect="1" noMove="1" noResize="1" noEditPoints="1" noAdjustHandles="1" noChangeArrowheads="1" noChangeShapeType="1" noTextEdit="1"/>
              </p:cNvSpPr>
              <p:nvPr/>
            </p:nvSpPr>
            <p:spPr>
              <a:xfrm>
                <a:off x="2930013" y="3126657"/>
                <a:ext cx="521109"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5407F78-5BFE-7BC4-266F-13B8F15F9D0B}"/>
                  </a:ext>
                </a:extLst>
              </p:cNvPr>
              <p:cNvSpPr txBox="1"/>
              <p:nvPr/>
            </p:nvSpPr>
            <p:spPr>
              <a:xfrm>
                <a:off x="2708788" y="2946908"/>
                <a:ext cx="5211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rPr>
                        <m:t>+</m:t>
                      </m:r>
                    </m:oMath>
                  </m:oMathPara>
                </a14:m>
                <a:endParaRPr lang="es-CO"/>
              </a:p>
            </p:txBody>
          </p:sp>
        </mc:Choice>
        <mc:Fallback>
          <p:sp>
            <p:nvSpPr>
              <p:cNvPr id="37" name="TextBox 36">
                <a:extLst>
                  <a:ext uri="{FF2B5EF4-FFF2-40B4-BE49-F238E27FC236}">
                    <a16:creationId xmlns:a16="http://schemas.microsoft.com/office/drawing/2014/main" id="{E5407F78-5BFE-7BC4-266F-13B8F15F9D0B}"/>
                  </a:ext>
                </a:extLst>
              </p:cNvPr>
              <p:cNvSpPr txBox="1">
                <a:spLocks noRot="1" noChangeAspect="1" noMove="1" noResize="1" noEditPoints="1" noAdjustHandles="1" noChangeArrowheads="1" noChangeShapeType="1" noTextEdit="1"/>
              </p:cNvSpPr>
              <p:nvPr/>
            </p:nvSpPr>
            <p:spPr>
              <a:xfrm>
                <a:off x="2708788" y="2946908"/>
                <a:ext cx="52110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27F0D29F-CC02-EC9A-BE3D-E56C0EE74E05}"/>
                  </a:ext>
                </a:extLst>
              </p:cNvPr>
              <p:cNvSpPr txBox="1"/>
              <p:nvPr/>
            </p:nvSpPr>
            <p:spPr>
              <a:xfrm>
                <a:off x="1818970" y="2667452"/>
                <a:ext cx="66859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𝑅</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𝑠</m:t>
                      </m:r>
                      <m:r>
                        <a:rPr lang="en-US" sz="2400" b="0" i="1" smtClean="0">
                          <a:solidFill>
                            <a:schemeClr val="tx1"/>
                          </a:solidFill>
                          <a:latin typeface="Cambria Math" panose="02040503050406030204" pitchFamily="18" charset="0"/>
                        </a:rPr>
                        <m:t>)</m:t>
                      </m:r>
                    </m:oMath>
                  </m:oMathPara>
                </a14:m>
                <a:endParaRPr lang="es-CO" sz="2400"/>
              </a:p>
            </p:txBody>
          </p:sp>
        </mc:Choice>
        <mc:Fallback>
          <p:sp>
            <p:nvSpPr>
              <p:cNvPr id="38" name="TextBox 37">
                <a:extLst>
                  <a:ext uri="{FF2B5EF4-FFF2-40B4-BE49-F238E27FC236}">
                    <a16:creationId xmlns:a16="http://schemas.microsoft.com/office/drawing/2014/main" id="{27F0D29F-CC02-EC9A-BE3D-E56C0EE74E05}"/>
                  </a:ext>
                </a:extLst>
              </p:cNvPr>
              <p:cNvSpPr txBox="1">
                <a:spLocks noRot="1" noChangeAspect="1" noMove="1" noResize="1" noEditPoints="1" noAdjustHandles="1" noChangeArrowheads="1" noChangeShapeType="1" noTextEdit="1"/>
              </p:cNvSpPr>
              <p:nvPr/>
            </p:nvSpPr>
            <p:spPr>
              <a:xfrm>
                <a:off x="1818970" y="2667452"/>
                <a:ext cx="668593" cy="461665"/>
              </a:xfrm>
              <a:prstGeom prst="rect">
                <a:avLst/>
              </a:prstGeom>
              <a:blipFill>
                <a:blip r:embed="rId5"/>
                <a:stretch>
                  <a:fillRect l="-1818" r="-25455" b="-18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F66487DB-22B9-AEFC-8D37-4E59E52C092E}"/>
                  </a:ext>
                </a:extLst>
              </p:cNvPr>
              <p:cNvSpPr txBox="1"/>
              <p:nvPr/>
            </p:nvSpPr>
            <p:spPr>
              <a:xfrm>
                <a:off x="3598609" y="2667452"/>
                <a:ext cx="66859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𝐸</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𝑠</m:t>
                      </m:r>
                      <m:r>
                        <a:rPr lang="en-US" sz="2400" b="0" i="1" smtClean="0">
                          <a:solidFill>
                            <a:schemeClr val="tx1"/>
                          </a:solidFill>
                          <a:latin typeface="Cambria Math" panose="02040503050406030204" pitchFamily="18" charset="0"/>
                        </a:rPr>
                        <m:t>)</m:t>
                      </m:r>
                    </m:oMath>
                  </m:oMathPara>
                </a14:m>
                <a:endParaRPr lang="es-CO" sz="2400"/>
              </a:p>
            </p:txBody>
          </p:sp>
        </mc:Choice>
        <mc:Fallback>
          <p:sp>
            <p:nvSpPr>
              <p:cNvPr id="39" name="TextBox 38">
                <a:extLst>
                  <a:ext uri="{FF2B5EF4-FFF2-40B4-BE49-F238E27FC236}">
                    <a16:creationId xmlns:a16="http://schemas.microsoft.com/office/drawing/2014/main" id="{F66487DB-22B9-AEFC-8D37-4E59E52C092E}"/>
                  </a:ext>
                </a:extLst>
              </p:cNvPr>
              <p:cNvSpPr txBox="1">
                <a:spLocks noRot="1" noChangeAspect="1" noMove="1" noResize="1" noEditPoints="1" noAdjustHandles="1" noChangeArrowheads="1" noChangeShapeType="1" noTextEdit="1"/>
              </p:cNvSpPr>
              <p:nvPr/>
            </p:nvSpPr>
            <p:spPr>
              <a:xfrm>
                <a:off x="3598609" y="2667452"/>
                <a:ext cx="668593" cy="461665"/>
              </a:xfrm>
              <a:prstGeom prst="rect">
                <a:avLst/>
              </a:prstGeom>
              <a:blipFill>
                <a:blip r:embed="rId6"/>
                <a:stretch>
                  <a:fillRect l="-1818" r="-25455" b="-18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1DBC18FB-84F3-C3C0-655E-477F412B709F}"/>
                  </a:ext>
                </a:extLst>
              </p:cNvPr>
              <p:cNvSpPr txBox="1"/>
              <p:nvPr/>
            </p:nvSpPr>
            <p:spPr>
              <a:xfrm>
                <a:off x="9144000" y="2574902"/>
                <a:ext cx="668593"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𝑌</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𝑠</m:t>
                      </m:r>
                      <m:r>
                        <a:rPr lang="en-US" sz="2400" b="0" i="1" smtClean="0">
                          <a:solidFill>
                            <a:schemeClr val="tx1"/>
                          </a:solidFill>
                          <a:latin typeface="Cambria Math" panose="02040503050406030204" pitchFamily="18" charset="0"/>
                        </a:rPr>
                        <m:t>)</m:t>
                      </m:r>
                    </m:oMath>
                  </m:oMathPara>
                </a14:m>
                <a:endParaRPr lang="es-CO" sz="2400"/>
              </a:p>
            </p:txBody>
          </p:sp>
        </mc:Choice>
        <mc:Fallback>
          <p:sp>
            <p:nvSpPr>
              <p:cNvPr id="40" name="TextBox 39">
                <a:extLst>
                  <a:ext uri="{FF2B5EF4-FFF2-40B4-BE49-F238E27FC236}">
                    <a16:creationId xmlns:a16="http://schemas.microsoft.com/office/drawing/2014/main" id="{1DBC18FB-84F3-C3C0-655E-477F412B709F}"/>
                  </a:ext>
                </a:extLst>
              </p:cNvPr>
              <p:cNvSpPr txBox="1">
                <a:spLocks noRot="1" noChangeAspect="1" noMove="1" noResize="1" noEditPoints="1" noAdjustHandles="1" noChangeArrowheads="1" noChangeShapeType="1" noTextEdit="1"/>
              </p:cNvSpPr>
              <p:nvPr/>
            </p:nvSpPr>
            <p:spPr>
              <a:xfrm>
                <a:off x="9144000" y="2574902"/>
                <a:ext cx="668593" cy="461665"/>
              </a:xfrm>
              <a:prstGeom prst="rect">
                <a:avLst/>
              </a:prstGeom>
              <a:blipFill>
                <a:blip r:embed="rId7"/>
                <a:stretch>
                  <a:fillRect l="-1818" r="-22727" b="-17105"/>
                </a:stretch>
              </a:blipFill>
            </p:spPr>
            <p:txBody>
              <a:bodyPr/>
              <a:lstStyle/>
              <a:p>
                <a:r>
                  <a:rPr lang="en-US">
                    <a:noFill/>
                  </a:rPr>
                  <a:t> </a:t>
                </a:r>
              </a:p>
            </p:txBody>
          </p:sp>
        </mc:Fallback>
      </mc:AlternateContent>
    </p:spTree>
    <p:extLst>
      <p:ext uri="{BB962C8B-B14F-4D97-AF65-F5344CB8AC3E}">
        <p14:creationId xmlns:p14="http://schemas.microsoft.com/office/powerpoint/2010/main" val="4158816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ángulo: esquinas redondeadas 17">
            <a:extLst>
              <a:ext uri="{FF2B5EF4-FFF2-40B4-BE49-F238E27FC236}">
                <a16:creationId xmlns:a16="http://schemas.microsoft.com/office/drawing/2014/main" id="{34B6F014-EA8B-4E73-8B9A-F7A1CD21AFA1}"/>
              </a:ext>
            </a:extLst>
          </p:cNvPr>
          <p:cNvSpPr/>
          <p:nvPr/>
        </p:nvSpPr>
        <p:spPr>
          <a:xfrm>
            <a:off x="2398282" y="3069021"/>
            <a:ext cx="338801" cy="651641"/>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3EC1711-6B45-4D33-9BDB-473142FB40A1}"/>
              </a:ext>
            </a:extLst>
          </p:cNvPr>
          <p:cNvSpPr/>
          <p:nvPr/>
        </p:nvSpPr>
        <p:spPr>
          <a:xfrm>
            <a:off x="1370648" y="2578407"/>
            <a:ext cx="338801" cy="217213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4: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pic>
        <p:nvPicPr>
          <p:cNvPr id="5" name="Imagen 4">
            <a:extLst>
              <a:ext uri="{FF2B5EF4-FFF2-40B4-BE49-F238E27FC236}">
                <a16:creationId xmlns:a16="http://schemas.microsoft.com/office/drawing/2014/main" id="{B8B6909F-7253-4CA2-AF26-5F26DD49D3C7}"/>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4052571" y="1722174"/>
            <a:ext cx="4086857" cy="533333"/>
          </a:xfrm>
          <a:prstGeom prst="rect">
            <a:avLst/>
          </a:prstGeom>
        </p:spPr>
      </p:pic>
      <p:pic>
        <p:nvPicPr>
          <p:cNvPr id="7" name="Imagen 6">
            <a:extLst>
              <a:ext uri="{FF2B5EF4-FFF2-40B4-BE49-F238E27FC236}">
                <a16:creationId xmlns:a16="http://schemas.microsoft.com/office/drawing/2014/main" id="{8C194E85-BA7A-4C23-A25D-F08D78B5039E}"/>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963448" y="2813269"/>
            <a:ext cx="1642667" cy="1731048"/>
          </a:xfrm>
          <a:prstGeom prst="rect">
            <a:avLst/>
          </a:prstGeom>
        </p:spPr>
      </p:pic>
      <p:cxnSp>
        <p:nvCxnSpPr>
          <p:cNvPr id="8" name="Conector recto 7">
            <a:extLst>
              <a:ext uri="{FF2B5EF4-FFF2-40B4-BE49-F238E27FC236}">
                <a16:creationId xmlns:a16="http://schemas.microsoft.com/office/drawing/2014/main" id="{E0B62CFA-19B2-4711-A883-2F44E3BC0EC2}"/>
              </a:ext>
            </a:extLst>
          </p:cNvPr>
          <p:cNvCxnSpPr>
            <a:cxnSpLocks/>
          </p:cNvCxnSpPr>
          <p:nvPr/>
        </p:nvCxnSpPr>
        <p:spPr>
          <a:xfrm>
            <a:off x="1225558" y="2683772"/>
            <a:ext cx="0" cy="20143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2EC1D90-F01C-43DA-922D-709BB1AD1C59}"/>
              </a:ext>
            </a:extLst>
          </p:cNvPr>
          <p:cNvCxnSpPr>
            <a:cxnSpLocks/>
          </p:cNvCxnSpPr>
          <p:nvPr/>
        </p:nvCxnSpPr>
        <p:spPr>
          <a:xfrm>
            <a:off x="479501" y="3355428"/>
            <a:ext cx="2536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Imagen 14">
            <a:extLst>
              <a:ext uri="{FF2B5EF4-FFF2-40B4-BE49-F238E27FC236}">
                <a16:creationId xmlns:a16="http://schemas.microsoft.com/office/drawing/2014/main" id="{FF47CCE9-6DCB-44E2-B090-A7A1B221B48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6095999" y="2809766"/>
            <a:ext cx="2666667" cy="534857"/>
          </a:xfrm>
          <a:prstGeom prst="rect">
            <a:avLst/>
          </a:prstGeom>
        </p:spPr>
      </p:pic>
      <p:pic>
        <p:nvPicPr>
          <p:cNvPr id="11" name="Imagen 10">
            <a:extLst>
              <a:ext uri="{FF2B5EF4-FFF2-40B4-BE49-F238E27FC236}">
                <a16:creationId xmlns:a16="http://schemas.microsoft.com/office/drawing/2014/main" id="{93392B52-F7DE-4764-BF28-A2C0A8487FE5}"/>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6095999" y="3615557"/>
            <a:ext cx="2860190" cy="534857"/>
          </a:xfrm>
          <a:prstGeom prst="rect">
            <a:avLst/>
          </a:prstGeom>
        </p:spPr>
      </p:pic>
      <p:pic>
        <p:nvPicPr>
          <p:cNvPr id="12" name="Imagen 11">
            <a:extLst>
              <a:ext uri="{FF2B5EF4-FFF2-40B4-BE49-F238E27FC236}">
                <a16:creationId xmlns:a16="http://schemas.microsoft.com/office/drawing/2014/main" id="{8B4A36B3-5598-43DA-9FF2-75F7016ADD60}"/>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6095999" y="4577837"/>
            <a:ext cx="3058286" cy="540952"/>
          </a:xfrm>
          <a:prstGeom prst="rect">
            <a:avLst/>
          </a:prstGeom>
        </p:spPr>
      </p:pic>
      <p:pic>
        <p:nvPicPr>
          <p:cNvPr id="6" name="Imagen 5">
            <a:extLst>
              <a:ext uri="{FF2B5EF4-FFF2-40B4-BE49-F238E27FC236}">
                <a16:creationId xmlns:a16="http://schemas.microsoft.com/office/drawing/2014/main" id="{5FA93DB4-38CA-4972-894D-DF3E7CE687BD}"/>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6095999" y="5546212"/>
            <a:ext cx="2264381" cy="540952"/>
          </a:xfrm>
          <a:prstGeom prst="rect">
            <a:avLst/>
          </a:prstGeom>
        </p:spPr>
      </p:pic>
    </p:spTree>
    <p:extLst>
      <p:ext uri="{BB962C8B-B14F-4D97-AF65-F5344CB8AC3E}">
        <p14:creationId xmlns:p14="http://schemas.microsoft.com/office/powerpoint/2010/main" val="13957629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ángulo: esquinas redondeadas 17">
            <a:extLst>
              <a:ext uri="{FF2B5EF4-FFF2-40B4-BE49-F238E27FC236}">
                <a16:creationId xmlns:a16="http://schemas.microsoft.com/office/drawing/2014/main" id="{34B6F014-EA8B-4E73-8B9A-F7A1CD21AFA1}"/>
              </a:ext>
            </a:extLst>
          </p:cNvPr>
          <p:cNvSpPr/>
          <p:nvPr/>
        </p:nvSpPr>
        <p:spPr>
          <a:xfrm>
            <a:off x="2408792" y="3478924"/>
            <a:ext cx="338801" cy="651641"/>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3EC1711-6B45-4D33-9BDB-473142FB40A1}"/>
              </a:ext>
            </a:extLst>
          </p:cNvPr>
          <p:cNvSpPr/>
          <p:nvPr/>
        </p:nvSpPr>
        <p:spPr>
          <a:xfrm>
            <a:off x="1370648" y="2578407"/>
            <a:ext cx="868050" cy="273982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4: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pic>
        <p:nvPicPr>
          <p:cNvPr id="5" name="Imagen 4">
            <a:extLst>
              <a:ext uri="{FF2B5EF4-FFF2-40B4-BE49-F238E27FC236}">
                <a16:creationId xmlns:a16="http://schemas.microsoft.com/office/drawing/2014/main" id="{B8B6909F-7253-4CA2-AF26-5F26DD49D3C7}"/>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4052571" y="1722174"/>
            <a:ext cx="4086857" cy="533333"/>
          </a:xfrm>
          <a:prstGeom prst="rect">
            <a:avLst/>
          </a:prstGeom>
        </p:spPr>
      </p:pic>
      <p:pic>
        <p:nvPicPr>
          <p:cNvPr id="19" name="Imagen 18">
            <a:extLst>
              <a:ext uri="{FF2B5EF4-FFF2-40B4-BE49-F238E27FC236}">
                <a16:creationId xmlns:a16="http://schemas.microsoft.com/office/drawing/2014/main" id="{6E983BBE-8504-482A-A5EE-D4443574D709}"/>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963448" y="2813269"/>
            <a:ext cx="2160762" cy="2238476"/>
          </a:xfrm>
          <a:prstGeom prst="rect">
            <a:avLst/>
          </a:prstGeom>
        </p:spPr>
      </p:pic>
      <p:cxnSp>
        <p:nvCxnSpPr>
          <p:cNvPr id="8" name="Conector recto 7">
            <a:extLst>
              <a:ext uri="{FF2B5EF4-FFF2-40B4-BE49-F238E27FC236}">
                <a16:creationId xmlns:a16="http://schemas.microsoft.com/office/drawing/2014/main" id="{E0B62CFA-19B2-4711-A883-2F44E3BC0EC2}"/>
              </a:ext>
            </a:extLst>
          </p:cNvPr>
          <p:cNvCxnSpPr>
            <a:cxnSpLocks/>
          </p:cNvCxnSpPr>
          <p:nvPr/>
        </p:nvCxnSpPr>
        <p:spPr>
          <a:xfrm>
            <a:off x="1225558" y="2683772"/>
            <a:ext cx="0" cy="27185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2EC1D90-F01C-43DA-922D-709BB1AD1C59}"/>
              </a:ext>
            </a:extLst>
          </p:cNvPr>
          <p:cNvCxnSpPr>
            <a:cxnSpLocks/>
          </p:cNvCxnSpPr>
          <p:nvPr/>
        </p:nvCxnSpPr>
        <p:spPr>
          <a:xfrm>
            <a:off x="479501" y="3355428"/>
            <a:ext cx="30309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Imagen 25">
            <a:extLst>
              <a:ext uri="{FF2B5EF4-FFF2-40B4-BE49-F238E27FC236}">
                <a16:creationId xmlns:a16="http://schemas.microsoft.com/office/drawing/2014/main" id="{745688BA-E53C-4B4C-A2F6-10FFF4177A48}"/>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5821714" y="2798269"/>
            <a:ext cx="4635428" cy="1193143"/>
          </a:xfrm>
          <a:prstGeom prst="rect">
            <a:avLst/>
          </a:prstGeom>
        </p:spPr>
      </p:pic>
      <p:sp>
        <p:nvSpPr>
          <p:cNvPr id="27" name="Rectángulo: esquinas redondeadas 26">
            <a:extLst>
              <a:ext uri="{FF2B5EF4-FFF2-40B4-BE49-F238E27FC236}">
                <a16:creationId xmlns:a16="http://schemas.microsoft.com/office/drawing/2014/main" id="{E2300DAF-0BB0-47BB-AC98-A4DC12521AD8}"/>
              </a:ext>
            </a:extLst>
          </p:cNvPr>
          <p:cNvSpPr/>
          <p:nvPr/>
        </p:nvSpPr>
        <p:spPr>
          <a:xfrm>
            <a:off x="8559842" y="2953408"/>
            <a:ext cx="2097648" cy="90389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190744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00303B66-8701-4E5F-A2FA-ADAB52BBF6AE}"/>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821714" y="4165982"/>
            <a:ext cx="2858666" cy="1202286"/>
          </a:xfrm>
          <a:prstGeom prst="rect">
            <a:avLst/>
          </a:prstGeom>
        </p:spPr>
      </p:pic>
      <p:sp>
        <p:nvSpPr>
          <p:cNvPr id="18" name="Rectángulo: esquinas redondeadas 17">
            <a:extLst>
              <a:ext uri="{FF2B5EF4-FFF2-40B4-BE49-F238E27FC236}">
                <a16:creationId xmlns:a16="http://schemas.microsoft.com/office/drawing/2014/main" id="{34B6F014-EA8B-4E73-8B9A-F7A1CD21AFA1}"/>
              </a:ext>
            </a:extLst>
          </p:cNvPr>
          <p:cNvSpPr/>
          <p:nvPr/>
        </p:nvSpPr>
        <p:spPr>
          <a:xfrm>
            <a:off x="3375745" y="3825762"/>
            <a:ext cx="338801" cy="1650121"/>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3EC1711-6B45-4D33-9BDB-473142FB40A1}"/>
              </a:ext>
            </a:extLst>
          </p:cNvPr>
          <p:cNvSpPr/>
          <p:nvPr/>
        </p:nvSpPr>
        <p:spPr>
          <a:xfrm>
            <a:off x="1370647" y="2578407"/>
            <a:ext cx="1804725" cy="366473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4: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pic>
        <p:nvPicPr>
          <p:cNvPr id="5" name="Imagen 4">
            <a:extLst>
              <a:ext uri="{FF2B5EF4-FFF2-40B4-BE49-F238E27FC236}">
                <a16:creationId xmlns:a16="http://schemas.microsoft.com/office/drawing/2014/main" id="{B8B6909F-7253-4CA2-AF26-5F26DD49D3C7}"/>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4052571" y="1722174"/>
            <a:ext cx="4086857" cy="533333"/>
          </a:xfrm>
          <a:prstGeom prst="rect">
            <a:avLst/>
          </a:prstGeom>
        </p:spPr>
      </p:pic>
      <p:pic>
        <p:nvPicPr>
          <p:cNvPr id="10" name="Imagen 9">
            <a:extLst>
              <a:ext uri="{FF2B5EF4-FFF2-40B4-BE49-F238E27FC236}">
                <a16:creationId xmlns:a16="http://schemas.microsoft.com/office/drawing/2014/main" id="{2EAC4E7A-810A-4D26-92D3-021FE1D51662}"/>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963448" y="2813270"/>
            <a:ext cx="3079618" cy="3149716"/>
          </a:xfrm>
          <a:prstGeom prst="rect">
            <a:avLst/>
          </a:prstGeom>
        </p:spPr>
      </p:pic>
      <p:cxnSp>
        <p:nvCxnSpPr>
          <p:cNvPr id="8" name="Conector recto 7">
            <a:extLst>
              <a:ext uri="{FF2B5EF4-FFF2-40B4-BE49-F238E27FC236}">
                <a16:creationId xmlns:a16="http://schemas.microsoft.com/office/drawing/2014/main" id="{E0B62CFA-19B2-4711-A883-2F44E3BC0EC2}"/>
              </a:ext>
            </a:extLst>
          </p:cNvPr>
          <p:cNvCxnSpPr>
            <a:cxnSpLocks/>
          </p:cNvCxnSpPr>
          <p:nvPr/>
        </p:nvCxnSpPr>
        <p:spPr>
          <a:xfrm>
            <a:off x="1225558" y="2683772"/>
            <a:ext cx="0" cy="39587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2EC1D90-F01C-43DA-922D-709BB1AD1C59}"/>
              </a:ext>
            </a:extLst>
          </p:cNvPr>
          <p:cNvCxnSpPr>
            <a:cxnSpLocks/>
          </p:cNvCxnSpPr>
          <p:nvPr/>
        </p:nvCxnSpPr>
        <p:spPr>
          <a:xfrm>
            <a:off x="479501" y="3355428"/>
            <a:ext cx="39663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Imagen 25">
            <a:extLst>
              <a:ext uri="{FF2B5EF4-FFF2-40B4-BE49-F238E27FC236}">
                <a16:creationId xmlns:a16="http://schemas.microsoft.com/office/drawing/2014/main" id="{745688BA-E53C-4B4C-A2F6-10FFF4177A48}"/>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821714" y="2798269"/>
            <a:ext cx="4635428" cy="1193143"/>
          </a:xfrm>
          <a:prstGeom prst="rect">
            <a:avLst/>
          </a:prstGeom>
        </p:spPr>
      </p:pic>
      <p:sp>
        <p:nvSpPr>
          <p:cNvPr id="27" name="Rectángulo: esquinas redondeadas 26">
            <a:extLst>
              <a:ext uri="{FF2B5EF4-FFF2-40B4-BE49-F238E27FC236}">
                <a16:creationId xmlns:a16="http://schemas.microsoft.com/office/drawing/2014/main" id="{E2300DAF-0BB0-47BB-AC98-A4DC12521AD8}"/>
              </a:ext>
            </a:extLst>
          </p:cNvPr>
          <p:cNvSpPr/>
          <p:nvPr/>
        </p:nvSpPr>
        <p:spPr>
          <a:xfrm>
            <a:off x="8139428" y="4315180"/>
            <a:ext cx="2097648" cy="90389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7" name="Conector recto 16">
            <a:extLst>
              <a:ext uri="{FF2B5EF4-FFF2-40B4-BE49-F238E27FC236}">
                <a16:creationId xmlns:a16="http://schemas.microsoft.com/office/drawing/2014/main" id="{F5571F99-FB8F-4BDB-876E-443BCB0DB3C9}"/>
              </a:ext>
            </a:extLst>
          </p:cNvPr>
          <p:cNvCxnSpPr/>
          <p:nvPr/>
        </p:nvCxnSpPr>
        <p:spPr>
          <a:xfrm>
            <a:off x="6611007" y="4165982"/>
            <a:ext cx="1366345" cy="60114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19CBF5C0-9A64-491A-BF3B-69C03D620D83}"/>
              </a:ext>
            </a:extLst>
          </p:cNvPr>
          <p:cNvCxnSpPr/>
          <p:nvPr/>
        </p:nvCxnSpPr>
        <p:spPr>
          <a:xfrm>
            <a:off x="6463862" y="4823892"/>
            <a:ext cx="1366345" cy="60114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4844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FD2276DE-9FAF-4519-B45A-F2DF19872204}"/>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5115034" y="4054582"/>
            <a:ext cx="6496000" cy="559238"/>
          </a:xfrm>
          <a:prstGeom prst="rect">
            <a:avLst/>
          </a:prstGeom>
        </p:spPr>
      </p:pic>
      <p:sp>
        <p:nvSpPr>
          <p:cNvPr id="16" name="Rectángulo: esquinas redondeadas 15">
            <a:extLst>
              <a:ext uri="{FF2B5EF4-FFF2-40B4-BE49-F238E27FC236}">
                <a16:creationId xmlns:a16="http://schemas.microsoft.com/office/drawing/2014/main" id="{73EC1711-6B45-4D33-9BDB-473142FB40A1}"/>
              </a:ext>
            </a:extLst>
          </p:cNvPr>
          <p:cNvSpPr/>
          <p:nvPr/>
        </p:nvSpPr>
        <p:spPr>
          <a:xfrm>
            <a:off x="1370647" y="2578407"/>
            <a:ext cx="1804725" cy="366473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4: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pic>
        <p:nvPicPr>
          <p:cNvPr id="5" name="Imagen 4">
            <a:extLst>
              <a:ext uri="{FF2B5EF4-FFF2-40B4-BE49-F238E27FC236}">
                <a16:creationId xmlns:a16="http://schemas.microsoft.com/office/drawing/2014/main" id="{B8B6909F-7253-4CA2-AF26-5F26DD49D3C7}"/>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4052571" y="1722174"/>
            <a:ext cx="4086857" cy="533333"/>
          </a:xfrm>
          <a:prstGeom prst="rect">
            <a:avLst/>
          </a:prstGeom>
        </p:spPr>
      </p:pic>
      <p:pic>
        <p:nvPicPr>
          <p:cNvPr id="7" name="Imagen 6">
            <a:extLst>
              <a:ext uri="{FF2B5EF4-FFF2-40B4-BE49-F238E27FC236}">
                <a16:creationId xmlns:a16="http://schemas.microsoft.com/office/drawing/2014/main" id="{2400D33A-B579-41BD-8155-BBBB1EBB284D}"/>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963448" y="2813270"/>
            <a:ext cx="3079616" cy="3117716"/>
          </a:xfrm>
          <a:prstGeom prst="rect">
            <a:avLst/>
          </a:prstGeom>
        </p:spPr>
      </p:pic>
      <p:cxnSp>
        <p:nvCxnSpPr>
          <p:cNvPr id="8" name="Conector recto 7">
            <a:extLst>
              <a:ext uri="{FF2B5EF4-FFF2-40B4-BE49-F238E27FC236}">
                <a16:creationId xmlns:a16="http://schemas.microsoft.com/office/drawing/2014/main" id="{E0B62CFA-19B2-4711-A883-2F44E3BC0EC2}"/>
              </a:ext>
            </a:extLst>
          </p:cNvPr>
          <p:cNvCxnSpPr>
            <a:cxnSpLocks/>
          </p:cNvCxnSpPr>
          <p:nvPr/>
        </p:nvCxnSpPr>
        <p:spPr>
          <a:xfrm>
            <a:off x="1225558" y="2683772"/>
            <a:ext cx="0" cy="39587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2EC1D90-F01C-43DA-922D-709BB1AD1C59}"/>
              </a:ext>
            </a:extLst>
          </p:cNvPr>
          <p:cNvCxnSpPr>
            <a:cxnSpLocks/>
          </p:cNvCxnSpPr>
          <p:nvPr/>
        </p:nvCxnSpPr>
        <p:spPr>
          <a:xfrm>
            <a:off x="479501" y="3355428"/>
            <a:ext cx="39663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B2EC197F-150F-4345-AEED-225BBE862440}"/>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115034" y="2850279"/>
            <a:ext cx="4850285" cy="522667"/>
          </a:xfrm>
          <a:prstGeom prst="rect">
            <a:avLst/>
          </a:prstGeom>
        </p:spPr>
      </p:pic>
      <p:sp>
        <p:nvSpPr>
          <p:cNvPr id="19" name="Rectángulo: esquinas redondeadas 18">
            <a:extLst>
              <a:ext uri="{FF2B5EF4-FFF2-40B4-BE49-F238E27FC236}">
                <a16:creationId xmlns:a16="http://schemas.microsoft.com/office/drawing/2014/main" id="{F186AE00-B3EF-4836-A4D1-37B8ED0BBB2B}"/>
              </a:ext>
            </a:extLst>
          </p:cNvPr>
          <p:cNvSpPr/>
          <p:nvPr/>
        </p:nvSpPr>
        <p:spPr>
          <a:xfrm>
            <a:off x="7319621" y="3920183"/>
            <a:ext cx="1225289" cy="90389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Rectángulo: esquinas redondeadas 19">
            <a:extLst>
              <a:ext uri="{FF2B5EF4-FFF2-40B4-BE49-F238E27FC236}">
                <a16:creationId xmlns:a16="http://schemas.microsoft.com/office/drawing/2014/main" id="{4775E938-898E-4B85-8EB6-996C0A990209}"/>
              </a:ext>
            </a:extLst>
          </p:cNvPr>
          <p:cNvSpPr/>
          <p:nvPr/>
        </p:nvSpPr>
        <p:spPr>
          <a:xfrm>
            <a:off x="8669272" y="3882256"/>
            <a:ext cx="2941762" cy="90389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935823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73EC1711-6B45-4D33-9BDB-473142FB40A1}"/>
              </a:ext>
            </a:extLst>
          </p:cNvPr>
          <p:cNvSpPr/>
          <p:nvPr/>
        </p:nvSpPr>
        <p:spPr>
          <a:xfrm>
            <a:off x="1370648" y="2578407"/>
            <a:ext cx="1382500" cy="3391469"/>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Ejemplo 4: Caso especial 1</a:t>
            </a:r>
            <a:endParaRPr lang="es-419" b="1">
              <a:solidFill>
                <a:srgbClr val="FF0000"/>
              </a:solidFill>
            </a:endParaRPr>
          </a:p>
        </p:txBody>
      </p:sp>
      <p:sp>
        <p:nvSpPr>
          <p:cNvPr id="3" name="Marcador de contenido 2">
            <a:extLst>
              <a:ext uri="{FF2B5EF4-FFF2-40B4-BE49-F238E27FC236}">
                <a16:creationId xmlns:a16="http://schemas.microsoft.com/office/drawing/2014/main" id="{23981F62-03D8-44FF-BCC1-625B8007114A}"/>
              </a:ext>
            </a:extLst>
          </p:cNvPr>
          <p:cNvSpPr>
            <a:spLocks noGrp="1"/>
          </p:cNvSpPr>
          <p:nvPr>
            <p:ph idx="1"/>
          </p:nvPr>
        </p:nvSpPr>
        <p:spPr>
          <a:xfrm>
            <a:off x="838200" y="1178696"/>
            <a:ext cx="10515600" cy="397856"/>
          </a:xfrm>
        </p:spPr>
        <p:txBody>
          <a:bodyPr>
            <a:normAutofit/>
          </a:bodyPr>
          <a:lstStyle/>
          <a:p>
            <a:r>
              <a:rPr lang="es-ES" sz="1800"/>
              <a:t>Determine la estabilidad de la función de transferencia de lazo cerrado:</a:t>
            </a:r>
            <a:endParaRPr lang="es-419" sz="1800"/>
          </a:p>
        </p:txBody>
      </p:sp>
      <p:pic>
        <p:nvPicPr>
          <p:cNvPr id="5" name="Imagen 4">
            <a:extLst>
              <a:ext uri="{FF2B5EF4-FFF2-40B4-BE49-F238E27FC236}">
                <a16:creationId xmlns:a16="http://schemas.microsoft.com/office/drawing/2014/main" id="{B8B6909F-7253-4CA2-AF26-5F26DD49D3C7}"/>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4052571" y="1722174"/>
            <a:ext cx="4086857" cy="533333"/>
          </a:xfrm>
          <a:prstGeom prst="rect">
            <a:avLst/>
          </a:prstGeom>
        </p:spPr>
      </p:pic>
      <p:pic>
        <p:nvPicPr>
          <p:cNvPr id="6" name="Imagen 5">
            <a:extLst>
              <a:ext uri="{FF2B5EF4-FFF2-40B4-BE49-F238E27FC236}">
                <a16:creationId xmlns:a16="http://schemas.microsoft.com/office/drawing/2014/main" id="{2D473A66-65C7-4FDD-B61B-EF1E8787E574}"/>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963449" y="2813270"/>
            <a:ext cx="2623997" cy="2849526"/>
          </a:xfrm>
          <a:prstGeom prst="rect">
            <a:avLst/>
          </a:prstGeom>
        </p:spPr>
      </p:pic>
      <p:cxnSp>
        <p:nvCxnSpPr>
          <p:cNvPr id="8" name="Conector recto 7">
            <a:extLst>
              <a:ext uri="{FF2B5EF4-FFF2-40B4-BE49-F238E27FC236}">
                <a16:creationId xmlns:a16="http://schemas.microsoft.com/office/drawing/2014/main" id="{E0B62CFA-19B2-4711-A883-2F44E3BC0EC2}"/>
              </a:ext>
            </a:extLst>
          </p:cNvPr>
          <p:cNvCxnSpPr>
            <a:cxnSpLocks/>
          </p:cNvCxnSpPr>
          <p:nvPr/>
        </p:nvCxnSpPr>
        <p:spPr>
          <a:xfrm>
            <a:off x="1225558" y="2683772"/>
            <a:ext cx="0" cy="3475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2EC1D90-F01C-43DA-922D-709BB1AD1C59}"/>
              </a:ext>
            </a:extLst>
          </p:cNvPr>
          <p:cNvCxnSpPr>
            <a:cxnSpLocks/>
          </p:cNvCxnSpPr>
          <p:nvPr/>
        </p:nvCxnSpPr>
        <p:spPr>
          <a:xfrm>
            <a:off x="479501" y="3355428"/>
            <a:ext cx="39663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50C350E3-102F-4CDB-9DF9-D435CA62BCEB}"/>
              </a:ext>
            </a:extLst>
          </p:cNvPr>
          <p:cNvSpPr txBox="1"/>
          <p:nvPr/>
        </p:nvSpPr>
        <p:spPr>
          <a:xfrm>
            <a:off x="6652413" y="3355427"/>
            <a:ext cx="3206290" cy="1200329"/>
          </a:xfrm>
          <a:prstGeom prst="rect">
            <a:avLst/>
          </a:prstGeom>
          <a:solidFill>
            <a:schemeClr val="accent4">
              <a:lumMod val="20000"/>
              <a:lumOff val="80000"/>
            </a:schemeClr>
          </a:solidFill>
        </p:spPr>
        <p:txBody>
          <a:bodyPr wrap="square" rtlCol="0">
            <a:spAutoFit/>
          </a:bodyPr>
          <a:lstStyle/>
          <a:p>
            <a:pPr algn="ctr"/>
            <a:r>
              <a:rPr lang="es-419" sz="2400" b="1">
                <a:solidFill>
                  <a:srgbClr val="FF0000"/>
                </a:solidFill>
              </a:rPr>
              <a:t>Sistema INESTABLE</a:t>
            </a:r>
          </a:p>
          <a:p>
            <a:pPr algn="ctr"/>
            <a:r>
              <a:rPr lang="es-419" sz="2400" b="1">
                <a:solidFill>
                  <a:srgbClr val="FF0000"/>
                </a:solidFill>
              </a:rPr>
              <a:t>Con DOS polos en el</a:t>
            </a:r>
          </a:p>
          <a:p>
            <a:pPr algn="ctr"/>
            <a:r>
              <a:rPr lang="es-419" sz="2400" b="1">
                <a:solidFill>
                  <a:srgbClr val="FF0000"/>
                </a:solidFill>
              </a:rPr>
              <a:t>semiplano derecho</a:t>
            </a:r>
          </a:p>
        </p:txBody>
      </p:sp>
    </p:spTree>
    <p:extLst>
      <p:ext uri="{BB962C8B-B14F-4D97-AF65-F5344CB8AC3E}">
        <p14:creationId xmlns:p14="http://schemas.microsoft.com/office/powerpoint/2010/main" val="15345688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1363540" y="2249393"/>
            <a:ext cx="580711" cy="332109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2</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578FA0BF-9EDB-44F1-A3C7-7436B9909D33}"/>
                  </a:ext>
                </a:extLst>
              </p:cNvPr>
              <p:cNvSpPr>
                <a:spLocks noGrp="1"/>
              </p:cNvSpPr>
              <p:nvPr>
                <p:ph idx="1"/>
              </p:nvPr>
            </p:nvSpPr>
            <p:spPr>
              <a:xfrm>
                <a:off x="838200" y="798787"/>
                <a:ext cx="10515600" cy="1079354"/>
              </a:xfrm>
            </p:spPr>
            <p:txBody>
              <a:bodyPr>
                <a:normAutofit fontScale="92500" lnSpcReduction="10000"/>
              </a:bodyPr>
              <a:lstStyle/>
              <a:p>
                <a:r>
                  <a:rPr lang="es-ES"/>
                  <a:t>El segundo caso especial del criterio de estabilidad de Routh-</a:t>
                </a:r>
                <a:r>
                  <a:rPr lang="es-ES" err="1"/>
                  <a:t>Hurwits</a:t>
                </a:r>
                <a:r>
                  <a:rPr lang="es-ES"/>
                  <a:t> ocurre cuando existen </a:t>
                </a:r>
                <a:r>
                  <a:rPr lang="es-ES" b="1"/>
                  <a:t>polos  ubicados sobre el eje imaginario </a:t>
                </a:r>
                <a14:m>
                  <m:oMath xmlns:m="http://schemas.openxmlformats.org/officeDocument/2006/math">
                    <m:r>
                      <a:rPr lang="es-ES" b="1" i="1" dirty="0" smtClean="0">
                        <a:latin typeface="Cambria Math" panose="02040503050406030204" pitchFamily="18" charset="0"/>
                      </a:rPr>
                      <m:t>𝒋</m:t>
                    </m:r>
                    <m:r>
                      <a:rPr lang="es-ES" b="1" i="1" dirty="0" smtClean="0">
                        <a:latin typeface="Cambria Math" panose="02040503050406030204" pitchFamily="18" charset="0"/>
                      </a:rPr>
                      <m:t>𝝎</m:t>
                    </m:r>
                  </m:oMath>
                </a14:m>
                <a:r>
                  <a:rPr lang="es-ES"/>
                  <a:t>, eso provoca que </a:t>
                </a:r>
                <a:r>
                  <a:rPr lang="es-ES" b="1"/>
                  <a:t>TODA</a:t>
                </a:r>
                <a:r>
                  <a:rPr lang="es-ES"/>
                  <a:t> una fila del arreglo de Routh sea </a:t>
                </a:r>
                <a:r>
                  <a:rPr lang="es-ES" b="1"/>
                  <a:t>CERO</a:t>
                </a:r>
                <a:r>
                  <a:rPr lang="es-ES"/>
                  <a:t>.</a:t>
                </a:r>
                <a:endParaRPr lang="es-419"/>
              </a:p>
            </p:txBody>
          </p:sp>
        </mc:Choice>
        <mc:Fallback>
          <p:sp>
            <p:nvSpPr>
              <p:cNvPr id="3" name="Marcador de contenido 2">
                <a:extLst>
                  <a:ext uri="{FF2B5EF4-FFF2-40B4-BE49-F238E27FC236}">
                    <a16:creationId xmlns:a16="http://schemas.microsoft.com/office/drawing/2014/main" id="{578FA0BF-9EDB-44F1-A3C7-7436B9909D33}"/>
                  </a:ext>
                </a:extLst>
              </p:cNvPr>
              <p:cNvSpPr>
                <a:spLocks noGrp="1" noRot="1" noChangeAspect="1" noMove="1" noResize="1" noEditPoints="1" noAdjustHandles="1" noChangeArrowheads="1" noChangeShapeType="1" noTextEdit="1"/>
              </p:cNvSpPr>
              <p:nvPr>
                <p:ph idx="1"/>
              </p:nvPr>
            </p:nvSpPr>
            <p:spPr>
              <a:xfrm>
                <a:off x="838200" y="798787"/>
                <a:ext cx="10515600" cy="1079354"/>
              </a:xfrm>
              <a:blipFill>
                <a:blip r:embed="rId4"/>
                <a:stretch>
                  <a:fillRect l="-928" t="-11299" b="-12429"/>
                </a:stretch>
              </a:blipFill>
            </p:spPr>
            <p:txBody>
              <a:bodyPr/>
              <a:lstStyle/>
              <a:p>
                <a:r>
                  <a:rPr lang="en-US">
                    <a:noFill/>
                  </a:rPr>
                  <a:t> </a:t>
                </a:r>
              </a:p>
            </p:txBody>
          </p:sp>
        </mc:Fallback>
      </mc:AlternateContent>
      <p:pic>
        <p:nvPicPr>
          <p:cNvPr id="8" name="Imagen 7">
            <a:extLst>
              <a:ext uri="{FF2B5EF4-FFF2-40B4-BE49-F238E27FC236}">
                <a16:creationId xmlns:a16="http://schemas.microsoft.com/office/drawing/2014/main" id="{5E952D1E-7010-45DD-A2A8-A93FF22A0A9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617483" y="2554014"/>
            <a:ext cx="3379809" cy="2937904"/>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1249755" y="2400102"/>
            <a:ext cx="0" cy="3170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503698" y="3071758"/>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Imagen 17">
            <a:extLst>
              <a:ext uri="{FF2B5EF4-FFF2-40B4-BE49-F238E27FC236}">
                <a16:creationId xmlns:a16="http://schemas.microsoft.com/office/drawing/2014/main" id="{6A5FA19A-0522-44DA-A256-6C909016BBAD}"/>
              </a:ext>
            </a:extLst>
          </p:cNvPr>
          <p:cNvPicPr>
            <a:picLocks noChangeAspect="1"/>
          </p:cNvPicPr>
          <p:nvPr/>
        </p:nvPicPr>
        <p:blipFill>
          <a:blip r:embed="rId6"/>
          <a:stretch>
            <a:fillRect/>
          </a:stretch>
        </p:blipFill>
        <p:spPr>
          <a:xfrm>
            <a:off x="5802478" y="1950901"/>
            <a:ext cx="5477749" cy="4108312"/>
          </a:xfrm>
          <a:prstGeom prst="rect">
            <a:avLst/>
          </a:prstGeom>
        </p:spPr>
      </p:pic>
      <p:sp>
        <p:nvSpPr>
          <p:cNvPr id="19" name="Signo de multiplicación 18">
            <a:extLst>
              <a:ext uri="{FF2B5EF4-FFF2-40B4-BE49-F238E27FC236}">
                <a16:creationId xmlns:a16="http://schemas.microsoft.com/office/drawing/2014/main" id="{CE6D1908-FF88-4644-BC7E-869454BDA231}"/>
              </a:ext>
            </a:extLst>
          </p:cNvPr>
          <p:cNvSpPr/>
          <p:nvPr/>
        </p:nvSpPr>
        <p:spPr>
          <a:xfrm>
            <a:off x="8612951" y="4568716"/>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Signo de multiplicación 19">
            <a:extLst>
              <a:ext uri="{FF2B5EF4-FFF2-40B4-BE49-F238E27FC236}">
                <a16:creationId xmlns:a16="http://schemas.microsoft.com/office/drawing/2014/main" id="{CF3A160B-70A0-437A-A42E-ED2498752167}"/>
              </a:ext>
            </a:extLst>
          </p:cNvPr>
          <p:cNvSpPr/>
          <p:nvPr/>
        </p:nvSpPr>
        <p:spPr>
          <a:xfrm>
            <a:off x="8612951" y="3299638"/>
            <a:ext cx="168166" cy="24173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4" name="Signo de multiplicación 23">
            <a:extLst>
              <a:ext uri="{FF2B5EF4-FFF2-40B4-BE49-F238E27FC236}">
                <a16:creationId xmlns:a16="http://schemas.microsoft.com/office/drawing/2014/main" id="{C57C9C6A-CEF4-4084-BA03-579DE4F4A352}"/>
              </a:ext>
            </a:extLst>
          </p:cNvPr>
          <p:cNvSpPr/>
          <p:nvPr/>
        </p:nvSpPr>
        <p:spPr>
          <a:xfrm>
            <a:off x="8612951" y="2950889"/>
            <a:ext cx="168166" cy="241738"/>
          </a:xfrm>
          <a:prstGeom prst="mathMultiply">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5" name="Signo de multiplicación 24">
            <a:extLst>
              <a:ext uri="{FF2B5EF4-FFF2-40B4-BE49-F238E27FC236}">
                <a16:creationId xmlns:a16="http://schemas.microsoft.com/office/drawing/2014/main" id="{84E2F889-AD99-4804-BF15-AF7102E6D7A5}"/>
              </a:ext>
            </a:extLst>
          </p:cNvPr>
          <p:cNvSpPr/>
          <p:nvPr/>
        </p:nvSpPr>
        <p:spPr>
          <a:xfrm>
            <a:off x="8612951" y="4883214"/>
            <a:ext cx="168166" cy="241738"/>
          </a:xfrm>
          <a:prstGeom prst="mathMultiply">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16837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 grpId="0" build="p"/>
      <p:bldP spid="19" grpId="0" animBg="1"/>
      <p:bldP spid="20" grpId="0" animBg="1"/>
      <p:bldP spid="24" grpId="0" animBg="1"/>
      <p:bldP spid="2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1363540" y="2249393"/>
            <a:ext cx="580711" cy="332109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2</a:t>
            </a:r>
          </a:p>
        </p:txBody>
      </p:sp>
      <p:pic>
        <p:nvPicPr>
          <p:cNvPr id="8" name="Imagen 7">
            <a:extLst>
              <a:ext uri="{FF2B5EF4-FFF2-40B4-BE49-F238E27FC236}">
                <a16:creationId xmlns:a16="http://schemas.microsoft.com/office/drawing/2014/main" id="{5E952D1E-7010-45DD-A2A8-A93FF22A0A98}"/>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617483" y="2554014"/>
            <a:ext cx="3379809" cy="2937904"/>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1249755" y="2400102"/>
            <a:ext cx="0" cy="3170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503698" y="3071758"/>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Marcador de contenido 4">
            <a:extLst>
              <a:ext uri="{FF2B5EF4-FFF2-40B4-BE49-F238E27FC236}">
                <a16:creationId xmlns:a16="http://schemas.microsoft.com/office/drawing/2014/main" id="{7654F827-C5D8-4DC3-A162-9A1C50EE7FEA}"/>
              </a:ext>
            </a:extLst>
          </p:cNvPr>
          <p:cNvSpPr>
            <a:spLocks noGrp="1"/>
          </p:cNvSpPr>
          <p:nvPr>
            <p:ph idx="1"/>
          </p:nvPr>
        </p:nvSpPr>
        <p:spPr>
          <a:xfrm>
            <a:off x="4876800" y="4768795"/>
            <a:ext cx="7002517" cy="1603375"/>
          </a:xfrm>
        </p:spPr>
        <p:txBody>
          <a:bodyPr>
            <a:normAutofit fontScale="92500" lnSpcReduction="20000"/>
          </a:bodyPr>
          <a:lstStyle/>
          <a:p>
            <a:pPr marL="0" indent="0">
              <a:buNone/>
            </a:pPr>
            <a:r>
              <a:rPr lang="es-ES"/>
              <a:t>Forme un nuevo polinomio usando los coeficientes de la fila inmediatamente arriba de los ceros. El polinomio comenzará con la potencia de s en esa fila y continuará saltando una potencia de s, es decir:</a:t>
            </a:r>
            <a:endParaRPr lang="es-419"/>
          </a:p>
        </p:txBody>
      </p:sp>
      <p:pic>
        <p:nvPicPr>
          <p:cNvPr id="10" name="Imagen 9">
            <a:extLst>
              <a:ext uri="{FF2B5EF4-FFF2-40B4-BE49-F238E27FC236}">
                <a16:creationId xmlns:a16="http://schemas.microsoft.com/office/drawing/2014/main" id="{94F6F807-7131-48E1-B313-38AD45BDC539}"/>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3317766" y="1007530"/>
            <a:ext cx="8371505" cy="358552"/>
          </a:xfrm>
          <a:prstGeom prst="rect">
            <a:avLst/>
          </a:prstGeom>
        </p:spPr>
      </p:pic>
    </p:spTree>
    <p:extLst>
      <p:ext uri="{BB962C8B-B14F-4D97-AF65-F5344CB8AC3E}">
        <p14:creationId xmlns:p14="http://schemas.microsoft.com/office/powerpoint/2010/main" val="371094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1172525" y="3129645"/>
            <a:ext cx="580711" cy="332109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2</a:t>
            </a:r>
          </a:p>
        </p:txBody>
      </p:sp>
      <p:pic>
        <p:nvPicPr>
          <p:cNvPr id="8" name="Imagen 7">
            <a:extLst>
              <a:ext uri="{FF2B5EF4-FFF2-40B4-BE49-F238E27FC236}">
                <a16:creationId xmlns:a16="http://schemas.microsoft.com/office/drawing/2014/main" id="{5E952D1E-7010-45DD-A2A8-A93FF22A0A98}"/>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426468" y="3434266"/>
            <a:ext cx="3379809" cy="2937904"/>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1058740" y="3280354"/>
            <a:ext cx="0" cy="3170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312683" y="3952010"/>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Marcador de contenido 4">
            <a:extLst>
              <a:ext uri="{FF2B5EF4-FFF2-40B4-BE49-F238E27FC236}">
                <a16:creationId xmlns:a16="http://schemas.microsoft.com/office/drawing/2014/main" id="{7654F827-C5D8-4DC3-A162-9A1C50EE7FEA}"/>
              </a:ext>
            </a:extLst>
          </p:cNvPr>
          <p:cNvSpPr>
            <a:spLocks noGrp="1"/>
          </p:cNvSpPr>
          <p:nvPr>
            <p:ph idx="1"/>
          </p:nvPr>
        </p:nvSpPr>
        <p:spPr>
          <a:xfrm>
            <a:off x="4876800" y="4768795"/>
            <a:ext cx="7002517" cy="1603375"/>
          </a:xfrm>
        </p:spPr>
        <p:txBody>
          <a:bodyPr>
            <a:normAutofit/>
          </a:bodyPr>
          <a:lstStyle/>
          <a:p>
            <a:pPr marL="0" indent="0">
              <a:buNone/>
            </a:pPr>
            <a:r>
              <a:rPr lang="es-ES"/>
              <a:t> A continuación, diferenciamos el polinomio con respecto a </a:t>
            </a:r>
            <a:r>
              <a:rPr lang="es-ES" i="1"/>
              <a:t>s</a:t>
            </a:r>
            <a:endParaRPr lang="es-419" i="1"/>
          </a:p>
        </p:txBody>
      </p:sp>
      <p:pic>
        <p:nvPicPr>
          <p:cNvPr id="10" name="Imagen 9">
            <a:extLst>
              <a:ext uri="{FF2B5EF4-FFF2-40B4-BE49-F238E27FC236}">
                <a16:creationId xmlns:a16="http://schemas.microsoft.com/office/drawing/2014/main" id="{94F6F807-7131-48E1-B313-38AD45BDC53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3317766" y="1007530"/>
            <a:ext cx="8371505" cy="358552"/>
          </a:xfrm>
          <a:prstGeom prst="rect">
            <a:avLst/>
          </a:prstGeom>
        </p:spPr>
      </p:pic>
      <p:pic>
        <p:nvPicPr>
          <p:cNvPr id="4" name="Imagen 3">
            <a:extLst>
              <a:ext uri="{FF2B5EF4-FFF2-40B4-BE49-F238E27FC236}">
                <a16:creationId xmlns:a16="http://schemas.microsoft.com/office/drawing/2014/main" id="{0CF5806D-AE64-43DD-8F73-9C4C1932519A}"/>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3317766" y="1670201"/>
            <a:ext cx="8307809" cy="537905"/>
          </a:xfrm>
          <a:prstGeom prst="rect">
            <a:avLst/>
          </a:prstGeom>
        </p:spPr>
      </p:pic>
    </p:spTree>
    <p:extLst>
      <p:ext uri="{BB962C8B-B14F-4D97-AF65-F5344CB8AC3E}">
        <p14:creationId xmlns:p14="http://schemas.microsoft.com/office/powerpoint/2010/main" val="40469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1172525" y="3129645"/>
            <a:ext cx="580711" cy="332109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2</a:t>
            </a:r>
          </a:p>
        </p:txBody>
      </p:sp>
      <p:pic>
        <p:nvPicPr>
          <p:cNvPr id="8" name="Imagen 7">
            <a:extLst>
              <a:ext uri="{FF2B5EF4-FFF2-40B4-BE49-F238E27FC236}">
                <a16:creationId xmlns:a16="http://schemas.microsoft.com/office/drawing/2014/main" id="{5E952D1E-7010-45DD-A2A8-A93FF22A0A98}"/>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426468" y="3434266"/>
            <a:ext cx="3379809" cy="2937904"/>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1058740" y="3280354"/>
            <a:ext cx="0" cy="31703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312683" y="3952010"/>
            <a:ext cx="4078813" cy="227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Marcador de contenido 4">
            <a:extLst>
              <a:ext uri="{FF2B5EF4-FFF2-40B4-BE49-F238E27FC236}">
                <a16:creationId xmlns:a16="http://schemas.microsoft.com/office/drawing/2014/main" id="{7654F827-C5D8-4DC3-A162-9A1C50EE7FEA}"/>
              </a:ext>
            </a:extLst>
          </p:cNvPr>
          <p:cNvSpPr>
            <a:spLocks noGrp="1"/>
          </p:cNvSpPr>
          <p:nvPr>
            <p:ph idx="1"/>
          </p:nvPr>
        </p:nvSpPr>
        <p:spPr>
          <a:xfrm>
            <a:off x="4876800" y="4768795"/>
            <a:ext cx="7002517" cy="1603375"/>
          </a:xfrm>
        </p:spPr>
        <p:txBody>
          <a:bodyPr>
            <a:normAutofit lnSpcReduction="10000"/>
          </a:bodyPr>
          <a:lstStyle/>
          <a:p>
            <a:pPr marL="0" indent="0">
              <a:buNone/>
            </a:pPr>
            <a:r>
              <a:rPr lang="es-ES"/>
              <a:t>Finalmente, la fila con todos los ceros en la tabla de Routh se reemplaza con los coeficientes de la derivada anterior y continúa el procedimiento normal en la tabla.</a:t>
            </a:r>
            <a:endParaRPr lang="es-419" i="1"/>
          </a:p>
        </p:txBody>
      </p:sp>
      <p:pic>
        <p:nvPicPr>
          <p:cNvPr id="10" name="Imagen 9">
            <a:extLst>
              <a:ext uri="{FF2B5EF4-FFF2-40B4-BE49-F238E27FC236}">
                <a16:creationId xmlns:a16="http://schemas.microsoft.com/office/drawing/2014/main" id="{94F6F807-7131-48E1-B313-38AD45BDC53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3317766" y="1007530"/>
            <a:ext cx="8371505" cy="358552"/>
          </a:xfrm>
          <a:prstGeom prst="rect">
            <a:avLst/>
          </a:prstGeom>
        </p:spPr>
      </p:pic>
      <p:pic>
        <p:nvPicPr>
          <p:cNvPr id="4" name="Imagen 3">
            <a:extLst>
              <a:ext uri="{FF2B5EF4-FFF2-40B4-BE49-F238E27FC236}">
                <a16:creationId xmlns:a16="http://schemas.microsoft.com/office/drawing/2014/main" id="{0CF5806D-AE64-43DD-8F73-9C4C1932519A}"/>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3317766" y="1670201"/>
            <a:ext cx="8307809" cy="537905"/>
          </a:xfrm>
          <a:prstGeom prst="rect">
            <a:avLst/>
          </a:prstGeom>
        </p:spPr>
      </p:pic>
    </p:spTree>
    <p:extLst>
      <p:ext uri="{BB962C8B-B14F-4D97-AF65-F5344CB8AC3E}">
        <p14:creationId xmlns:p14="http://schemas.microsoft.com/office/powerpoint/2010/main" val="1831907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ángulo: esquinas redondeadas 21">
            <a:extLst>
              <a:ext uri="{FF2B5EF4-FFF2-40B4-BE49-F238E27FC236}">
                <a16:creationId xmlns:a16="http://schemas.microsoft.com/office/drawing/2014/main" id="{02AD521F-514F-42E3-AE05-36BF63F0DFE9}"/>
              </a:ext>
            </a:extLst>
          </p:cNvPr>
          <p:cNvSpPr/>
          <p:nvPr/>
        </p:nvSpPr>
        <p:spPr>
          <a:xfrm>
            <a:off x="3127451" y="2488312"/>
            <a:ext cx="1465570" cy="3975549"/>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B3D04F39-838A-4626-998A-7D6F73C0A5C7}"/>
              </a:ext>
            </a:extLst>
          </p:cNvPr>
          <p:cNvSpPr>
            <a:spLocks noGrp="1"/>
          </p:cNvSpPr>
          <p:nvPr>
            <p:ph type="title"/>
          </p:nvPr>
        </p:nvSpPr>
        <p:spPr>
          <a:xfrm>
            <a:off x="764627" y="81346"/>
            <a:ext cx="10515600" cy="717441"/>
          </a:xfrm>
        </p:spPr>
        <p:txBody>
          <a:bodyPr/>
          <a:lstStyle/>
          <a:p>
            <a:r>
              <a:rPr lang="es-419" b="1">
                <a:solidFill>
                  <a:srgbClr val="FF0000"/>
                </a:solidFill>
              </a:rPr>
              <a:t>Caso Especial 2</a:t>
            </a:r>
          </a:p>
        </p:txBody>
      </p:sp>
      <p:pic>
        <p:nvPicPr>
          <p:cNvPr id="9" name="Imagen 8">
            <a:extLst>
              <a:ext uri="{FF2B5EF4-FFF2-40B4-BE49-F238E27FC236}">
                <a16:creationId xmlns:a16="http://schemas.microsoft.com/office/drawing/2014/main" id="{68AF8C21-B9D4-40D7-B082-194936F9CE35}"/>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2381393" y="2816846"/>
            <a:ext cx="5732571" cy="3276190"/>
          </a:xfrm>
          <a:prstGeom prst="rect">
            <a:avLst/>
          </a:prstGeom>
        </p:spPr>
      </p:pic>
      <p:cxnSp>
        <p:nvCxnSpPr>
          <p:cNvPr id="6" name="Conector recto 5">
            <a:extLst>
              <a:ext uri="{FF2B5EF4-FFF2-40B4-BE49-F238E27FC236}">
                <a16:creationId xmlns:a16="http://schemas.microsoft.com/office/drawing/2014/main" id="{3F483BB5-4334-4C74-A2AA-19B9C06E7321}"/>
              </a:ext>
            </a:extLst>
          </p:cNvPr>
          <p:cNvCxnSpPr>
            <a:cxnSpLocks/>
          </p:cNvCxnSpPr>
          <p:nvPr/>
        </p:nvCxnSpPr>
        <p:spPr>
          <a:xfrm>
            <a:off x="3013665" y="2662934"/>
            <a:ext cx="0" cy="3664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B034E7AF-3EF0-4256-9E84-B85B70E01A3F}"/>
              </a:ext>
            </a:extLst>
          </p:cNvPr>
          <p:cNvCxnSpPr>
            <a:cxnSpLocks/>
          </p:cNvCxnSpPr>
          <p:nvPr/>
        </p:nvCxnSpPr>
        <p:spPr>
          <a:xfrm>
            <a:off x="2267608" y="3334590"/>
            <a:ext cx="6781799" cy="37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94F6F807-7131-48E1-B313-38AD45BDC539}"/>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3317766" y="1007530"/>
            <a:ext cx="8371505" cy="358552"/>
          </a:xfrm>
          <a:prstGeom prst="rect">
            <a:avLst/>
          </a:prstGeom>
        </p:spPr>
      </p:pic>
      <p:pic>
        <p:nvPicPr>
          <p:cNvPr id="4" name="Imagen 3">
            <a:extLst>
              <a:ext uri="{FF2B5EF4-FFF2-40B4-BE49-F238E27FC236}">
                <a16:creationId xmlns:a16="http://schemas.microsoft.com/office/drawing/2014/main" id="{0CF5806D-AE64-43DD-8F73-9C4C1932519A}"/>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3317766" y="1670201"/>
            <a:ext cx="8307809" cy="537905"/>
          </a:xfrm>
          <a:prstGeom prst="rect">
            <a:avLst/>
          </a:prstGeom>
        </p:spPr>
      </p:pic>
    </p:spTree>
    <p:extLst>
      <p:ext uri="{BB962C8B-B14F-4D97-AF65-F5344CB8AC3E}">
        <p14:creationId xmlns:p14="http://schemas.microsoft.com/office/powerpoint/2010/main" val="222972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Ejercicio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1435736"/>
            <a:ext cx="10515600" cy="780940"/>
          </a:xfrm>
        </p:spPr>
        <p:txBody>
          <a:bodyPr>
            <a:normAutofit fontScale="92500"/>
          </a:bodyPr>
          <a:lstStyle/>
          <a:p>
            <a:r>
              <a:rPr lang="es-ES"/>
              <a:t>Determine la estabilidad de la función de transferencia de lazo cerrado:</a:t>
            </a:r>
            <a:endParaRPr lang="es-419"/>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2DC9B7A-3078-F2E3-59AA-0F28D35819FF}"/>
                  </a:ext>
                </a:extLst>
              </p:cNvPr>
              <p:cNvSpPr txBox="1"/>
              <p:nvPr/>
            </p:nvSpPr>
            <p:spPr>
              <a:xfrm>
                <a:off x="2472813" y="2777612"/>
                <a:ext cx="5994141" cy="11503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𝑇</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𝑠</m:t>
                          </m:r>
                        </m:e>
                      </m:d>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5</m:t>
                          </m:r>
                        </m:num>
                        <m:den>
                          <m:r>
                            <a:rPr lang="en-US" sz="3600" b="0" i="1" smtClean="0">
                              <a:latin typeface="Cambria Math" panose="02040503050406030204" pitchFamily="18" charset="0"/>
                            </a:rPr>
                            <m:t>𝑠</m:t>
                          </m:r>
                          <m:r>
                            <a:rPr lang="en-US" sz="3600" b="0" i="1" smtClean="0">
                              <a:latin typeface="Cambria Math" panose="02040503050406030204" pitchFamily="18" charset="0"/>
                            </a:rPr>
                            <m:t>(</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𝑠</m:t>
                              </m:r>
                            </m:e>
                            <m:sup>
                              <m:r>
                                <a:rPr lang="en-US" sz="3600" b="0" i="1" smtClean="0">
                                  <a:latin typeface="Cambria Math" panose="02040503050406030204" pitchFamily="18" charset="0"/>
                                </a:rPr>
                                <m:t>3</m:t>
                              </m:r>
                            </m:sup>
                          </m:sSup>
                          <m:r>
                            <a:rPr lang="en-US" sz="3600" b="0" i="1" smtClean="0">
                              <a:latin typeface="Cambria Math" panose="02040503050406030204" pitchFamily="18" charset="0"/>
                            </a:rPr>
                            <m:t>+4</m:t>
                          </m:r>
                          <m:sSup>
                            <m:sSupPr>
                              <m:ctrlPr>
                                <a:rPr lang="en-US" sz="3600" b="0" i="1" smtClean="0">
                                  <a:latin typeface="Cambria Math" panose="02040503050406030204" pitchFamily="18" charset="0"/>
                                </a:rPr>
                              </m:ctrlPr>
                            </m:sSupPr>
                            <m:e>
                              <m:r>
                                <a:rPr lang="en-US" sz="3600" b="0" i="1" smtClean="0">
                                  <a:latin typeface="Cambria Math" panose="02040503050406030204" pitchFamily="18" charset="0"/>
                                </a:rPr>
                                <m:t>𝑠</m:t>
                              </m:r>
                            </m:e>
                            <m:sup>
                              <m:r>
                                <a:rPr lang="en-US" sz="3600" b="0" i="1" smtClean="0">
                                  <a:latin typeface="Cambria Math" panose="02040503050406030204" pitchFamily="18" charset="0"/>
                                </a:rPr>
                                <m:t>2</m:t>
                              </m:r>
                            </m:sup>
                          </m:sSup>
                          <m:r>
                            <a:rPr lang="en-US" sz="3600" b="0" i="1" smtClean="0">
                              <a:latin typeface="Cambria Math" panose="02040503050406030204" pitchFamily="18" charset="0"/>
                            </a:rPr>
                            <m:t>+4</m:t>
                          </m:r>
                          <m:r>
                            <a:rPr lang="en-US" sz="3600" b="0" i="1" smtClean="0">
                              <a:latin typeface="Cambria Math" panose="02040503050406030204" pitchFamily="18" charset="0"/>
                            </a:rPr>
                            <m:t>𝑠</m:t>
                          </m:r>
                          <m:r>
                            <a:rPr lang="en-US" sz="3600" b="0" i="1" smtClean="0">
                              <a:latin typeface="Cambria Math" panose="02040503050406030204" pitchFamily="18" charset="0"/>
                            </a:rPr>
                            <m:t>+16)</m:t>
                          </m:r>
                        </m:den>
                      </m:f>
                    </m:oMath>
                  </m:oMathPara>
                </a14:m>
                <a:endParaRPr lang="es-CO" sz="3600"/>
              </a:p>
            </p:txBody>
          </p:sp>
        </mc:Choice>
        <mc:Fallback>
          <p:sp>
            <p:nvSpPr>
              <p:cNvPr id="4" name="TextBox 3">
                <a:extLst>
                  <a:ext uri="{FF2B5EF4-FFF2-40B4-BE49-F238E27FC236}">
                    <a16:creationId xmlns:a16="http://schemas.microsoft.com/office/drawing/2014/main" id="{82DC9B7A-3078-F2E3-59AA-0F28D35819FF}"/>
                  </a:ext>
                </a:extLst>
              </p:cNvPr>
              <p:cNvSpPr txBox="1">
                <a:spLocks noRot="1" noChangeAspect="1" noMove="1" noResize="1" noEditPoints="1" noAdjustHandles="1" noChangeArrowheads="1" noChangeShapeType="1" noTextEdit="1"/>
              </p:cNvSpPr>
              <p:nvPr/>
            </p:nvSpPr>
            <p:spPr>
              <a:xfrm>
                <a:off x="2472813" y="2777612"/>
                <a:ext cx="5994141" cy="115031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56748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85DE9-26A5-2B14-6C3A-007AB60A47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9AD353-53BD-DA81-2C4A-499373C5EC44}"/>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D77EBCAB-57DF-F120-0865-870E0405E81F}"/>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B5F10F79-90BA-49AF-6E21-5120BD4052A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7" name="Imagen 6">
            <a:extLst>
              <a:ext uri="{FF2B5EF4-FFF2-40B4-BE49-F238E27FC236}">
                <a16:creationId xmlns:a16="http://schemas.microsoft.com/office/drawing/2014/main" id="{AB0C9221-CECA-60F8-4028-FD92EBAD2258}"/>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637057" y="2771228"/>
            <a:ext cx="201143" cy="1731048"/>
          </a:xfrm>
          <a:prstGeom prst="rect">
            <a:avLst/>
          </a:prstGeom>
        </p:spPr>
      </p:pic>
      <p:cxnSp>
        <p:nvCxnSpPr>
          <p:cNvPr id="8" name="Conector recto 7">
            <a:extLst>
              <a:ext uri="{FF2B5EF4-FFF2-40B4-BE49-F238E27FC236}">
                <a16:creationId xmlns:a16="http://schemas.microsoft.com/office/drawing/2014/main" id="{5F8BDAC4-2A9E-A830-8313-F379DEB95735}"/>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E0A12D70-F96A-71F7-C6A3-4E12AFC73F9E}"/>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581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6" name="Imagen 5">
            <a:extLst>
              <a:ext uri="{FF2B5EF4-FFF2-40B4-BE49-F238E27FC236}">
                <a16:creationId xmlns:a16="http://schemas.microsoft.com/office/drawing/2014/main" id="{F77C41C5-5763-4DD4-B102-749FFD818CC3}"/>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637058" y="2771228"/>
            <a:ext cx="1600001"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ángulo: esquinas redondeadas 9">
            <a:extLst>
              <a:ext uri="{FF2B5EF4-FFF2-40B4-BE49-F238E27FC236}">
                <a16:creationId xmlns:a16="http://schemas.microsoft.com/office/drawing/2014/main" id="{8A079794-D061-495A-82F3-B72344F557E5}"/>
              </a:ext>
            </a:extLst>
          </p:cNvPr>
          <p:cNvSpPr/>
          <p:nvPr/>
        </p:nvSpPr>
        <p:spPr>
          <a:xfrm>
            <a:off x="4130566" y="1650124"/>
            <a:ext cx="3689131" cy="39939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Forma libre: forma 10">
            <a:extLst>
              <a:ext uri="{FF2B5EF4-FFF2-40B4-BE49-F238E27FC236}">
                <a16:creationId xmlns:a16="http://schemas.microsoft.com/office/drawing/2014/main" id="{77A74BFD-7220-4AEF-B8F6-35161DF2CF2E}"/>
              </a:ext>
            </a:extLst>
          </p:cNvPr>
          <p:cNvSpPr/>
          <p:nvPr/>
        </p:nvSpPr>
        <p:spPr>
          <a:xfrm>
            <a:off x="1187669" y="1870841"/>
            <a:ext cx="2932386" cy="819807"/>
          </a:xfrm>
          <a:custGeom>
            <a:avLst/>
            <a:gdLst>
              <a:gd name="connsiteX0" fmla="*/ 2932386 w 2932386"/>
              <a:gd name="connsiteY0" fmla="*/ 0 h 819807"/>
              <a:gd name="connsiteX1" fmla="*/ 1933903 w 2932386"/>
              <a:gd name="connsiteY1" fmla="*/ 84083 h 819807"/>
              <a:gd name="connsiteX2" fmla="*/ 399393 w 2932386"/>
              <a:gd name="connsiteY2" fmla="*/ 399393 h 819807"/>
              <a:gd name="connsiteX3" fmla="*/ 0 w 2932386"/>
              <a:gd name="connsiteY3" fmla="*/ 819807 h 819807"/>
            </a:gdLst>
            <a:ahLst/>
            <a:cxnLst>
              <a:cxn ang="0">
                <a:pos x="connsiteX0" y="connsiteY0"/>
              </a:cxn>
              <a:cxn ang="0">
                <a:pos x="connsiteX1" y="connsiteY1"/>
              </a:cxn>
              <a:cxn ang="0">
                <a:pos x="connsiteX2" y="connsiteY2"/>
              </a:cxn>
              <a:cxn ang="0">
                <a:pos x="connsiteX3" y="connsiteY3"/>
              </a:cxn>
            </a:cxnLst>
            <a:rect l="l" t="t" r="r" b="b"/>
            <a:pathLst>
              <a:path w="2932386" h="819807">
                <a:moveTo>
                  <a:pt x="2932386" y="0"/>
                </a:moveTo>
                <a:cubicBezTo>
                  <a:pt x="2644227" y="8758"/>
                  <a:pt x="2356069" y="17517"/>
                  <a:pt x="1933903" y="84083"/>
                </a:cubicBezTo>
                <a:cubicBezTo>
                  <a:pt x="1511737" y="150649"/>
                  <a:pt x="721710" y="276772"/>
                  <a:pt x="399393" y="399393"/>
                </a:cubicBezTo>
                <a:cubicBezTo>
                  <a:pt x="77076" y="522014"/>
                  <a:pt x="38538" y="670910"/>
                  <a:pt x="0" y="819807"/>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2" name="Forma libre: forma 11">
            <a:extLst>
              <a:ext uri="{FF2B5EF4-FFF2-40B4-BE49-F238E27FC236}">
                <a16:creationId xmlns:a16="http://schemas.microsoft.com/office/drawing/2014/main" id="{F4B3E482-A663-40D0-919D-382F2D3B3AE2}"/>
              </a:ext>
            </a:extLst>
          </p:cNvPr>
          <p:cNvSpPr/>
          <p:nvPr/>
        </p:nvSpPr>
        <p:spPr>
          <a:xfrm>
            <a:off x="1272327" y="2806169"/>
            <a:ext cx="1071655" cy="483579"/>
          </a:xfrm>
          <a:custGeom>
            <a:avLst/>
            <a:gdLst>
              <a:gd name="connsiteX0" fmla="*/ 41466 w 1071655"/>
              <a:gd name="connsiteY0" fmla="*/ 31624 h 483579"/>
              <a:gd name="connsiteX1" fmla="*/ 41466 w 1071655"/>
              <a:gd name="connsiteY1" fmla="*/ 483569 h 483579"/>
              <a:gd name="connsiteX2" fmla="*/ 472390 w 1071655"/>
              <a:gd name="connsiteY2" fmla="*/ 21114 h 483579"/>
              <a:gd name="connsiteX3" fmla="*/ 556473 w 1071655"/>
              <a:gd name="connsiteY3" fmla="*/ 462548 h 483579"/>
              <a:gd name="connsiteX4" fmla="*/ 987397 w 1071655"/>
              <a:gd name="connsiteY4" fmla="*/ 93 h 483579"/>
              <a:gd name="connsiteX5" fmla="*/ 1071480 w 1071655"/>
              <a:gd name="connsiteY5" fmla="*/ 431017 h 483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655" h="483579">
                <a:moveTo>
                  <a:pt x="41466" y="31624"/>
                </a:moveTo>
                <a:cubicBezTo>
                  <a:pt x="5555" y="258472"/>
                  <a:pt x="-30355" y="485321"/>
                  <a:pt x="41466" y="483569"/>
                </a:cubicBezTo>
                <a:cubicBezTo>
                  <a:pt x="113287" y="481817"/>
                  <a:pt x="386556" y="24617"/>
                  <a:pt x="472390" y="21114"/>
                </a:cubicBezTo>
                <a:cubicBezTo>
                  <a:pt x="558224" y="17611"/>
                  <a:pt x="470639" y="466051"/>
                  <a:pt x="556473" y="462548"/>
                </a:cubicBezTo>
                <a:cubicBezTo>
                  <a:pt x="642307" y="459045"/>
                  <a:pt x="901563" y="5348"/>
                  <a:pt x="987397" y="93"/>
                </a:cubicBezTo>
                <a:cubicBezTo>
                  <a:pt x="1073231" y="-5162"/>
                  <a:pt x="1072355" y="212927"/>
                  <a:pt x="1071480" y="431017"/>
                </a:cubicBezTo>
              </a:path>
            </a:pathLst>
          </a:custGeom>
          <a:noFill/>
          <a:ln w="28575">
            <a:solidFill>
              <a:srgbClr val="7030A0"/>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3" name="Rectángulo: esquinas redondeadas 12">
            <a:extLst>
              <a:ext uri="{FF2B5EF4-FFF2-40B4-BE49-F238E27FC236}">
                <a16:creationId xmlns:a16="http://schemas.microsoft.com/office/drawing/2014/main" id="{E24DC7EA-8E33-4DE7-8685-F18381BA500E}"/>
              </a:ext>
            </a:extLst>
          </p:cNvPr>
          <p:cNvSpPr/>
          <p:nvPr/>
        </p:nvSpPr>
        <p:spPr>
          <a:xfrm>
            <a:off x="1018229" y="2690652"/>
            <a:ext cx="1744143" cy="64760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B2BE2E10-D5D3-4449-B9CF-6CCCF5BE44AD}"/>
                  </a:ext>
                </a:extLst>
              </p:cNvPr>
              <p:cNvSpPr txBox="1"/>
              <p:nvPr/>
            </p:nvSpPr>
            <p:spPr>
              <a:xfrm>
                <a:off x="3016470" y="2911365"/>
                <a:ext cx="62799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7</m:t>
                      </m:r>
                    </m:oMath>
                  </m:oMathPara>
                </a14:m>
                <a:endParaRPr lang="es-419" sz="2800"/>
              </a:p>
            </p:txBody>
          </p:sp>
        </mc:Choice>
        <mc:Fallback>
          <p:sp>
            <p:nvSpPr>
              <p:cNvPr id="14" name="CuadroTexto 13">
                <a:extLst>
                  <a:ext uri="{FF2B5EF4-FFF2-40B4-BE49-F238E27FC236}">
                    <a16:creationId xmlns:a16="http://schemas.microsoft.com/office/drawing/2014/main" id="{B2BE2E10-D5D3-4449-B9CF-6CCCF5BE44AD}"/>
                  </a:ext>
                </a:extLst>
              </p:cNvPr>
              <p:cNvSpPr txBox="1">
                <a:spLocks noRot="1" noChangeAspect="1" noMove="1" noResize="1" noEditPoints="1" noAdjustHandles="1" noChangeArrowheads="1" noChangeShapeType="1" noTextEdit="1"/>
              </p:cNvSpPr>
              <p:nvPr/>
            </p:nvSpPr>
            <p:spPr>
              <a:xfrm>
                <a:off x="3016470" y="2911365"/>
                <a:ext cx="627992" cy="43088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7164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esquinas redondeadas 19">
            <a:extLst>
              <a:ext uri="{FF2B5EF4-FFF2-40B4-BE49-F238E27FC236}">
                <a16:creationId xmlns:a16="http://schemas.microsoft.com/office/drawing/2014/main" id="{B0394431-AE18-4E6D-8AE2-0FDA05EA8577}"/>
              </a:ext>
            </a:extLst>
          </p:cNvPr>
          <p:cNvSpPr/>
          <p:nvPr/>
        </p:nvSpPr>
        <p:spPr>
          <a:xfrm>
            <a:off x="1527965" y="2666601"/>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47962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15" name="Imagen 14">
            <a:extLst>
              <a:ext uri="{FF2B5EF4-FFF2-40B4-BE49-F238E27FC236}">
                <a16:creationId xmlns:a16="http://schemas.microsoft.com/office/drawing/2014/main" id="{F687E67D-DF1F-45FC-A437-ED541B1B3C38}"/>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637058" y="2771228"/>
            <a:ext cx="1443048"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ángulo: esquinas redondeadas 16">
            <a:extLst>
              <a:ext uri="{FF2B5EF4-FFF2-40B4-BE49-F238E27FC236}">
                <a16:creationId xmlns:a16="http://schemas.microsoft.com/office/drawing/2014/main" id="{353346ED-7918-4B13-A873-449F1542608E}"/>
              </a:ext>
            </a:extLst>
          </p:cNvPr>
          <p:cNvSpPr/>
          <p:nvPr/>
        </p:nvSpPr>
        <p:spPr>
          <a:xfrm>
            <a:off x="1048338" y="3407980"/>
            <a:ext cx="353507" cy="406162"/>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9" name="Imagen 18">
            <a:extLst>
              <a:ext uri="{FF2B5EF4-FFF2-40B4-BE49-F238E27FC236}">
                <a16:creationId xmlns:a16="http://schemas.microsoft.com/office/drawing/2014/main" id="{1187DB19-9F78-48F7-9524-2A4B10AB52F3}"/>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4557988" y="2431063"/>
            <a:ext cx="2666667" cy="534857"/>
          </a:xfrm>
          <a:prstGeom prst="rect">
            <a:avLst/>
          </a:prstGeom>
        </p:spPr>
      </p:pic>
      <p:cxnSp>
        <p:nvCxnSpPr>
          <p:cNvPr id="22" name="Conector recto de flecha 21">
            <a:extLst>
              <a:ext uri="{FF2B5EF4-FFF2-40B4-BE49-F238E27FC236}">
                <a16:creationId xmlns:a16="http://schemas.microsoft.com/office/drawing/2014/main" id="{5961B39A-9BA6-4B2D-B03B-D1A7D182D745}"/>
              </a:ext>
            </a:extLst>
          </p:cNvPr>
          <p:cNvCxnSpPr>
            <a:cxnSpLocks/>
          </p:cNvCxnSpPr>
          <p:nvPr/>
        </p:nvCxnSpPr>
        <p:spPr>
          <a:xfrm flipV="1">
            <a:off x="1357678" y="2936717"/>
            <a:ext cx="182105" cy="28742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4C9D981E-002F-4387-B7DF-F59FB5405F95}"/>
              </a:ext>
            </a:extLst>
          </p:cNvPr>
          <p:cNvCxnSpPr>
            <a:cxnSpLocks/>
          </p:cNvCxnSpPr>
          <p:nvPr/>
        </p:nvCxnSpPr>
        <p:spPr>
          <a:xfrm>
            <a:off x="1284708" y="2938321"/>
            <a:ext cx="255075" cy="2641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BFB88B3-68B2-4F2F-AAB3-5506F272BF72}"/>
              </a:ext>
            </a:extLst>
          </p:cNvPr>
          <p:cNvSpPr/>
          <p:nvPr/>
        </p:nvSpPr>
        <p:spPr>
          <a:xfrm>
            <a:off x="1067117" y="3099705"/>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87428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2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ángulo: esquinas redondeadas 19">
            <a:extLst>
              <a:ext uri="{FF2B5EF4-FFF2-40B4-BE49-F238E27FC236}">
                <a16:creationId xmlns:a16="http://schemas.microsoft.com/office/drawing/2014/main" id="{B0394431-AE18-4E6D-8AE2-0FDA05EA8577}"/>
              </a:ext>
            </a:extLst>
          </p:cNvPr>
          <p:cNvSpPr/>
          <p:nvPr/>
        </p:nvSpPr>
        <p:spPr>
          <a:xfrm>
            <a:off x="1915302" y="2666600"/>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6" name="Imagen 5">
            <a:extLst>
              <a:ext uri="{FF2B5EF4-FFF2-40B4-BE49-F238E27FC236}">
                <a16:creationId xmlns:a16="http://schemas.microsoft.com/office/drawing/2014/main" id="{D143D46A-D809-47CF-861A-1D9EAEB087C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637058" y="2771228"/>
            <a:ext cx="1443048"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1187DB19-9F78-48F7-9524-2A4B10AB52F3}"/>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557988" y="2431063"/>
            <a:ext cx="2666667" cy="534857"/>
          </a:xfrm>
          <a:prstGeom prst="rect">
            <a:avLst/>
          </a:prstGeom>
        </p:spPr>
      </p:pic>
      <p:cxnSp>
        <p:nvCxnSpPr>
          <p:cNvPr id="22" name="Conector recto de flecha 21">
            <a:extLst>
              <a:ext uri="{FF2B5EF4-FFF2-40B4-BE49-F238E27FC236}">
                <a16:creationId xmlns:a16="http://schemas.microsoft.com/office/drawing/2014/main" id="{5961B39A-9BA6-4B2D-B03B-D1A7D182D745}"/>
              </a:ext>
            </a:extLst>
          </p:cNvPr>
          <p:cNvCxnSpPr>
            <a:cxnSpLocks/>
          </p:cNvCxnSpPr>
          <p:nvPr/>
        </p:nvCxnSpPr>
        <p:spPr>
          <a:xfrm flipV="1">
            <a:off x="1357678" y="2915867"/>
            <a:ext cx="557624" cy="30827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4C9D981E-002F-4387-B7DF-F59FB5405F95}"/>
              </a:ext>
            </a:extLst>
          </p:cNvPr>
          <p:cNvCxnSpPr>
            <a:cxnSpLocks/>
          </p:cNvCxnSpPr>
          <p:nvPr/>
        </p:nvCxnSpPr>
        <p:spPr>
          <a:xfrm>
            <a:off x="1284708" y="2938321"/>
            <a:ext cx="630594" cy="2641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BFB88B3-68B2-4F2F-AAB3-5506F272BF72}"/>
              </a:ext>
            </a:extLst>
          </p:cNvPr>
          <p:cNvSpPr/>
          <p:nvPr/>
        </p:nvSpPr>
        <p:spPr>
          <a:xfrm>
            <a:off x="1067117" y="3099705"/>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2" name="Imagen 11">
            <a:extLst>
              <a:ext uri="{FF2B5EF4-FFF2-40B4-BE49-F238E27FC236}">
                <a16:creationId xmlns:a16="http://schemas.microsoft.com/office/drawing/2014/main" id="{FC36138C-FEE9-464B-AD39-341024389E1D}"/>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4557987" y="3212764"/>
            <a:ext cx="2666667" cy="534857"/>
          </a:xfrm>
          <a:prstGeom prst="rect">
            <a:avLst/>
          </a:prstGeom>
        </p:spPr>
      </p:pic>
      <p:sp>
        <p:nvSpPr>
          <p:cNvPr id="13" name="Signo de multiplicación 12">
            <a:extLst>
              <a:ext uri="{FF2B5EF4-FFF2-40B4-BE49-F238E27FC236}">
                <a16:creationId xmlns:a16="http://schemas.microsoft.com/office/drawing/2014/main" id="{FF934C44-D2B6-43B3-99F1-4D1FA78FC867}"/>
              </a:ext>
            </a:extLst>
          </p:cNvPr>
          <p:cNvSpPr/>
          <p:nvPr/>
        </p:nvSpPr>
        <p:spPr>
          <a:xfrm>
            <a:off x="908658" y="3202444"/>
            <a:ext cx="532179" cy="789917"/>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Forma libre: forma 17">
            <a:extLst>
              <a:ext uri="{FF2B5EF4-FFF2-40B4-BE49-F238E27FC236}">
                <a16:creationId xmlns:a16="http://schemas.microsoft.com/office/drawing/2014/main" id="{57CFD9CB-8BEF-40D9-89AF-99E04251C4F3}"/>
              </a:ext>
            </a:extLst>
          </p:cNvPr>
          <p:cNvSpPr/>
          <p:nvPr/>
        </p:nvSpPr>
        <p:spPr>
          <a:xfrm>
            <a:off x="1696720" y="3718560"/>
            <a:ext cx="5659803" cy="1328839"/>
          </a:xfrm>
          <a:custGeom>
            <a:avLst/>
            <a:gdLst>
              <a:gd name="connsiteX0" fmla="*/ 5486400 w 5659803"/>
              <a:gd name="connsiteY0" fmla="*/ 0 h 1328839"/>
              <a:gd name="connsiteX1" fmla="*/ 5334000 w 5659803"/>
              <a:gd name="connsiteY1" fmla="*/ 873760 h 1328839"/>
              <a:gd name="connsiteX2" fmla="*/ 2519680 w 5659803"/>
              <a:gd name="connsiteY2" fmla="*/ 1300480 h 1328839"/>
              <a:gd name="connsiteX3" fmla="*/ 0 w 5659803"/>
              <a:gd name="connsiteY3" fmla="*/ 101600 h 1328839"/>
            </a:gdLst>
            <a:ahLst/>
            <a:cxnLst>
              <a:cxn ang="0">
                <a:pos x="connsiteX0" y="connsiteY0"/>
              </a:cxn>
              <a:cxn ang="0">
                <a:pos x="connsiteX1" y="connsiteY1"/>
              </a:cxn>
              <a:cxn ang="0">
                <a:pos x="connsiteX2" y="connsiteY2"/>
              </a:cxn>
              <a:cxn ang="0">
                <a:pos x="connsiteX3" y="connsiteY3"/>
              </a:cxn>
            </a:cxnLst>
            <a:rect l="l" t="t" r="r" b="b"/>
            <a:pathLst>
              <a:path w="5659803" h="1328839">
                <a:moveTo>
                  <a:pt x="5486400" y="0"/>
                </a:moveTo>
                <a:cubicBezTo>
                  <a:pt x="5657426" y="328506"/>
                  <a:pt x="5828453" y="657013"/>
                  <a:pt x="5334000" y="873760"/>
                </a:cubicBezTo>
                <a:cubicBezTo>
                  <a:pt x="4839547" y="1090507"/>
                  <a:pt x="3408680" y="1429173"/>
                  <a:pt x="2519680" y="1300480"/>
                </a:cubicBezTo>
                <a:cubicBezTo>
                  <a:pt x="1630680" y="1171787"/>
                  <a:pt x="815340" y="636693"/>
                  <a:pt x="0" y="10160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95922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4" grpId="0" animBg="1"/>
      <p:bldP spid="13" grpId="0" animBg="1"/>
      <p:bldP spid="1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7" name="Imagen 6">
            <a:extLst>
              <a:ext uri="{FF2B5EF4-FFF2-40B4-BE49-F238E27FC236}">
                <a16:creationId xmlns:a16="http://schemas.microsoft.com/office/drawing/2014/main" id="{130E1812-B2B0-4B21-AA56-9B57921FCD3C}"/>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637058" y="2771228"/>
            <a:ext cx="1348572"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Imagen 18">
            <a:extLst>
              <a:ext uri="{FF2B5EF4-FFF2-40B4-BE49-F238E27FC236}">
                <a16:creationId xmlns:a16="http://schemas.microsoft.com/office/drawing/2014/main" id="{1187DB19-9F78-48F7-9524-2A4B10AB52F3}"/>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557988" y="2431063"/>
            <a:ext cx="2666667" cy="534857"/>
          </a:xfrm>
          <a:prstGeom prst="rect">
            <a:avLst/>
          </a:prstGeom>
        </p:spPr>
      </p:pic>
      <p:pic>
        <p:nvPicPr>
          <p:cNvPr id="12" name="Imagen 11">
            <a:extLst>
              <a:ext uri="{FF2B5EF4-FFF2-40B4-BE49-F238E27FC236}">
                <a16:creationId xmlns:a16="http://schemas.microsoft.com/office/drawing/2014/main" id="{FC36138C-FEE9-464B-AD39-341024389E1D}"/>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4557987" y="3212764"/>
            <a:ext cx="2666667" cy="534857"/>
          </a:xfrm>
          <a:prstGeom prst="rect">
            <a:avLst/>
          </a:prstGeom>
        </p:spPr>
      </p:pic>
    </p:spTree>
    <p:extLst>
      <p:ext uri="{BB962C8B-B14F-4D97-AF65-F5344CB8AC3E}">
        <p14:creationId xmlns:p14="http://schemas.microsoft.com/office/powerpoint/2010/main" val="9936947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7" name="Imagen 6">
            <a:extLst>
              <a:ext uri="{FF2B5EF4-FFF2-40B4-BE49-F238E27FC236}">
                <a16:creationId xmlns:a16="http://schemas.microsoft.com/office/drawing/2014/main" id="{130E1812-B2B0-4B21-AA56-9B57921FCD3C}"/>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637058" y="2771228"/>
            <a:ext cx="1348572"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F80D1CD-95ED-462E-9513-BEAB1FD25C93}"/>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5523772" y="2529457"/>
            <a:ext cx="2165333" cy="274286"/>
          </a:xfrm>
          <a:prstGeom prst="rect">
            <a:avLst/>
          </a:prstGeom>
        </p:spPr>
      </p:pic>
      <p:sp>
        <p:nvSpPr>
          <p:cNvPr id="10" name="CuadroTexto 9">
            <a:extLst>
              <a:ext uri="{FF2B5EF4-FFF2-40B4-BE49-F238E27FC236}">
                <a16:creationId xmlns:a16="http://schemas.microsoft.com/office/drawing/2014/main" id="{63FB3ADD-7833-44B8-B4B8-88828830EDD7}"/>
              </a:ext>
            </a:extLst>
          </p:cNvPr>
          <p:cNvSpPr txBox="1"/>
          <p:nvPr/>
        </p:nvSpPr>
        <p:spPr>
          <a:xfrm>
            <a:off x="4984304" y="2481934"/>
            <a:ext cx="359394" cy="369332"/>
          </a:xfrm>
          <a:prstGeom prst="rect">
            <a:avLst/>
          </a:prstGeom>
          <a:noFill/>
        </p:spPr>
        <p:txBody>
          <a:bodyPr wrap="none" rtlCol="0">
            <a:spAutoFit/>
          </a:bodyPr>
          <a:lstStyle/>
          <a:p>
            <a:r>
              <a:rPr lang="es-419" b="1"/>
              <a:t>1.</a:t>
            </a:r>
          </a:p>
        </p:txBody>
      </p:sp>
      <p:sp>
        <p:nvSpPr>
          <p:cNvPr id="17" name="CuadroTexto 16">
            <a:extLst>
              <a:ext uri="{FF2B5EF4-FFF2-40B4-BE49-F238E27FC236}">
                <a16:creationId xmlns:a16="http://schemas.microsoft.com/office/drawing/2014/main" id="{E84EDB81-C64A-41E0-B4FD-DEFE10D0229C}"/>
              </a:ext>
            </a:extLst>
          </p:cNvPr>
          <p:cNvSpPr txBox="1"/>
          <p:nvPr/>
        </p:nvSpPr>
        <p:spPr>
          <a:xfrm>
            <a:off x="4984304" y="3153589"/>
            <a:ext cx="359394" cy="369332"/>
          </a:xfrm>
          <a:prstGeom prst="rect">
            <a:avLst/>
          </a:prstGeom>
          <a:noFill/>
        </p:spPr>
        <p:txBody>
          <a:bodyPr wrap="none" rtlCol="0">
            <a:spAutoFit/>
          </a:bodyPr>
          <a:lstStyle/>
          <a:p>
            <a:r>
              <a:rPr lang="es-419" b="1"/>
              <a:t>2.</a:t>
            </a:r>
          </a:p>
        </p:txBody>
      </p:sp>
      <p:sp>
        <p:nvSpPr>
          <p:cNvPr id="18" name="Rectángulo: esquinas redondeadas 17">
            <a:extLst>
              <a:ext uri="{FF2B5EF4-FFF2-40B4-BE49-F238E27FC236}">
                <a16:creationId xmlns:a16="http://schemas.microsoft.com/office/drawing/2014/main" id="{BCB71389-5DE3-48BD-BF90-C6DB64860DBD}"/>
              </a:ext>
            </a:extLst>
          </p:cNvPr>
          <p:cNvSpPr/>
          <p:nvPr/>
        </p:nvSpPr>
        <p:spPr>
          <a:xfrm>
            <a:off x="6382000" y="3153172"/>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Rectángulo: esquinas redondeadas 19">
            <a:extLst>
              <a:ext uri="{FF2B5EF4-FFF2-40B4-BE49-F238E27FC236}">
                <a16:creationId xmlns:a16="http://schemas.microsoft.com/office/drawing/2014/main" id="{EE4F0456-12F8-47A8-BEC8-15078E006FC4}"/>
              </a:ext>
            </a:extLst>
          </p:cNvPr>
          <p:cNvSpPr/>
          <p:nvPr/>
        </p:nvSpPr>
        <p:spPr>
          <a:xfrm>
            <a:off x="7157989" y="3126534"/>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39522740-5F6E-471A-A2AD-D03110156DF6}"/>
              </a:ext>
            </a:extLst>
          </p:cNvPr>
          <p:cNvSpPr/>
          <p:nvPr/>
        </p:nvSpPr>
        <p:spPr>
          <a:xfrm>
            <a:off x="7796919" y="3153172"/>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3" name="Imagen 12">
            <a:extLst>
              <a:ext uri="{FF2B5EF4-FFF2-40B4-BE49-F238E27FC236}">
                <a16:creationId xmlns:a16="http://schemas.microsoft.com/office/drawing/2014/main" id="{771955F1-B132-42A6-937D-4BB842E64B58}"/>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456264" y="3069303"/>
            <a:ext cx="2477714" cy="537905"/>
          </a:xfrm>
          <a:prstGeom prst="rect">
            <a:avLst/>
          </a:prstGeom>
        </p:spPr>
      </p:pic>
    </p:spTree>
    <p:extLst>
      <p:ext uri="{BB962C8B-B14F-4D97-AF65-F5344CB8AC3E}">
        <p14:creationId xmlns:p14="http://schemas.microsoft.com/office/powerpoint/2010/main" val="7899825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P spid="18" grpId="0" animBg="1"/>
      <p:bldP spid="20" grpId="0" animBg="1"/>
      <p:bldP spid="2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11" name="Imagen 10">
            <a:extLst>
              <a:ext uri="{FF2B5EF4-FFF2-40B4-BE49-F238E27FC236}">
                <a16:creationId xmlns:a16="http://schemas.microsoft.com/office/drawing/2014/main" id="{6A158961-4992-47A8-8C28-78FFF2B7C095}"/>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637057" y="2771228"/>
            <a:ext cx="1475048"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9F80D1CD-95ED-462E-9513-BEAB1FD25C93}"/>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5523772" y="2529457"/>
            <a:ext cx="2165333" cy="274286"/>
          </a:xfrm>
          <a:prstGeom prst="rect">
            <a:avLst/>
          </a:prstGeom>
        </p:spPr>
      </p:pic>
      <p:sp>
        <p:nvSpPr>
          <p:cNvPr id="10" name="CuadroTexto 9">
            <a:extLst>
              <a:ext uri="{FF2B5EF4-FFF2-40B4-BE49-F238E27FC236}">
                <a16:creationId xmlns:a16="http://schemas.microsoft.com/office/drawing/2014/main" id="{63FB3ADD-7833-44B8-B4B8-88828830EDD7}"/>
              </a:ext>
            </a:extLst>
          </p:cNvPr>
          <p:cNvSpPr txBox="1"/>
          <p:nvPr/>
        </p:nvSpPr>
        <p:spPr>
          <a:xfrm>
            <a:off x="4984304" y="2481934"/>
            <a:ext cx="359394" cy="369332"/>
          </a:xfrm>
          <a:prstGeom prst="rect">
            <a:avLst/>
          </a:prstGeom>
          <a:noFill/>
        </p:spPr>
        <p:txBody>
          <a:bodyPr wrap="none" rtlCol="0">
            <a:spAutoFit/>
          </a:bodyPr>
          <a:lstStyle/>
          <a:p>
            <a:r>
              <a:rPr lang="es-419" b="1"/>
              <a:t>1.</a:t>
            </a:r>
          </a:p>
        </p:txBody>
      </p:sp>
      <p:sp>
        <p:nvSpPr>
          <p:cNvPr id="17" name="CuadroTexto 16">
            <a:extLst>
              <a:ext uri="{FF2B5EF4-FFF2-40B4-BE49-F238E27FC236}">
                <a16:creationId xmlns:a16="http://schemas.microsoft.com/office/drawing/2014/main" id="{E84EDB81-C64A-41E0-B4FD-DEFE10D0229C}"/>
              </a:ext>
            </a:extLst>
          </p:cNvPr>
          <p:cNvSpPr txBox="1"/>
          <p:nvPr/>
        </p:nvSpPr>
        <p:spPr>
          <a:xfrm>
            <a:off x="4984304" y="3153589"/>
            <a:ext cx="359394" cy="369332"/>
          </a:xfrm>
          <a:prstGeom prst="rect">
            <a:avLst/>
          </a:prstGeom>
          <a:noFill/>
        </p:spPr>
        <p:txBody>
          <a:bodyPr wrap="none" rtlCol="0">
            <a:spAutoFit/>
          </a:bodyPr>
          <a:lstStyle/>
          <a:p>
            <a:r>
              <a:rPr lang="es-419" b="1"/>
              <a:t>2.</a:t>
            </a:r>
          </a:p>
        </p:txBody>
      </p:sp>
      <p:sp>
        <p:nvSpPr>
          <p:cNvPr id="18" name="Rectángulo: esquinas redondeadas 17">
            <a:extLst>
              <a:ext uri="{FF2B5EF4-FFF2-40B4-BE49-F238E27FC236}">
                <a16:creationId xmlns:a16="http://schemas.microsoft.com/office/drawing/2014/main" id="{BCB71389-5DE3-48BD-BF90-C6DB64860DBD}"/>
              </a:ext>
            </a:extLst>
          </p:cNvPr>
          <p:cNvSpPr/>
          <p:nvPr/>
        </p:nvSpPr>
        <p:spPr>
          <a:xfrm>
            <a:off x="6382000" y="3153172"/>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0" name="Rectángulo: esquinas redondeadas 19">
            <a:extLst>
              <a:ext uri="{FF2B5EF4-FFF2-40B4-BE49-F238E27FC236}">
                <a16:creationId xmlns:a16="http://schemas.microsoft.com/office/drawing/2014/main" id="{EE4F0456-12F8-47A8-BEC8-15078E006FC4}"/>
              </a:ext>
            </a:extLst>
          </p:cNvPr>
          <p:cNvSpPr/>
          <p:nvPr/>
        </p:nvSpPr>
        <p:spPr>
          <a:xfrm>
            <a:off x="7157989" y="3126534"/>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39522740-5F6E-471A-A2AD-D03110156DF6}"/>
              </a:ext>
            </a:extLst>
          </p:cNvPr>
          <p:cNvSpPr/>
          <p:nvPr/>
        </p:nvSpPr>
        <p:spPr>
          <a:xfrm>
            <a:off x="7796919" y="3153172"/>
            <a:ext cx="249625" cy="48067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3" name="Imagen 12">
            <a:extLst>
              <a:ext uri="{FF2B5EF4-FFF2-40B4-BE49-F238E27FC236}">
                <a16:creationId xmlns:a16="http://schemas.microsoft.com/office/drawing/2014/main" id="{771955F1-B132-42A6-937D-4BB842E64B58}"/>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456264" y="3069303"/>
            <a:ext cx="2477714" cy="537905"/>
          </a:xfrm>
          <a:prstGeom prst="rect">
            <a:avLst/>
          </a:prstGeom>
        </p:spPr>
      </p:pic>
      <p:sp>
        <p:nvSpPr>
          <p:cNvPr id="19" name="CuadroTexto 18">
            <a:extLst>
              <a:ext uri="{FF2B5EF4-FFF2-40B4-BE49-F238E27FC236}">
                <a16:creationId xmlns:a16="http://schemas.microsoft.com/office/drawing/2014/main" id="{DD9CD54A-05C9-4A6A-9B00-98CD8EEA310F}"/>
              </a:ext>
            </a:extLst>
          </p:cNvPr>
          <p:cNvSpPr txBox="1"/>
          <p:nvPr/>
        </p:nvSpPr>
        <p:spPr>
          <a:xfrm>
            <a:off x="2648672" y="3335078"/>
            <a:ext cx="359394" cy="369332"/>
          </a:xfrm>
          <a:prstGeom prst="rect">
            <a:avLst/>
          </a:prstGeom>
          <a:noFill/>
        </p:spPr>
        <p:txBody>
          <a:bodyPr wrap="none" rtlCol="0">
            <a:spAutoFit/>
          </a:bodyPr>
          <a:lstStyle/>
          <a:p>
            <a:r>
              <a:rPr lang="es-419" b="1"/>
              <a:t>3.</a:t>
            </a:r>
          </a:p>
        </p:txBody>
      </p:sp>
      <p:sp>
        <p:nvSpPr>
          <p:cNvPr id="12" name="Forma libre: forma 11">
            <a:extLst>
              <a:ext uri="{FF2B5EF4-FFF2-40B4-BE49-F238E27FC236}">
                <a16:creationId xmlns:a16="http://schemas.microsoft.com/office/drawing/2014/main" id="{1BCE515E-64B9-4410-90E1-ED519A781CEA}"/>
              </a:ext>
            </a:extLst>
          </p:cNvPr>
          <p:cNvSpPr/>
          <p:nvPr/>
        </p:nvSpPr>
        <p:spPr>
          <a:xfrm>
            <a:off x="3037840" y="3505200"/>
            <a:ext cx="2052320" cy="196195"/>
          </a:xfrm>
          <a:custGeom>
            <a:avLst/>
            <a:gdLst>
              <a:gd name="connsiteX0" fmla="*/ 2052320 w 2052320"/>
              <a:gd name="connsiteY0" fmla="*/ 0 h 196195"/>
              <a:gd name="connsiteX1" fmla="*/ 1422400 w 2052320"/>
              <a:gd name="connsiteY1" fmla="*/ 193040 h 196195"/>
              <a:gd name="connsiteX2" fmla="*/ 0 w 2052320"/>
              <a:gd name="connsiteY2" fmla="*/ 101600 h 196195"/>
            </a:gdLst>
            <a:ahLst/>
            <a:cxnLst>
              <a:cxn ang="0">
                <a:pos x="connsiteX0" y="connsiteY0"/>
              </a:cxn>
              <a:cxn ang="0">
                <a:pos x="connsiteX1" y="connsiteY1"/>
              </a:cxn>
              <a:cxn ang="0">
                <a:pos x="connsiteX2" y="connsiteY2"/>
              </a:cxn>
            </a:cxnLst>
            <a:rect l="l" t="t" r="r" b="b"/>
            <a:pathLst>
              <a:path w="2052320" h="196195">
                <a:moveTo>
                  <a:pt x="2052320" y="0"/>
                </a:moveTo>
                <a:cubicBezTo>
                  <a:pt x="1908386" y="88053"/>
                  <a:pt x="1764453" y="176107"/>
                  <a:pt x="1422400" y="193040"/>
                </a:cubicBezTo>
                <a:cubicBezTo>
                  <a:pt x="1080347" y="209973"/>
                  <a:pt x="540173" y="155786"/>
                  <a:pt x="0" y="10160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83962F18-BCEE-4FFE-ADD3-F2AA49D651B2}"/>
                  </a:ext>
                </a:extLst>
              </p:cNvPr>
              <p:cNvSpPr txBox="1"/>
              <p:nvPr/>
            </p:nvSpPr>
            <p:spPr>
              <a:xfrm>
                <a:off x="2092321" y="3289756"/>
                <a:ext cx="62799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4</m:t>
                      </m:r>
                    </m:oMath>
                  </m:oMathPara>
                </a14:m>
                <a:endParaRPr lang="es-419" sz="2800">
                  <a:solidFill>
                    <a:srgbClr val="FF0000"/>
                  </a:solidFill>
                </a:endParaRPr>
              </a:p>
            </p:txBody>
          </p:sp>
        </mc:Choice>
        <mc:Fallback>
          <p:sp>
            <p:nvSpPr>
              <p:cNvPr id="22" name="CuadroTexto 21">
                <a:extLst>
                  <a:ext uri="{FF2B5EF4-FFF2-40B4-BE49-F238E27FC236}">
                    <a16:creationId xmlns:a16="http://schemas.microsoft.com/office/drawing/2014/main" id="{83962F18-BCEE-4FFE-ADD3-F2AA49D651B2}"/>
                  </a:ext>
                </a:extLst>
              </p:cNvPr>
              <p:cNvSpPr txBox="1">
                <a:spLocks noRot="1" noChangeAspect="1" noMove="1" noResize="1" noEditPoints="1" noAdjustHandles="1" noChangeArrowheads="1" noChangeShapeType="1" noTextEdit="1"/>
              </p:cNvSpPr>
              <p:nvPr/>
            </p:nvSpPr>
            <p:spPr>
              <a:xfrm>
                <a:off x="2092321" y="3289756"/>
                <a:ext cx="627992" cy="430887"/>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88317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5C190987-9672-4069-8896-F656CFA8AAD8}"/>
              </a:ext>
            </a:extLst>
          </p:cNvPr>
          <p:cNvSpPr/>
          <p:nvPr/>
        </p:nvSpPr>
        <p:spPr>
          <a:xfrm>
            <a:off x="1576867" y="3072852"/>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15" name="Imagen 14">
            <a:extLst>
              <a:ext uri="{FF2B5EF4-FFF2-40B4-BE49-F238E27FC236}">
                <a16:creationId xmlns:a16="http://schemas.microsoft.com/office/drawing/2014/main" id="{38FE0355-EE56-4232-96B6-0CAE73DCC43E}"/>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637057" y="2771228"/>
            <a:ext cx="1542096"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91ED8E5-4371-42D5-8C63-0413BB7FE087}"/>
              </a:ext>
            </a:extLst>
          </p:cNvPr>
          <p:cNvCxnSpPr>
            <a:cxnSpLocks/>
          </p:cNvCxnSpPr>
          <p:nvPr/>
        </p:nvCxnSpPr>
        <p:spPr>
          <a:xfrm flipV="1">
            <a:off x="1357678" y="3192321"/>
            <a:ext cx="219189" cy="28582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F91BBBD2-B20C-4952-9C9E-035C1BC6DC20}"/>
              </a:ext>
            </a:extLst>
          </p:cNvPr>
          <p:cNvCxnSpPr>
            <a:cxnSpLocks/>
          </p:cNvCxnSpPr>
          <p:nvPr/>
        </p:nvCxnSpPr>
        <p:spPr>
          <a:xfrm>
            <a:off x="1284708" y="3192321"/>
            <a:ext cx="292159" cy="28582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1C0C3E5-1FF3-4B25-879C-2935A0351F70}"/>
              </a:ext>
            </a:extLst>
          </p:cNvPr>
          <p:cNvSpPr/>
          <p:nvPr/>
        </p:nvSpPr>
        <p:spPr>
          <a:xfrm>
            <a:off x="1067117" y="3353705"/>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0" name="Imagen 29">
            <a:extLst>
              <a:ext uri="{FF2B5EF4-FFF2-40B4-BE49-F238E27FC236}">
                <a16:creationId xmlns:a16="http://schemas.microsoft.com/office/drawing/2014/main" id="{7CEF1BBE-A4F7-405A-8BD6-E004F4CE62BE}"/>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4592321" y="2818848"/>
            <a:ext cx="2666667" cy="534857"/>
          </a:xfrm>
          <a:prstGeom prst="rect">
            <a:avLst/>
          </a:prstGeom>
        </p:spPr>
      </p:pic>
    </p:spTree>
    <p:extLst>
      <p:ext uri="{BB962C8B-B14F-4D97-AF65-F5344CB8AC3E}">
        <p14:creationId xmlns:p14="http://schemas.microsoft.com/office/powerpoint/2010/main" val="27546868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5C190987-9672-4069-8896-F656CFA8AAD8}"/>
              </a:ext>
            </a:extLst>
          </p:cNvPr>
          <p:cNvSpPr/>
          <p:nvPr/>
        </p:nvSpPr>
        <p:spPr>
          <a:xfrm>
            <a:off x="1891827" y="3072852"/>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6" name="Imagen 5">
            <a:extLst>
              <a:ext uri="{FF2B5EF4-FFF2-40B4-BE49-F238E27FC236}">
                <a16:creationId xmlns:a16="http://schemas.microsoft.com/office/drawing/2014/main" id="{1C05E33A-EE3E-4908-9DFB-91BEB6B0F6DF}"/>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637057" y="2771228"/>
            <a:ext cx="1446096"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91ED8E5-4371-42D5-8C63-0413BB7FE087}"/>
              </a:ext>
            </a:extLst>
          </p:cNvPr>
          <p:cNvCxnSpPr>
            <a:cxnSpLocks/>
          </p:cNvCxnSpPr>
          <p:nvPr/>
        </p:nvCxnSpPr>
        <p:spPr>
          <a:xfrm flipV="1">
            <a:off x="1357678" y="3199898"/>
            <a:ext cx="511111" cy="27824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F91BBBD2-B20C-4952-9C9E-035C1BC6DC20}"/>
              </a:ext>
            </a:extLst>
          </p:cNvPr>
          <p:cNvCxnSpPr>
            <a:cxnSpLocks/>
          </p:cNvCxnSpPr>
          <p:nvPr/>
        </p:nvCxnSpPr>
        <p:spPr>
          <a:xfrm>
            <a:off x="1284708" y="3192321"/>
            <a:ext cx="607119" cy="3155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1C0C3E5-1FF3-4B25-879C-2935A0351F70}"/>
              </a:ext>
            </a:extLst>
          </p:cNvPr>
          <p:cNvSpPr/>
          <p:nvPr/>
        </p:nvSpPr>
        <p:spPr>
          <a:xfrm>
            <a:off x="1067117" y="3353705"/>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0" name="Imagen 29">
            <a:extLst>
              <a:ext uri="{FF2B5EF4-FFF2-40B4-BE49-F238E27FC236}">
                <a16:creationId xmlns:a16="http://schemas.microsoft.com/office/drawing/2014/main" id="{7CEF1BBE-A4F7-405A-8BD6-E004F4CE62BE}"/>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4592321" y="2818848"/>
            <a:ext cx="2666667" cy="534857"/>
          </a:xfrm>
          <a:prstGeom prst="rect">
            <a:avLst/>
          </a:prstGeom>
        </p:spPr>
      </p:pic>
      <p:pic>
        <p:nvPicPr>
          <p:cNvPr id="12" name="Imagen 11">
            <a:extLst>
              <a:ext uri="{FF2B5EF4-FFF2-40B4-BE49-F238E27FC236}">
                <a16:creationId xmlns:a16="http://schemas.microsoft.com/office/drawing/2014/main" id="{721421BB-675C-45B1-B395-EBB823463EEF}"/>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4592320" y="3661341"/>
            <a:ext cx="2666667" cy="534857"/>
          </a:xfrm>
          <a:prstGeom prst="rect">
            <a:avLst/>
          </a:prstGeom>
        </p:spPr>
      </p:pic>
    </p:spTree>
    <p:extLst>
      <p:ext uri="{BB962C8B-B14F-4D97-AF65-F5344CB8AC3E}">
        <p14:creationId xmlns:p14="http://schemas.microsoft.com/office/powerpoint/2010/main" val="7116496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5C190987-9672-4069-8896-F656CFA8AAD8}"/>
              </a:ext>
            </a:extLst>
          </p:cNvPr>
          <p:cNvSpPr/>
          <p:nvPr/>
        </p:nvSpPr>
        <p:spPr>
          <a:xfrm>
            <a:off x="1556547" y="3367492"/>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7" name="Imagen 6">
            <a:extLst>
              <a:ext uri="{FF2B5EF4-FFF2-40B4-BE49-F238E27FC236}">
                <a16:creationId xmlns:a16="http://schemas.microsoft.com/office/drawing/2014/main" id="{444A296C-9717-4F02-8DD6-7FC381160E80}"/>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637057" y="2771228"/>
            <a:ext cx="1467429" cy="1731048"/>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91ED8E5-4371-42D5-8C63-0413BB7FE087}"/>
              </a:ext>
            </a:extLst>
          </p:cNvPr>
          <p:cNvCxnSpPr>
            <a:cxnSpLocks/>
          </p:cNvCxnSpPr>
          <p:nvPr/>
        </p:nvCxnSpPr>
        <p:spPr>
          <a:xfrm flipV="1">
            <a:off x="1357678" y="3527601"/>
            <a:ext cx="198869" cy="2858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F91BBBD2-B20C-4952-9C9E-035C1BC6DC20}"/>
              </a:ext>
            </a:extLst>
          </p:cNvPr>
          <p:cNvCxnSpPr>
            <a:cxnSpLocks/>
          </p:cNvCxnSpPr>
          <p:nvPr/>
        </p:nvCxnSpPr>
        <p:spPr>
          <a:xfrm>
            <a:off x="1284708" y="3527601"/>
            <a:ext cx="271839" cy="2858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1C0C3E5-1FF3-4B25-879C-2935A0351F70}"/>
              </a:ext>
            </a:extLst>
          </p:cNvPr>
          <p:cNvSpPr/>
          <p:nvPr/>
        </p:nvSpPr>
        <p:spPr>
          <a:xfrm>
            <a:off x="1067117" y="3688985"/>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0" name="Imagen 29">
            <a:extLst>
              <a:ext uri="{FF2B5EF4-FFF2-40B4-BE49-F238E27FC236}">
                <a16:creationId xmlns:a16="http://schemas.microsoft.com/office/drawing/2014/main" id="{7CEF1BBE-A4F7-405A-8BD6-E004F4CE62BE}"/>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4592321" y="2818848"/>
            <a:ext cx="2666667" cy="534857"/>
          </a:xfrm>
          <a:prstGeom prst="rect">
            <a:avLst/>
          </a:prstGeom>
        </p:spPr>
      </p:pic>
      <p:pic>
        <p:nvPicPr>
          <p:cNvPr id="12" name="Imagen 11">
            <a:extLst>
              <a:ext uri="{FF2B5EF4-FFF2-40B4-BE49-F238E27FC236}">
                <a16:creationId xmlns:a16="http://schemas.microsoft.com/office/drawing/2014/main" id="{721421BB-675C-45B1-B395-EBB823463EEF}"/>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4592320" y="3661341"/>
            <a:ext cx="2666667" cy="534857"/>
          </a:xfrm>
          <a:prstGeom prst="rect">
            <a:avLst/>
          </a:prstGeom>
        </p:spPr>
      </p:pic>
      <p:pic>
        <p:nvPicPr>
          <p:cNvPr id="14" name="Imagen 13">
            <a:extLst>
              <a:ext uri="{FF2B5EF4-FFF2-40B4-BE49-F238E27FC236}">
                <a16:creationId xmlns:a16="http://schemas.microsoft.com/office/drawing/2014/main" id="{263653A9-D9DD-47A8-8F38-E8300CF7A9C4}"/>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4592320" y="4502276"/>
            <a:ext cx="2942476" cy="540952"/>
          </a:xfrm>
          <a:prstGeom prst="rect">
            <a:avLst/>
          </a:prstGeom>
        </p:spPr>
      </p:pic>
    </p:spTree>
    <p:extLst>
      <p:ext uri="{BB962C8B-B14F-4D97-AF65-F5344CB8AC3E}">
        <p14:creationId xmlns:p14="http://schemas.microsoft.com/office/powerpoint/2010/main" val="2768926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ángulo: esquinas redondeadas 22">
            <a:extLst>
              <a:ext uri="{FF2B5EF4-FFF2-40B4-BE49-F238E27FC236}">
                <a16:creationId xmlns:a16="http://schemas.microsoft.com/office/drawing/2014/main" id="{5C190987-9672-4069-8896-F656CFA8AAD8}"/>
              </a:ext>
            </a:extLst>
          </p:cNvPr>
          <p:cNvSpPr/>
          <p:nvPr/>
        </p:nvSpPr>
        <p:spPr>
          <a:xfrm>
            <a:off x="1678467" y="3641812"/>
            <a:ext cx="237774" cy="67165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564730"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6" name="Imagen 5">
            <a:extLst>
              <a:ext uri="{FF2B5EF4-FFF2-40B4-BE49-F238E27FC236}">
                <a16:creationId xmlns:a16="http://schemas.microsoft.com/office/drawing/2014/main" id="{37971EF1-053D-4B25-B544-81040492D883}"/>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637057" y="2771228"/>
            <a:ext cx="1601524" cy="1766095"/>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A91ED8E5-4371-42D5-8C63-0413BB7FE087}"/>
              </a:ext>
            </a:extLst>
          </p:cNvPr>
          <p:cNvCxnSpPr>
            <a:cxnSpLocks/>
          </p:cNvCxnSpPr>
          <p:nvPr/>
        </p:nvCxnSpPr>
        <p:spPr>
          <a:xfrm flipV="1">
            <a:off x="1540558" y="3822241"/>
            <a:ext cx="198869" cy="2858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F91BBBD2-B20C-4952-9C9E-035C1BC6DC20}"/>
              </a:ext>
            </a:extLst>
          </p:cNvPr>
          <p:cNvCxnSpPr>
            <a:cxnSpLocks/>
          </p:cNvCxnSpPr>
          <p:nvPr/>
        </p:nvCxnSpPr>
        <p:spPr>
          <a:xfrm>
            <a:off x="1383115" y="3822241"/>
            <a:ext cx="356312" cy="2858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1C0C3E5-1FF3-4B25-879C-2935A0351F70}"/>
              </a:ext>
            </a:extLst>
          </p:cNvPr>
          <p:cNvSpPr/>
          <p:nvPr/>
        </p:nvSpPr>
        <p:spPr>
          <a:xfrm>
            <a:off x="1004241" y="3983625"/>
            <a:ext cx="538718" cy="329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30" name="Imagen 29">
            <a:extLst>
              <a:ext uri="{FF2B5EF4-FFF2-40B4-BE49-F238E27FC236}">
                <a16:creationId xmlns:a16="http://schemas.microsoft.com/office/drawing/2014/main" id="{7CEF1BBE-A4F7-405A-8BD6-E004F4CE62BE}"/>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4592321" y="2818848"/>
            <a:ext cx="2666667" cy="534857"/>
          </a:xfrm>
          <a:prstGeom prst="rect">
            <a:avLst/>
          </a:prstGeom>
        </p:spPr>
      </p:pic>
      <p:pic>
        <p:nvPicPr>
          <p:cNvPr id="12" name="Imagen 11">
            <a:extLst>
              <a:ext uri="{FF2B5EF4-FFF2-40B4-BE49-F238E27FC236}">
                <a16:creationId xmlns:a16="http://schemas.microsoft.com/office/drawing/2014/main" id="{721421BB-675C-45B1-B395-EBB823463EEF}"/>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4592320" y="3661341"/>
            <a:ext cx="2666667" cy="534857"/>
          </a:xfrm>
          <a:prstGeom prst="rect">
            <a:avLst/>
          </a:prstGeom>
        </p:spPr>
      </p:pic>
      <p:pic>
        <p:nvPicPr>
          <p:cNvPr id="14" name="Imagen 13">
            <a:extLst>
              <a:ext uri="{FF2B5EF4-FFF2-40B4-BE49-F238E27FC236}">
                <a16:creationId xmlns:a16="http://schemas.microsoft.com/office/drawing/2014/main" id="{263653A9-D9DD-47A8-8F38-E8300CF7A9C4}"/>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4592320" y="4502276"/>
            <a:ext cx="2942476" cy="540952"/>
          </a:xfrm>
          <a:prstGeom prst="rect">
            <a:avLst/>
          </a:prstGeom>
        </p:spPr>
      </p:pic>
      <p:pic>
        <p:nvPicPr>
          <p:cNvPr id="13" name="Imagen 12">
            <a:extLst>
              <a:ext uri="{FF2B5EF4-FFF2-40B4-BE49-F238E27FC236}">
                <a16:creationId xmlns:a16="http://schemas.microsoft.com/office/drawing/2014/main" id="{82EE9BC1-BCA7-47FB-9C52-AFB8B8C221B8}"/>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8426562" y="2830143"/>
            <a:ext cx="2927238" cy="598857"/>
          </a:xfrm>
          <a:prstGeom prst="rect">
            <a:avLst/>
          </a:prstGeom>
        </p:spPr>
      </p:pic>
    </p:spTree>
    <p:extLst>
      <p:ext uri="{BB962C8B-B14F-4D97-AF65-F5344CB8AC3E}">
        <p14:creationId xmlns:p14="http://schemas.microsoft.com/office/powerpoint/2010/main" val="524675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7528A632-D1E2-48E3-BE66-541BFEFA9253}"/>
              </a:ext>
            </a:extLst>
          </p:cNvPr>
          <p:cNvSpPr/>
          <p:nvPr/>
        </p:nvSpPr>
        <p:spPr>
          <a:xfrm>
            <a:off x="991817" y="2666600"/>
            <a:ext cx="564730"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45A16FF9-304C-458A-B10A-32B58E5D30EF}"/>
              </a:ext>
            </a:extLst>
          </p:cNvPr>
          <p:cNvSpPr>
            <a:spLocks noGrp="1"/>
          </p:cNvSpPr>
          <p:nvPr>
            <p:ph type="title"/>
          </p:nvPr>
        </p:nvSpPr>
        <p:spPr>
          <a:xfrm>
            <a:off x="838200" y="112878"/>
            <a:ext cx="10515600" cy="643868"/>
          </a:xfrm>
        </p:spPr>
        <p:txBody>
          <a:bodyPr>
            <a:normAutofit fontScale="90000"/>
          </a:bodyPr>
          <a:lstStyle/>
          <a:p>
            <a:r>
              <a:rPr lang="es-419" sz="4400" b="1">
                <a:solidFill>
                  <a:srgbClr val="FF0000"/>
                </a:solidFill>
              </a:rPr>
              <a:t>Ejemplo 5: Caso especial 2</a:t>
            </a:r>
            <a:endParaRPr lang="es-419"/>
          </a:p>
        </p:txBody>
      </p:sp>
      <p:sp>
        <p:nvSpPr>
          <p:cNvPr id="3" name="Marcador de contenido 2">
            <a:extLst>
              <a:ext uri="{FF2B5EF4-FFF2-40B4-BE49-F238E27FC236}">
                <a16:creationId xmlns:a16="http://schemas.microsoft.com/office/drawing/2014/main" id="{689D9FE3-F78B-46A8-8B24-4780C14CFD3A}"/>
              </a:ext>
            </a:extLst>
          </p:cNvPr>
          <p:cNvSpPr>
            <a:spLocks noGrp="1"/>
          </p:cNvSpPr>
          <p:nvPr>
            <p:ph idx="1"/>
          </p:nvPr>
        </p:nvSpPr>
        <p:spPr>
          <a:xfrm>
            <a:off x="838200" y="869184"/>
            <a:ext cx="10515600" cy="780940"/>
          </a:xfrm>
        </p:spPr>
        <p:txBody>
          <a:bodyPr>
            <a:normAutofit fontScale="92500"/>
          </a:bodyPr>
          <a:lstStyle/>
          <a:p>
            <a:r>
              <a:rPr lang="es-ES"/>
              <a:t>Determine la estabilidad de la función de transferencia de lazo cerrado:</a:t>
            </a:r>
            <a:endParaRPr lang="es-419"/>
          </a:p>
        </p:txBody>
      </p:sp>
      <p:pic>
        <p:nvPicPr>
          <p:cNvPr id="5" name="Imagen 4">
            <a:extLst>
              <a:ext uri="{FF2B5EF4-FFF2-40B4-BE49-F238E27FC236}">
                <a16:creationId xmlns:a16="http://schemas.microsoft.com/office/drawing/2014/main" id="{39A8D464-96F3-4E9D-BB3F-06759C44921C}"/>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3349296" y="1383457"/>
            <a:ext cx="4339809" cy="533333"/>
          </a:xfrm>
          <a:prstGeom prst="rect">
            <a:avLst/>
          </a:prstGeom>
        </p:spPr>
      </p:pic>
      <p:pic>
        <p:nvPicPr>
          <p:cNvPr id="7" name="Imagen 6">
            <a:extLst>
              <a:ext uri="{FF2B5EF4-FFF2-40B4-BE49-F238E27FC236}">
                <a16:creationId xmlns:a16="http://schemas.microsoft.com/office/drawing/2014/main" id="{5174F9B6-5655-4907-9949-DEFEA0193EF8}"/>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637056" y="2771228"/>
            <a:ext cx="1601524" cy="1734095"/>
          </a:xfrm>
          <a:prstGeom prst="rect">
            <a:avLst/>
          </a:prstGeom>
        </p:spPr>
      </p:pic>
      <p:cxnSp>
        <p:nvCxnSpPr>
          <p:cNvPr id="8" name="Conector recto 7">
            <a:extLst>
              <a:ext uri="{FF2B5EF4-FFF2-40B4-BE49-F238E27FC236}">
                <a16:creationId xmlns:a16="http://schemas.microsoft.com/office/drawing/2014/main" id="{0B237FA4-EBF3-4980-855B-EFC24714A8E7}"/>
              </a:ext>
            </a:extLst>
          </p:cNvPr>
          <p:cNvCxnSpPr>
            <a:cxnSpLocks/>
          </p:cNvCxnSpPr>
          <p:nvPr/>
        </p:nvCxnSpPr>
        <p:spPr>
          <a:xfrm>
            <a:off x="931269" y="2666600"/>
            <a:ext cx="0" cy="19894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6D9151D-3CBF-4C21-93D6-DE3F87E85A60}"/>
              </a:ext>
            </a:extLst>
          </p:cNvPr>
          <p:cNvCxnSpPr>
            <a:cxnSpLocks/>
          </p:cNvCxnSpPr>
          <p:nvPr/>
        </p:nvCxnSpPr>
        <p:spPr>
          <a:xfrm>
            <a:off x="185212" y="3338256"/>
            <a:ext cx="27261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0" name="Imagen 29">
            <a:extLst>
              <a:ext uri="{FF2B5EF4-FFF2-40B4-BE49-F238E27FC236}">
                <a16:creationId xmlns:a16="http://schemas.microsoft.com/office/drawing/2014/main" id="{7CEF1BBE-A4F7-405A-8BD6-E004F4CE62BE}"/>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4592321" y="2818848"/>
            <a:ext cx="2666667" cy="534857"/>
          </a:xfrm>
          <a:prstGeom prst="rect">
            <a:avLst/>
          </a:prstGeom>
        </p:spPr>
      </p:pic>
      <p:pic>
        <p:nvPicPr>
          <p:cNvPr id="12" name="Imagen 11">
            <a:extLst>
              <a:ext uri="{FF2B5EF4-FFF2-40B4-BE49-F238E27FC236}">
                <a16:creationId xmlns:a16="http://schemas.microsoft.com/office/drawing/2014/main" id="{721421BB-675C-45B1-B395-EBB823463EEF}"/>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4592320" y="3661341"/>
            <a:ext cx="2666667" cy="534857"/>
          </a:xfrm>
          <a:prstGeom prst="rect">
            <a:avLst/>
          </a:prstGeom>
        </p:spPr>
      </p:pic>
      <p:pic>
        <p:nvPicPr>
          <p:cNvPr id="14" name="Imagen 13">
            <a:extLst>
              <a:ext uri="{FF2B5EF4-FFF2-40B4-BE49-F238E27FC236}">
                <a16:creationId xmlns:a16="http://schemas.microsoft.com/office/drawing/2014/main" id="{263653A9-D9DD-47A8-8F38-E8300CF7A9C4}"/>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4592320" y="4503834"/>
            <a:ext cx="2942476" cy="540952"/>
          </a:xfrm>
          <a:prstGeom prst="rect">
            <a:avLst/>
          </a:prstGeom>
        </p:spPr>
      </p:pic>
      <p:sp>
        <p:nvSpPr>
          <p:cNvPr id="18" name="CuadroTexto 17">
            <a:extLst>
              <a:ext uri="{FF2B5EF4-FFF2-40B4-BE49-F238E27FC236}">
                <a16:creationId xmlns:a16="http://schemas.microsoft.com/office/drawing/2014/main" id="{AD8882CB-46ED-48DE-8F00-296CDCF88572}"/>
              </a:ext>
            </a:extLst>
          </p:cNvPr>
          <p:cNvSpPr txBox="1"/>
          <p:nvPr/>
        </p:nvSpPr>
        <p:spPr>
          <a:xfrm>
            <a:off x="1437818" y="5340584"/>
            <a:ext cx="9118422" cy="830997"/>
          </a:xfrm>
          <a:prstGeom prst="rect">
            <a:avLst/>
          </a:prstGeom>
          <a:solidFill>
            <a:schemeClr val="accent4">
              <a:lumMod val="20000"/>
              <a:lumOff val="80000"/>
            </a:schemeClr>
          </a:solidFill>
        </p:spPr>
        <p:txBody>
          <a:bodyPr wrap="square" rtlCol="0">
            <a:spAutoFit/>
          </a:bodyPr>
          <a:lstStyle/>
          <a:p>
            <a:pPr algn="ctr"/>
            <a:r>
              <a:rPr lang="es-419" sz="2400" b="1">
                <a:solidFill>
                  <a:srgbClr val="FF0000"/>
                </a:solidFill>
              </a:rPr>
              <a:t>Sistema con fila </a:t>
            </a:r>
            <a:r>
              <a:rPr lang="es-419" sz="2400" b="1">
                <a:solidFill>
                  <a:srgbClr val="7030A0"/>
                </a:solidFill>
              </a:rPr>
              <a:t>LLENA DE CEROS</a:t>
            </a:r>
            <a:r>
              <a:rPr lang="es-419" sz="2400" b="1">
                <a:solidFill>
                  <a:srgbClr val="FF0000"/>
                </a:solidFill>
              </a:rPr>
              <a:t>, SIN Cambios de SIGNO</a:t>
            </a:r>
          </a:p>
          <a:p>
            <a:pPr algn="ctr"/>
            <a:r>
              <a:rPr lang="es-419" sz="2400" b="1">
                <a:solidFill>
                  <a:srgbClr val="FF0000"/>
                </a:solidFill>
              </a:rPr>
              <a:t>Por lo tanto sistema </a:t>
            </a:r>
            <a:r>
              <a:rPr lang="es-419" sz="2400" b="1">
                <a:solidFill>
                  <a:srgbClr val="7030A0"/>
                </a:solidFill>
              </a:rPr>
              <a:t>MARGINALMENTE ESTABLE</a:t>
            </a:r>
          </a:p>
        </p:txBody>
      </p:sp>
      <p:pic>
        <p:nvPicPr>
          <p:cNvPr id="19" name="Imagen 18">
            <a:extLst>
              <a:ext uri="{FF2B5EF4-FFF2-40B4-BE49-F238E27FC236}">
                <a16:creationId xmlns:a16="http://schemas.microsoft.com/office/drawing/2014/main" id="{E445A51D-E283-4390-A930-D09AD7D16E34}"/>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8426562" y="2830143"/>
            <a:ext cx="2927238" cy="598857"/>
          </a:xfrm>
          <a:prstGeom prst="rect">
            <a:avLst/>
          </a:prstGeom>
        </p:spPr>
      </p:pic>
    </p:spTree>
    <p:extLst>
      <p:ext uri="{BB962C8B-B14F-4D97-AF65-F5344CB8AC3E}">
        <p14:creationId xmlns:p14="http://schemas.microsoft.com/office/powerpoint/2010/main" val="34914646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1026" name="Picture 2" descr="ROBOT DE SOLDADURA - PROSERMET - Máquinas de soldar Rosario, Soldadoras  Rosario, Semiautomáticas Rosario; Esab Rosario, Seguridad industrial,  Ferretería industrial, Alambre de Soldar, Electrodos, Corte de Plasma  Rosario, Torchas, Inverter, Mig/Mag, Tig,">
            <a:extLst>
              <a:ext uri="{FF2B5EF4-FFF2-40B4-BE49-F238E27FC236}">
                <a16:creationId xmlns:a16="http://schemas.microsoft.com/office/drawing/2014/main" id="{A81AB2D6-EE01-4581-89BE-83762FFFC3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1282262"/>
            <a:ext cx="2935015" cy="29350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ing a joystick or gamepad - Learning ROS for Robotics Programming">
            <a:extLst>
              <a:ext uri="{FF2B5EF4-FFF2-40B4-BE49-F238E27FC236}">
                <a16:creationId xmlns:a16="http://schemas.microsoft.com/office/drawing/2014/main" id="{C173B656-C69A-470B-9000-D13CB8B5F8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34" y="3891457"/>
            <a:ext cx="1159261" cy="1027878"/>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CF2599-1558-46F9-AB9C-73F55328AC33}"/>
              </a:ext>
            </a:extLst>
          </p:cNvPr>
          <p:cNvSpPr/>
          <p:nvPr/>
        </p:nvSpPr>
        <p:spPr>
          <a:xfrm>
            <a:off x="7206592" y="1535599"/>
            <a:ext cx="3513959" cy="9535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cxnSp>
        <p:nvCxnSpPr>
          <p:cNvPr id="7" name="Conector recto de flecha 6">
            <a:extLst>
              <a:ext uri="{FF2B5EF4-FFF2-40B4-BE49-F238E27FC236}">
                <a16:creationId xmlns:a16="http://schemas.microsoft.com/office/drawing/2014/main" id="{7F8BA07C-F01A-419D-8B2B-68A6A2910453}"/>
              </a:ext>
            </a:extLst>
          </p:cNvPr>
          <p:cNvCxnSpPr>
            <a:cxnSpLocks/>
            <a:endCxn id="6" idx="1"/>
          </p:cNvCxnSpPr>
          <p:nvPr/>
        </p:nvCxnSpPr>
        <p:spPr>
          <a:xfrm>
            <a:off x="6695090" y="2012370"/>
            <a:ext cx="51150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7A933646-E9E4-42C7-961F-3FEEB2BF855C}"/>
              </a:ext>
            </a:extLst>
          </p:cNvPr>
          <p:cNvCxnSpPr>
            <a:cxnSpLocks/>
            <a:stCxn id="6" idx="3"/>
          </p:cNvCxnSpPr>
          <p:nvPr/>
        </p:nvCxnSpPr>
        <p:spPr>
          <a:xfrm>
            <a:off x="10720551" y="2012370"/>
            <a:ext cx="8618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4B6EE276-8903-4D1A-9F92-3B11B49023D6}"/>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7406916" y="1703349"/>
            <a:ext cx="3201524" cy="576000"/>
          </a:xfrm>
          <a:prstGeom prst="rect">
            <a:avLst/>
          </a:prstGeom>
        </p:spPr>
      </p:pic>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BEEA764-8974-4006-ACBB-FB5735C63E23}"/>
                  </a:ext>
                </a:extLst>
              </p:cNvPr>
              <p:cNvSpPr txBox="1"/>
              <p:nvPr/>
            </p:nvSpPr>
            <p:spPr>
              <a:xfrm>
                <a:off x="8769928" y="2489140"/>
                <a:ext cx="681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s-419" sz="2400"/>
              </a:p>
            </p:txBody>
          </p:sp>
        </mc:Choice>
        <mc:Fallback>
          <p:sp>
            <p:nvSpPr>
              <p:cNvPr id="20" name="CuadroTexto 19">
                <a:extLst>
                  <a:ext uri="{FF2B5EF4-FFF2-40B4-BE49-F238E27FC236}">
                    <a16:creationId xmlns:a16="http://schemas.microsoft.com/office/drawing/2014/main" id="{0BEEA764-8974-4006-ACBB-FB5735C63E23}"/>
                  </a:ext>
                </a:extLst>
              </p:cNvPr>
              <p:cNvSpPr txBox="1">
                <a:spLocks noRot="1" noChangeAspect="1" noMove="1" noResize="1" noEditPoints="1" noAdjustHandles="1" noChangeArrowheads="1" noChangeShapeType="1" noTextEdit="1"/>
              </p:cNvSpPr>
              <p:nvPr/>
            </p:nvSpPr>
            <p:spPr>
              <a:xfrm>
                <a:off x="8769928" y="2489140"/>
                <a:ext cx="681853" cy="369332"/>
              </a:xfrm>
              <a:prstGeom prst="rect">
                <a:avLst/>
              </a:prstGeom>
              <a:blipFill>
                <a:blip r:embed="rId7"/>
                <a:stretch>
                  <a:fillRect l="-10811" r="-16216" b="-34426"/>
                </a:stretch>
              </a:blipFill>
            </p:spPr>
            <p:txBody>
              <a:bodyPr/>
              <a:lstStyle/>
              <a:p>
                <a:r>
                  <a:rPr lang="en-US">
                    <a:noFill/>
                  </a:rPr>
                  <a:t> </a:t>
                </a:r>
              </a:p>
            </p:txBody>
          </p:sp>
        </mc:Fallback>
      </mc:AlternateContent>
      <p:sp>
        <p:nvSpPr>
          <p:cNvPr id="21" name="CuadroTexto 20">
            <a:extLst>
              <a:ext uri="{FF2B5EF4-FFF2-40B4-BE49-F238E27FC236}">
                <a16:creationId xmlns:a16="http://schemas.microsoft.com/office/drawing/2014/main" id="{51C16D51-9C68-4FD5-AED3-B061569EB155}"/>
              </a:ext>
            </a:extLst>
          </p:cNvPr>
          <p:cNvSpPr txBox="1"/>
          <p:nvPr/>
        </p:nvSpPr>
        <p:spPr>
          <a:xfrm>
            <a:off x="10808764" y="1281259"/>
            <a:ext cx="957506" cy="646331"/>
          </a:xfrm>
          <a:prstGeom prst="rect">
            <a:avLst/>
          </a:prstGeom>
          <a:noFill/>
        </p:spPr>
        <p:txBody>
          <a:bodyPr wrap="none" rtlCol="0">
            <a:spAutoFit/>
          </a:bodyPr>
          <a:lstStyle/>
          <a:p>
            <a:r>
              <a:rPr lang="es-419"/>
              <a:t>Posición</a:t>
            </a:r>
          </a:p>
          <a:p>
            <a:r>
              <a:rPr lang="es-419"/>
              <a:t>Cabezal</a:t>
            </a:r>
          </a:p>
        </p:txBody>
      </p:sp>
      <p:sp>
        <p:nvSpPr>
          <p:cNvPr id="24" name="CuadroTexto 23">
            <a:extLst>
              <a:ext uri="{FF2B5EF4-FFF2-40B4-BE49-F238E27FC236}">
                <a16:creationId xmlns:a16="http://schemas.microsoft.com/office/drawing/2014/main" id="{43ADD322-938B-4D13-9ECA-E1CB342789FE}"/>
              </a:ext>
            </a:extLst>
          </p:cNvPr>
          <p:cNvSpPr txBox="1"/>
          <p:nvPr/>
        </p:nvSpPr>
        <p:spPr>
          <a:xfrm>
            <a:off x="6194363" y="1537440"/>
            <a:ext cx="900118" cy="369332"/>
          </a:xfrm>
          <a:prstGeom prst="rect">
            <a:avLst/>
          </a:prstGeom>
          <a:noFill/>
        </p:spPr>
        <p:txBody>
          <a:bodyPr wrap="none" rtlCol="0">
            <a:spAutoFit/>
          </a:bodyPr>
          <a:lstStyle/>
          <a:p>
            <a:r>
              <a:rPr lang="es-419"/>
              <a:t>Joystick</a:t>
            </a:r>
          </a:p>
        </p:txBody>
      </p:sp>
    </p:spTree>
    <p:extLst>
      <p:ext uri="{BB962C8B-B14F-4D97-AF65-F5344CB8AC3E}">
        <p14:creationId xmlns:p14="http://schemas.microsoft.com/office/powerpoint/2010/main" val="2403505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p:bldP spid="21" grpId="0"/>
      <p:bldP spid="2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1026" name="Picture 2" descr="ROBOT DE SOLDADURA - PROSERMET - Máquinas de soldar Rosario, Soldadoras  Rosario, Semiautomáticas Rosario; Esab Rosario, Seguridad industrial,  Ferretería industrial, Alambre de Soldar, Electrodos, Corte de Plasma  Rosario, Torchas, Inverter, Mig/Mag, Tig,">
            <a:extLst>
              <a:ext uri="{FF2B5EF4-FFF2-40B4-BE49-F238E27FC236}">
                <a16:creationId xmlns:a16="http://schemas.microsoft.com/office/drawing/2014/main" id="{A81AB2D6-EE01-4581-89BE-83762FFFC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282262"/>
            <a:ext cx="2935015" cy="29350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ing a joystick or gamepad - Learning ROS for Robotics Programming">
            <a:extLst>
              <a:ext uri="{FF2B5EF4-FFF2-40B4-BE49-F238E27FC236}">
                <a16:creationId xmlns:a16="http://schemas.microsoft.com/office/drawing/2014/main" id="{C173B656-C69A-470B-9000-D13CB8B5F8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34" y="3891457"/>
            <a:ext cx="1159261" cy="1027878"/>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CF2599-1558-46F9-AB9C-73F55328AC33}"/>
              </a:ext>
            </a:extLst>
          </p:cNvPr>
          <p:cNvSpPr/>
          <p:nvPr/>
        </p:nvSpPr>
        <p:spPr>
          <a:xfrm>
            <a:off x="7206592" y="1535599"/>
            <a:ext cx="3513959" cy="9535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cxnSp>
        <p:nvCxnSpPr>
          <p:cNvPr id="7" name="Conector recto de flecha 6">
            <a:extLst>
              <a:ext uri="{FF2B5EF4-FFF2-40B4-BE49-F238E27FC236}">
                <a16:creationId xmlns:a16="http://schemas.microsoft.com/office/drawing/2014/main" id="{7F8BA07C-F01A-419D-8B2B-68A6A2910453}"/>
              </a:ext>
            </a:extLst>
          </p:cNvPr>
          <p:cNvCxnSpPr>
            <a:cxnSpLocks/>
            <a:stCxn id="16" idx="6"/>
            <a:endCxn id="6" idx="1"/>
          </p:cNvCxnSpPr>
          <p:nvPr/>
        </p:nvCxnSpPr>
        <p:spPr>
          <a:xfrm>
            <a:off x="5357712" y="2012370"/>
            <a:ext cx="1848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7A933646-E9E4-42C7-961F-3FEEB2BF855C}"/>
              </a:ext>
            </a:extLst>
          </p:cNvPr>
          <p:cNvCxnSpPr>
            <a:cxnSpLocks/>
            <a:stCxn id="6" idx="3"/>
          </p:cNvCxnSpPr>
          <p:nvPr/>
        </p:nvCxnSpPr>
        <p:spPr>
          <a:xfrm>
            <a:off x="10720551" y="2012370"/>
            <a:ext cx="8618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4B6EE276-8903-4D1A-9F92-3B11B49023D6}"/>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7406916" y="1703349"/>
            <a:ext cx="3201524" cy="576000"/>
          </a:xfrm>
          <a:prstGeom prst="rect">
            <a:avLst/>
          </a:prstGeom>
        </p:spPr>
      </p:pic>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BEEA764-8974-4006-ACBB-FB5735C63E23}"/>
                  </a:ext>
                </a:extLst>
              </p:cNvPr>
              <p:cNvSpPr txBox="1"/>
              <p:nvPr/>
            </p:nvSpPr>
            <p:spPr>
              <a:xfrm>
                <a:off x="8769928" y="2489140"/>
                <a:ext cx="681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s-419" sz="2400"/>
              </a:p>
            </p:txBody>
          </p:sp>
        </mc:Choice>
        <mc:Fallback>
          <p:sp>
            <p:nvSpPr>
              <p:cNvPr id="20" name="CuadroTexto 19">
                <a:extLst>
                  <a:ext uri="{FF2B5EF4-FFF2-40B4-BE49-F238E27FC236}">
                    <a16:creationId xmlns:a16="http://schemas.microsoft.com/office/drawing/2014/main" id="{0BEEA764-8974-4006-ACBB-FB5735C63E23}"/>
                  </a:ext>
                </a:extLst>
              </p:cNvPr>
              <p:cNvSpPr txBox="1">
                <a:spLocks noRot="1" noChangeAspect="1" noMove="1" noResize="1" noEditPoints="1" noAdjustHandles="1" noChangeArrowheads="1" noChangeShapeType="1" noTextEdit="1"/>
              </p:cNvSpPr>
              <p:nvPr/>
            </p:nvSpPr>
            <p:spPr>
              <a:xfrm>
                <a:off x="8769928" y="2489140"/>
                <a:ext cx="681853" cy="369332"/>
              </a:xfrm>
              <a:prstGeom prst="rect">
                <a:avLst/>
              </a:prstGeom>
              <a:blipFill>
                <a:blip r:embed="rId6"/>
                <a:stretch>
                  <a:fillRect l="-10811" r="-16216" b="-34426"/>
                </a:stretch>
              </a:blipFill>
            </p:spPr>
            <p:txBody>
              <a:bodyPr/>
              <a:lstStyle/>
              <a:p>
                <a:r>
                  <a:rPr lang="en-US">
                    <a:noFill/>
                  </a:rPr>
                  <a:t> </a:t>
                </a:r>
              </a:p>
            </p:txBody>
          </p:sp>
        </mc:Fallback>
      </mc:AlternateContent>
      <p:sp>
        <p:nvSpPr>
          <p:cNvPr id="21" name="CuadroTexto 20">
            <a:extLst>
              <a:ext uri="{FF2B5EF4-FFF2-40B4-BE49-F238E27FC236}">
                <a16:creationId xmlns:a16="http://schemas.microsoft.com/office/drawing/2014/main" id="{51C16D51-9C68-4FD5-AED3-B061569EB155}"/>
              </a:ext>
            </a:extLst>
          </p:cNvPr>
          <p:cNvSpPr txBox="1"/>
          <p:nvPr/>
        </p:nvSpPr>
        <p:spPr>
          <a:xfrm>
            <a:off x="10808764" y="1281259"/>
            <a:ext cx="957506" cy="646331"/>
          </a:xfrm>
          <a:prstGeom prst="rect">
            <a:avLst/>
          </a:prstGeom>
          <a:noFill/>
        </p:spPr>
        <p:txBody>
          <a:bodyPr wrap="none" rtlCol="0">
            <a:spAutoFit/>
          </a:bodyPr>
          <a:lstStyle/>
          <a:p>
            <a:r>
              <a:rPr lang="es-419"/>
              <a:t>Posición</a:t>
            </a:r>
          </a:p>
          <a:p>
            <a:r>
              <a:rPr lang="es-419"/>
              <a:t>Cabezal</a:t>
            </a:r>
          </a:p>
        </p:txBody>
      </p:sp>
      <p:sp>
        <p:nvSpPr>
          <p:cNvPr id="24" name="CuadroTexto 23">
            <a:extLst>
              <a:ext uri="{FF2B5EF4-FFF2-40B4-BE49-F238E27FC236}">
                <a16:creationId xmlns:a16="http://schemas.microsoft.com/office/drawing/2014/main" id="{43ADD322-938B-4D13-9ECA-E1CB342789FE}"/>
              </a:ext>
            </a:extLst>
          </p:cNvPr>
          <p:cNvSpPr txBox="1"/>
          <p:nvPr/>
        </p:nvSpPr>
        <p:spPr>
          <a:xfrm>
            <a:off x="6194363" y="1537440"/>
            <a:ext cx="900118" cy="369332"/>
          </a:xfrm>
          <a:prstGeom prst="rect">
            <a:avLst/>
          </a:prstGeom>
          <a:noFill/>
        </p:spPr>
        <p:txBody>
          <a:bodyPr wrap="none" rtlCol="0">
            <a:spAutoFit/>
          </a:bodyPr>
          <a:lstStyle/>
          <a:p>
            <a:r>
              <a:rPr lang="es-419"/>
              <a:t>Joystick</a:t>
            </a:r>
          </a:p>
        </p:txBody>
      </p:sp>
      <p:sp>
        <p:nvSpPr>
          <p:cNvPr id="16" name="Elipse 15">
            <a:extLst>
              <a:ext uri="{FF2B5EF4-FFF2-40B4-BE49-F238E27FC236}">
                <a16:creationId xmlns:a16="http://schemas.microsoft.com/office/drawing/2014/main" id="{7677E733-1A21-438E-B6FB-E5BAEC32C8C6}"/>
              </a:ext>
            </a:extLst>
          </p:cNvPr>
          <p:cNvSpPr/>
          <p:nvPr/>
        </p:nvSpPr>
        <p:spPr>
          <a:xfrm>
            <a:off x="5007181" y="1837104"/>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7" name="Conector recto de flecha 16">
            <a:extLst>
              <a:ext uri="{FF2B5EF4-FFF2-40B4-BE49-F238E27FC236}">
                <a16:creationId xmlns:a16="http://schemas.microsoft.com/office/drawing/2014/main" id="{D0A46D12-11BE-4EC1-822E-8C0876FDC286}"/>
              </a:ext>
            </a:extLst>
          </p:cNvPr>
          <p:cNvCxnSpPr>
            <a:cxnSpLocks/>
            <a:endCxn id="16" idx="2"/>
          </p:cNvCxnSpPr>
          <p:nvPr/>
        </p:nvCxnSpPr>
        <p:spPr>
          <a:xfrm>
            <a:off x="4456687" y="2012370"/>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A4ABA087-F66B-4FAC-B94B-9FFBD3476C35}"/>
              </a:ext>
            </a:extLst>
          </p:cNvPr>
          <p:cNvCxnSpPr>
            <a:cxnSpLocks/>
            <a:endCxn id="16" idx="4"/>
          </p:cNvCxnSpPr>
          <p:nvPr/>
        </p:nvCxnSpPr>
        <p:spPr>
          <a:xfrm rot="10800000" flipV="1">
            <a:off x="5182448" y="2012369"/>
            <a:ext cx="6021581" cy="175265"/>
          </a:xfrm>
          <a:prstGeom prst="bentConnector4">
            <a:avLst>
              <a:gd name="adj1" fmla="val -1200"/>
              <a:gd name="adj2" fmla="val 76414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D13F8722-D3D4-4BDD-8B6B-66217F0B79F8}"/>
                  </a:ext>
                </a:extLst>
              </p:cNvPr>
              <p:cNvSpPr txBox="1"/>
              <p:nvPr/>
            </p:nvSpPr>
            <p:spPr>
              <a:xfrm>
                <a:off x="5244700" y="2251991"/>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22" name="CuadroTexto 21">
                <a:extLst>
                  <a:ext uri="{FF2B5EF4-FFF2-40B4-BE49-F238E27FC236}">
                    <a16:creationId xmlns:a16="http://schemas.microsoft.com/office/drawing/2014/main" id="{D13F8722-D3D4-4BDD-8B6B-66217F0B79F8}"/>
                  </a:ext>
                </a:extLst>
              </p:cNvPr>
              <p:cNvSpPr txBox="1">
                <a:spLocks noRot="1" noChangeAspect="1" noMove="1" noResize="1" noEditPoints="1" noAdjustHandles="1" noChangeArrowheads="1" noChangeShapeType="1" noTextEdit="1"/>
              </p:cNvSpPr>
              <p:nvPr/>
            </p:nvSpPr>
            <p:spPr>
              <a:xfrm>
                <a:off x="5244700" y="2251991"/>
                <a:ext cx="226024" cy="276999"/>
              </a:xfrm>
              <a:prstGeom prst="rect">
                <a:avLst/>
              </a:prstGeom>
              <a:blipFill>
                <a:blip r:embed="rId7"/>
                <a:stretch>
                  <a:fillRect l="-5405" r="-5405"/>
                </a:stretch>
              </a:blipFill>
            </p:spPr>
            <p:txBody>
              <a:bodyPr/>
              <a:lstStyle/>
              <a:p>
                <a:r>
                  <a:rPr lang="en-US">
                    <a:noFill/>
                  </a:rPr>
                  <a:t> </a:t>
                </a:r>
              </a:p>
            </p:txBody>
          </p:sp>
        </mc:Fallback>
      </mc:AlternateContent>
      <p:pic>
        <p:nvPicPr>
          <p:cNvPr id="2050" name="Picture 2">
            <a:extLst>
              <a:ext uri="{FF2B5EF4-FFF2-40B4-BE49-F238E27FC236}">
                <a16:creationId xmlns:a16="http://schemas.microsoft.com/office/drawing/2014/main" id="{B1FB022E-2FD7-4F51-BCBB-1B508DCBCB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5432" y="4120055"/>
            <a:ext cx="1455683" cy="1455683"/>
          </a:xfrm>
          <a:prstGeom prst="rect">
            <a:avLst/>
          </a:prstGeom>
          <a:noFill/>
          <a:extLst>
            <a:ext uri="{909E8E84-426E-40DD-AFC4-6F175D3DCCD1}">
              <a14:hiddenFill xmlns:a14="http://schemas.microsoft.com/office/drawing/2010/main">
                <a:solidFill>
                  <a:srgbClr val="FFFFFF"/>
                </a:solidFill>
              </a14:hiddenFill>
            </a:ext>
          </a:extLst>
        </p:spPr>
      </p:pic>
      <p:sp>
        <p:nvSpPr>
          <p:cNvPr id="23" name="Flecha: hacia abajo 22">
            <a:extLst>
              <a:ext uri="{FF2B5EF4-FFF2-40B4-BE49-F238E27FC236}">
                <a16:creationId xmlns:a16="http://schemas.microsoft.com/office/drawing/2014/main" id="{46342333-571C-42DE-9EBD-8F40A02662FD}"/>
              </a:ext>
            </a:extLst>
          </p:cNvPr>
          <p:cNvSpPr/>
          <p:nvPr/>
        </p:nvSpPr>
        <p:spPr>
          <a:xfrm>
            <a:off x="2939048" y="3724840"/>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Flecha: hacia abajo 27">
            <a:extLst>
              <a:ext uri="{FF2B5EF4-FFF2-40B4-BE49-F238E27FC236}">
                <a16:creationId xmlns:a16="http://schemas.microsoft.com/office/drawing/2014/main" id="{5B471507-88DB-4726-92D4-6003CB0BE8CB}"/>
              </a:ext>
            </a:extLst>
          </p:cNvPr>
          <p:cNvSpPr/>
          <p:nvPr/>
        </p:nvSpPr>
        <p:spPr>
          <a:xfrm rot="6096920">
            <a:off x="1727263" y="4379884"/>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Flecha: hacia abajo 28">
            <a:extLst>
              <a:ext uri="{FF2B5EF4-FFF2-40B4-BE49-F238E27FC236}">
                <a16:creationId xmlns:a16="http://schemas.microsoft.com/office/drawing/2014/main" id="{D949EF5E-2B12-4C85-B913-5472FA24DA22}"/>
              </a:ext>
            </a:extLst>
          </p:cNvPr>
          <p:cNvSpPr/>
          <p:nvPr/>
        </p:nvSpPr>
        <p:spPr>
          <a:xfrm rot="13753146">
            <a:off x="1116378" y="3423641"/>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CuadroTexto 29">
            <a:extLst>
              <a:ext uri="{FF2B5EF4-FFF2-40B4-BE49-F238E27FC236}">
                <a16:creationId xmlns:a16="http://schemas.microsoft.com/office/drawing/2014/main" id="{BA2A572D-C46D-47C5-99DB-5D96686C3A46}"/>
              </a:ext>
            </a:extLst>
          </p:cNvPr>
          <p:cNvSpPr txBox="1"/>
          <p:nvPr/>
        </p:nvSpPr>
        <p:spPr>
          <a:xfrm>
            <a:off x="3791625" y="1345018"/>
            <a:ext cx="1174873" cy="646331"/>
          </a:xfrm>
          <a:prstGeom prst="rect">
            <a:avLst/>
          </a:prstGeom>
          <a:noFill/>
        </p:spPr>
        <p:txBody>
          <a:bodyPr wrap="none" rtlCol="0">
            <a:spAutoFit/>
          </a:bodyPr>
          <a:lstStyle/>
          <a:p>
            <a:r>
              <a:rPr lang="es-419"/>
              <a:t>Referencia</a:t>
            </a:r>
          </a:p>
          <a:p>
            <a:r>
              <a:rPr lang="es-419"/>
              <a:t>Posición</a:t>
            </a:r>
          </a:p>
        </p:txBody>
      </p:sp>
      <p:sp>
        <p:nvSpPr>
          <p:cNvPr id="25" name="CuadroTexto 24">
            <a:extLst>
              <a:ext uri="{FF2B5EF4-FFF2-40B4-BE49-F238E27FC236}">
                <a16:creationId xmlns:a16="http://schemas.microsoft.com/office/drawing/2014/main" id="{75F857B9-2605-48B7-A55F-044FFFC01403}"/>
              </a:ext>
            </a:extLst>
          </p:cNvPr>
          <p:cNvSpPr txBox="1"/>
          <p:nvPr/>
        </p:nvSpPr>
        <p:spPr>
          <a:xfrm>
            <a:off x="5007181" y="4670366"/>
            <a:ext cx="6640087" cy="461665"/>
          </a:xfrm>
          <a:prstGeom prst="rect">
            <a:avLst/>
          </a:prstGeom>
          <a:solidFill>
            <a:schemeClr val="accent4">
              <a:lumMod val="20000"/>
              <a:lumOff val="80000"/>
            </a:schemeClr>
          </a:solidFill>
        </p:spPr>
        <p:txBody>
          <a:bodyPr wrap="none" rtlCol="0">
            <a:spAutoFit/>
          </a:bodyPr>
          <a:lstStyle/>
          <a:p>
            <a:r>
              <a:rPr lang="es-419" sz="2400"/>
              <a:t>¿Cuál será el margen de estabilidad de ese sistema?</a:t>
            </a:r>
          </a:p>
        </p:txBody>
      </p:sp>
      <p:sp>
        <p:nvSpPr>
          <p:cNvPr id="26" name="CuadroTexto 25">
            <a:extLst>
              <a:ext uri="{FF2B5EF4-FFF2-40B4-BE49-F238E27FC236}">
                <a16:creationId xmlns:a16="http://schemas.microsoft.com/office/drawing/2014/main" id="{785676DE-4C73-4280-A1BE-A3286CA498E9}"/>
              </a:ext>
            </a:extLst>
          </p:cNvPr>
          <p:cNvSpPr txBox="1"/>
          <p:nvPr/>
        </p:nvSpPr>
        <p:spPr>
          <a:xfrm>
            <a:off x="6836841" y="5601248"/>
            <a:ext cx="2712794" cy="584775"/>
          </a:xfrm>
          <a:prstGeom prst="rect">
            <a:avLst/>
          </a:prstGeom>
          <a:noFill/>
        </p:spPr>
        <p:txBody>
          <a:bodyPr wrap="none" rtlCol="0">
            <a:spAutoFit/>
          </a:bodyPr>
          <a:lstStyle/>
          <a:p>
            <a:r>
              <a:rPr lang="es-419" sz="3200"/>
              <a:t>Bode o Nyquist</a:t>
            </a:r>
          </a:p>
        </p:txBody>
      </p:sp>
    </p:spTree>
    <p:extLst>
      <p:ext uri="{BB962C8B-B14F-4D97-AF65-F5344CB8AC3E}">
        <p14:creationId xmlns:p14="http://schemas.microsoft.com/office/powerpoint/2010/main" val="15338553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8" grpId="0" animBg="1"/>
      <p:bldP spid="29" grpId="0" animBg="1"/>
      <p:bldP spid="30" grpId="0"/>
      <p:bldP spid="25" grpId="0" animBg="1"/>
      <p:bldP spid="2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1026" name="Picture 2 1" descr="ROBOT DE SOLDADURA - PROSERMET - Máquinas de soldar Rosario, Soldadoras  Rosario, Semiautomáticas Rosario; Esab Rosario, Seguridad industrial,  Ferretería industrial, Alambre de Soldar, Electrodos, Corte de Plasma  Rosario, Torchas, Inverter, Mig/Mag, Tig,">
            <a:extLst>
              <a:ext uri="{FF2B5EF4-FFF2-40B4-BE49-F238E27FC236}">
                <a16:creationId xmlns:a16="http://schemas.microsoft.com/office/drawing/2014/main" id="{A81AB2D6-EE01-4581-89BE-83762FFFC3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282262"/>
            <a:ext cx="2935015" cy="29350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1" descr="Using a joystick or gamepad - Learning ROS for Robotics Programming">
            <a:extLst>
              <a:ext uri="{FF2B5EF4-FFF2-40B4-BE49-F238E27FC236}">
                <a16:creationId xmlns:a16="http://schemas.microsoft.com/office/drawing/2014/main" id="{C173B656-C69A-470B-9000-D13CB8B5F8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34" y="3891457"/>
            <a:ext cx="1159261" cy="1027878"/>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CF2599-1558-46F9-AB9C-73F55328AC33}"/>
              </a:ext>
            </a:extLst>
          </p:cNvPr>
          <p:cNvSpPr/>
          <p:nvPr/>
        </p:nvSpPr>
        <p:spPr>
          <a:xfrm>
            <a:off x="7206591" y="1535599"/>
            <a:ext cx="3642855" cy="9535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cxnSp>
        <p:nvCxnSpPr>
          <p:cNvPr id="7" name="Conector recto de flecha 6">
            <a:extLst>
              <a:ext uri="{FF2B5EF4-FFF2-40B4-BE49-F238E27FC236}">
                <a16:creationId xmlns:a16="http://schemas.microsoft.com/office/drawing/2014/main" id="{7F8BA07C-F01A-419D-8B2B-68A6A2910453}"/>
              </a:ext>
            </a:extLst>
          </p:cNvPr>
          <p:cNvCxnSpPr>
            <a:cxnSpLocks/>
            <a:stCxn id="16" idx="6"/>
            <a:endCxn id="6" idx="1"/>
          </p:cNvCxnSpPr>
          <p:nvPr/>
        </p:nvCxnSpPr>
        <p:spPr>
          <a:xfrm>
            <a:off x="5357712" y="2012370"/>
            <a:ext cx="184887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7A933646-E9E4-42C7-961F-3FEEB2BF855C}"/>
              </a:ext>
            </a:extLst>
          </p:cNvPr>
          <p:cNvCxnSpPr>
            <a:cxnSpLocks/>
            <a:stCxn id="6" idx="3"/>
          </p:cNvCxnSpPr>
          <p:nvPr/>
        </p:nvCxnSpPr>
        <p:spPr>
          <a:xfrm>
            <a:off x="10849446" y="2012370"/>
            <a:ext cx="73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CE5B14A7-C5B5-41E4-B290-4EB92D1F61CD}"/>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7280796" y="1703349"/>
            <a:ext cx="3471238" cy="533333"/>
          </a:xfrm>
          <a:prstGeom prst="rect">
            <a:avLst/>
          </a:prstGeom>
        </p:spPr>
      </p:pic>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BEEA764-8974-4006-ACBB-FB5735C63E23}"/>
                  </a:ext>
                </a:extLst>
              </p:cNvPr>
              <p:cNvSpPr txBox="1"/>
              <p:nvPr/>
            </p:nvSpPr>
            <p:spPr>
              <a:xfrm>
                <a:off x="8769928" y="2489140"/>
                <a:ext cx="681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s-419" sz="2400"/>
              </a:p>
            </p:txBody>
          </p:sp>
        </mc:Choice>
        <mc:Fallback>
          <p:sp>
            <p:nvSpPr>
              <p:cNvPr id="20" name="CuadroTexto 19">
                <a:extLst>
                  <a:ext uri="{FF2B5EF4-FFF2-40B4-BE49-F238E27FC236}">
                    <a16:creationId xmlns:a16="http://schemas.microsoft.com/office/drawing/2014/main" id="{0BEEA764-8974-4006-ACBB-FB5735C63E23}"/>
                  </a:ext>
                </a:extLst>
              </p:cNvPr>
              <p:cNvSpPr txBox="1">
                <a:spLocks noRot="1" noChangeAspect="1" noMove="1" noResize="1" noEditPoints="1" noAdjustHandles="1" noChangeArrowheads="1" noChangeShapeType="1" noTextEdit="1"/>
              </p:cNvSpPr>
              <p:nvPr/>
            </p:nvSpPr>
            <p:spPr>
              <a:xfrm>
                <a:off x="8769928" y="2489140"/>
                <a:ext cx="681853" cy="369332"/>
              </a:xfrm>
              <a:prstGeom prst="rect">
                <a:avLst/>
              </a:prstGeom>
              <a:blipFill>
                <a:blip r:embed="rId6"/>
                <a:stretch>
                  <a:fillRect l="-10811" r="-16216" b="-34426"/>
                </a:stretch>
              </a:blipFill>
            </p:spPr>
            <p:txBody>
              <a:bodyPr/>
              <a:lstStyle/>
              <a:p>
                <a:r>
                  <a:rPr lang="en-US">
                    <a:noFill/>
                  </a:rPr>
                  <a:t> </a:t>
                </a:r>
              </a:p>
            </p:txBody>
          </p:sp>
        </mc:Fallback>
      </mc:AlternateContent>
      <p:sp>
        <p:nvSpPr>
          <p:cNvPr id="21" name="CuadroTexto 20">
            <a:extLst>
              <a:ext uri="{FF2B5EF4-FFF2-40B4-BE49-F238E27FC236}">
                <a16:creationId xmlns:a16="http://schemas.microsoft.com/office/drawing/2014/main" id="{51C16D51-9C68-4FD5-AED3-B061569EB155}"/>
              </a:ext>
            </a:extLst>
          </p:cNvPr>
          <p:cNvSpPr txBox="1"/>
          <p:nvPr/>
        </p:nvSpPr>
        <p:spPr>
          <a:xfrm>
            <a:off x="10808764" y="1281259"/>
            <a:ext cx="957506" cy="646331"/>
          </a:xfrm>
          <a:prstGeom prst="rect">
            <a:avLst/>
          </a:prstGeom>
          <a:noFill/>
        </p:spPr>
        <p:txBody>
          <a:bodyPr wrap="none" rtlCol="0">
            <a:spAutoFit/>
          </a:bodyPr>
          <a:lstStyle/>
          <a:p>
            <a:r>
              <a:rPr lang="es-419"/>
              <a:t>Posición</a:t>
            </a:r>
          </a:p>
          <a:p>
            <a:r>
              <a:rPr lang="es-419"/>
              <a:t>Cabezal</a:t>
            </a:r>
          </a:p>
        </p:txBody>
      </p:sp>
      <p:sp>
        <p:nvSpPr>
          <p:cNvPr id="24" name="CuadroTexto 23">
            <a:extLst>
              <a:ext uri="{FF2B5EF4-FFF2-40B4-BE49-F238E27FC236}">
                <a16:creationId xmlns:a16="http://schemas.microsoft.com/office/drawing/2014/main" id="{43ADD322-938B-4D13-9ECA-E1CB342789FE}"/>
              </a:ext>
            </a:extLst>
          </p:cNvPr>
          <p:cNvSpPr txBox="1"/>
          <p:nvPr/>
        </p:nvSpPr>
        <p:spPr>
          <a:xfrm>
            <a:off x="6194363" y="1537440"/>
            <a:ext cx="900118" cy="369332"/>
          </a:xfrm>
          <a:prstGeom prst="rect">
            <a:avLst/>
          </a:prstGeom>
          <a:noFill/>
        </p:spPr>
        <p:txBody>
          <a:bodyPr wrap="none" rtlCol="0">
            <a:spAutoFit/>
          </a:bodyPr>
          <a:lstStyle/>
          <a:p>
            <a:r>
              <a:rPr lang="es-419"/>
              <a:t>Joystick</a:t>
            </a:r>
          </a:p>
        </p:txBody>
      </p:sp>
      <p:sp>
        <p:nvSpPr>
          <p:cNvPr id="16" name="Elipse 15">
            <a:extLst>
              <a:ext uri="{FF2B5EF4-FFF2-40B4-BE49-F238E27FC236}">
                <a16:creationId xmlns:a16="http://schemas.microsoft.com/office/drawing/2014/main" id="{7677E733-1A21-438E-B6FB-E5BAEC32C8C6}"/>
              </a:ext>
            </a:extLst>
          </p:cNvPr>
          <p:cNvSpPr/>
          <p:nvPr/>
        </p:nvSpPr>
        <p:spPr>
          <a:xfrm>
            <a:off x="5007181" y="1837104"/>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7" name="Conector recto de flecha 16">
            <a:extLst>
              <a:ext uri="{FF2B5EF4-FFF2-40B4-BE49-F238E27FC236}">
                <a16:creationId xmlns:a16="http://schemas.microsoft.com/office/drawing/2014/main" id="{D0A46D12-11BE-4EC1-822E-8C0876FDC286}"/>
              </a:ext>
            </a:extLst>
          </p:cNvPr>
          <p:cNvCxnSpPr>
            <a:cxnSpLocks/>
            <a:endCxn id="16" idx="2"/>
          </p:cNvCxnSpPr>
          <p:nvPr/>
        </p:nvCxnSpPr>
        <p:spPr>
          <a:xfrm>
            <a:off x="4456687" y="2012370"/>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A4ABA087-F66B-4FAC-B94B-9FFBD3476C35}"/>
              </a:ext>
            </a:extLst>
          </p:cNvPr>
          <p:cNvCxnSpPr>
            <a:cxnSpLocks/>
            <a:endCxn id="16" idx="4"/>
          </p:cNvCxnSpPr>
          <p:nvPr/>
        </p:nvCxnSpPr>
        <p:spPr>
          <a:xfrm rot="10800000" flipV="1">
            <a:off x="5182448" y="2012369"/>
            <a:ext cx="6021581" cy="175265"/>
          </a:xfrm>
          <a:prstGeom prst="bentConnector4">
            <a:avLst>
              <a:gd name="adj1" fmla="val -1200"/>
              <a:gd name="adj2" fmla="val 76414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D13F8722-D3D4-4BDD-8B6B-66217F0B79F8}"/>
                  </a:ext>
                </a:extLst>
              </p:cNvPr>
              <p:cNvSpPr txBox="1"/>
              <p:nvPr/>
            </p:nvSpPr>
            <p:spPr>
              <a:xfrm>
                <a:off x="5244700" y="2251991"/>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22" name="CuadroTexto 21">
                <a:extLst>
                  <a:ext uri="{FF2B5EF4-FFF2-40B4-BE49-F238E27FC236}">
                    <a16:creationId xmlns:a16="http://schemas.microsoft.com/office/drawing/2014/main" id="{D13F8722-D3D4-4BDD-8B6B-66217F0B79F8}"/>
                  </a:ext>
                </a:extLst>
              </p:cNvPr>
              <p:cNvSpPr txBox="1">
                <a:spLocks noRot="1" noChangeAspect="1" noMove="1" noResize="1" noEditPoints="1" noAdjustHandles="1" noChangeArrowheads="1" noChangeShapeType="1" noTextEdit="1"/>
              </p:cNvSpPr>
              <p:nvPr/>
            </p:nvSpPr>
            <p:spPr>
              <a:xfrm>
                <a:off x="5244700" y="2251991"/>
                <a:ext cx="226024" cy="276999"/>
              </a:xfrm>
              <a:prstGeom prst="rect">
                <a:avLst/>
              </a:prstGeom>
              <a:blipFill>
                <a:blip r:embed="rId7"/>
                <a:stretch>
                  <a:fillRect l="-5405" r="-5405"/>
                </a:stretch>
              </a:blipFill>
            </p:spPr>
            <p:txBody>
              <a:bodyPr/>
              <a:lstStyle/>
              <a:p>
                <a:r>
                  <a:rPr lang="en-US">
                    <a:noFill/>
                  </a:rPr>
                  <a:t> </a:t>
                </a:r>
              </a:p>
            </p:txBody>
          </p:sp>
        </mc:Fallback>
      </mc:AlternateContent>
      <p:pic>
        <p:nvPicPr>
          <p:cNvPr id="2050" name="Picture 2 2">
            <a:extLst>
              <a:ext uri="{FF2B5EF4-FFF2-40B4-BE49-F238E27FC236}">
                <a16:creationId xmlns:a16="http://schemas.microsoft.com/office/drawing/2014/main" id="{B1FB022E-2FD7-4F51-BCBB-1B508DCBCBE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25432" y="4120055"/>
            <a:ext cx="1455683" cy="1455683"/>
          </a:xfrm>
          <a:prstGeom prst="rect">
            <a:avLst/>
          </a:prstGeom>
          <a:noFill/>
          <a:extLst>
            <a:ext uri="{909E8E84-426E-40DD-AFC4-6F175D3DCCD1}">
              <a14:hiddenFill xmlns:a14="http://schemas.microsoft.com/office/drawing/2010/main">
                <a:solidFill>
                  <a:srgbClr val="FFFFFF"/>
                </a:solidFill>
              </a14:hiddenFill>
            </a:ext>
          </a:extLst>
        </p:spPr>
      </p:pic>
      <p:sp>
        <p:nvSpPr>
          <p:cNvPr id="23" name="Flecha: hacia abajo 22">
            <a:extLst>
              <a:ext uri="{FF2B5EF4-FFF2-40B4-BE49-F238E27FC236}">
                <a16:creationId xmlns:a16="http://schemas.microsoft.com/office/drawing/2014/main" id="{46342333-571C-42DE-9EBD-8F40A02662FD}"/>
              </a:ext>
            </a:extLst>
          </p:cNvPr>
          <p:cNvSpPr/>
          <p:nvPr/>
        </p:nvSpPr>
        <p:spPr>
          <a:xfrm>
            <a:off x="2939048" y="3724840"/>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Flecha: hacia abajo 27">
            <a:extLst>
              <a:ext uri="{FF2B5EF4-FFF2-40B4-BE49-F238E27FC236}">
                <a16:creationId xmlns:a16="http://schemas.microsoft.com/office/drawing/2014/main" id="{5B471507-88DB-4726-92D4-6003CB0BE8CB}"/>
              </a:ext>
            </a:extLst>
          </p:cNvPr>
          <p:cNvSpPr/>
          <p:nvPr/>
        </p:nvSpPr>
        <p:spPr>
          <a:xfrm rot="6096920">
            <a:off x="1727263" y="4379884"/>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Flecha: hacia abajo 28">
            <a:extLst>
              <a:ext uri="{FF2B5EF4-FFF2-40B4-BE49-F238E27FC236}">
                <a16:creationId xmlns:a16="http://schemas.microsoft.com/office/drawing/2014/main" id="{D949EF5E-2B12-4C85-B913-5472FA24DA22}"/>
              </a:ext>
            </a:extLst>
          </p:cNvPr>
          <p:cNvSpPr/>
          <p:nvPr/>
        </p:nvSpPr>
        <p:spPr>
          <a:xfrm rot="13753146">
            <a:off x="1116378" y="3423641"/>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CuadroTexto 29">
            <a:extLst>
              <a:ext uri="{FF2B5EF4-FFF2-40B4-BE49-F238E27FC236}">
                <a16:creationId xmlns:a16="http://schemas.microsoft.com/office/drawing/2014/main" id="{BA2A572D-C46D-47C5-99DB-5D96686C3A46}"/>
              </a:ext>
            </a:extLst>
          </p:cNvPr>
          <p:cNvSpPr txBox="1"/>
          <p:nvPr/>
        </p:nvSpPr>
        <p:spPr>
          <a:xfrm>
            <a:off x="3791625" y="1345018"/>
            <a:ext cx="1174873" cy="646331"/>
          </a:xfrm>
          <a:prstGeom prst="rect">
            <a:avLst/>
          </a:prstGeom>
          <a:noFill/>
        </p:spPr>
        <p:txBody>
          <a:bodyPr wrap="none" rtlCol="0">
            <a:spAutoFit/>
          </a:bodyPr>
          <a:lstStyle/>
          <a:p>
            <a:r>
              <a:rPr lang="es-419"/>
              <a:t>Referencia</a:t>
            </a:r>
          </a:p>
          <a:p>
            <a:r>
              <a:rPr lang="es-419"/>
              <a:t>Posición</a:t>
            </a:r>
          </a:p>
        </p:txBody>
      </p:sp>
      <p:sp>
        <p:nvSpPr>
          <p:cNvPr id="25" name="CuadroTexto 24">
            <a:extLst>
              <a:ext uri="{FF2B5EF4-FFF2-40B4-BE49-F238E27FC236}">
                <a16:creationId xmlns:a16="http://schemas.microsoft.com/office/drawing/2014/main" id="{75F857B9-2605-48B7-A55F-044FFFC01403}"/>
              </a:ext>
            </a:extLst>
          </p:cNvPr>
          <p:cNvSpPr txBox="1"/>
          <p:nvPr/>
        </p:nvSpPr>
        <p:spPr>
          <a:xfrm>
            <a:off x="5007181" y="4670366"/>
            <a:ext cx="6640087" cy="461665"/>
          </a:xfrm>
          <a:prstGeom prst="rect">
            <a:avLst/>
          </a:prstGeom>
          <a:solidFill>
            <a:schemeClr val="accent4">
              <a:lumMod val="20000"/>
              <a:lumOff val="80000"/>
            </a:schemeClr>
          </a:solidFill>
        </p:spPr>
        <p:txBody>
          <a:bodyPr wrap="none" rtlCol="0">
            <a:spAutoFit/>
          </a:bodyPr>
          <a:lstStyle/>
          <a:p>
            <a:r>
              <a:rPr lang="es-419" sz="2400"/>
              <a:t>¿Cuál será el margen de estabilidad de ese sistema?</a:t>
            </a:r>
          </a:p>
        </p:txBody>
      </p:sp>
      <p:sp>
        <p:nvSpPr>
          <p:cNvPr id="26" name="CuadroTexto 25">
            <a:extLst>
              <a:ext uri="{FF2B5EF4-FFF2-40B4-BE49-F238E27FC236}">
                <a16:creationId xmlns:a16="http://schemas.microsoft.com/office/drawing/2014/main" id="{785676DE-4C73-4280-A1BE-A3286CA498E9}"/>
              </a:ext>
            </a:extLst>
          </p:cNvPr>
          <p:cNvSpPr txBox="1"/>
          <p:nvPr/>
        </p:nvSpPr>
        <p:spPr>
          <a:xfrm>
            <a:off x="6836841" y="5601248"/>
            <a:ext cx="2712794" cy="584775"/>
          </a:xfrm>
          <a:prstGeom prst="rect">
            <a:avLst/>
          </a:prstGeom>
          <a:noFill/>
        </p:spPr>
        <p:txBody>
          <a:bodyPr wrap="none" rtlCol="0">
            <a:spAutoFit/>
          </a:bodyPr>
          <a:lstStyle/>
          <a:p>
            <a:r>
              <a:rPr lang="es-419" sz="3200"/>
              <a:t>Bode o Nyquist</a:t>
            </a:r>
          </a:p>
        </p:txBody>
      </p:sp>
    </p:spTree>
    <p:extLst>
      <p:ext uri="{BB962C8B-B14F-4D97-AF65-F5344CB8AC3E}">
        <p14:creationId xmlns:p14="http://schemas.microsoft.com/office/powerpoint/2010/main" val="23270559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1026" name="Picture 2 1" descr="ROBOT DE SOLDADURA - PROSERMET - Máquinas de soldar Rosario, Soldadoras  Rosario, Semiautomáticas Rosario; Esab Rosario, Seguridad industrial,  Ferretería industrial, Alambre de Soldar, Electrodos, Corte de Plasma  Rosario, Torchas, Inverter, Mig/Mag, Tig,">
            <a:extLst>
              <a:ext uri="{FF2B5EF4-FFF2-40B4-BE49-F238E27FC236}">
                <a16:creationId xmlns:a16="http://schemas.microsoft.com/office/drawing/2014/main" id="{A81AB2D6-EE01-4581-89BE-83762FFFC3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199" y="1282262"/>
            <a:ext cx="2935015" cy="29350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1" descr="Using a joystick or gamepad - Learning ROS for Robotics Programming">
            <a:extLst>
              <a:ext uri="{FF2B5EF4-FFF2-40B4-BE49-F238E27FC236}">
                <a16:creationId xmlns:a16="http://schemas.microsoft.com/office/drawing/2014/main" id="{C173B656-C69A-470B-9000-D13CB8B5F83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34" y="3891457"/>
            <a:ext cx="1159261" cy="1027878"/>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CF2599-1558-46F9-AB9C-73F55328AC33}"/>
              </a:ext>
            </a:extLst>
          </p:cNvPr>
          <p:cNvSpPr/>
          <p:nvPr/>
        </p:nvSpPr>
        <p:spPr>
          <a:xfrm>
            <a:off x="7206591" y="1535599"/>
            <a:ext cx="3642855" cy="9535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cxnSp>
        <p:nvCxnSpPr>
          <p:cNvPr id="7" name="Conector recto de flecha 6">
            <a:extLst>
              <a:ext uri="{FF2B5EF4-FFF2-40B4-BE49-F238E27FC236}">
                <a16:creationId xmlns:a16="http://schemas.microsoft.com/office/drawing/2014/main" id="{7F8BA07C-F01A-419D-8B2B-68A6A2910453}"/>
              </a:ext>
            </a:extLst>
          </p:cNvPr>
          <p:cNvCxnSpPr>
            <a:cxnSpLocks/>
            <a:stCxn id="27" idx="3"/>
            <a:endCxn id="6" idx="1"/>
          </p:cNvCxnSpPr>
          <p:nvPr/>
        </p:nvCxnSpPr>
        <p:spPr>
          <a:xfrm>
            <a:off x="6282361" y="2008150"/>
            <a:ext cx="924230" cy="42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de flecha 7">
            <a:extLst>
              <a:ext uri="{FF2B5EF4-FFF2-40B4-BE49-F238E27FC236}">
                <a16:creationId xmlns:a16="http://schemas.microsoft.com/office/drawing/2014/main" id="{7A933646-E9E4-42C7-961F-3FEEB2BF855C}"/>
              </a:ext>
            </a:extLst>
          </p:cNvPr>
          <p:cNvCxnSpPr>
            <a:cxnSpLocks/>
            <a:stCxn id="6" idx="3"/>
          </p:cNvCxnSpPr>
          <p:nvPr/>
        </p:nvCxnSpPr>
        <p:spPr>
          <a:xfrm>
            <a:off x="10849446" y="2012370"/>
            <a:ext cx="73295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CE5B14A7-C5B5-41E4-B290-4EB92D1F61CD}"/>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7280796" y="1703349"/>
            <a:ext cx="3471238" cy="533333"/>
          </a:xfrm>
          <a:prstGeom prst="rect">
            <a:avLst/>
          </a:prstGeom>
        </p:spPr>
      </p:pic>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0BEEA764-8974-4006-ACBB-FB5735C63E23}"/>
                  </a:ext>
                </a:extLst>
              </p:cNvPr>
              <p:cNvSpPr txBox="1"/>
              <p:nvPr/>
            </p:nvSpPr>
            <p:spPr>
              <a:xfrm>
                <a:off x="8769928" y="2489140"/>
                <a:ext cx="681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𝐺</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s-419" sz="2400"/>
              </a:p>
            </p:txBody>
          </p:sp>
        </mc:Choice>
        <mc:Fallback>
          <p:sp>
            <p:nvSpPr>
              <p:cNvPr id="20" name="CuadroTexto 19">
                <a:extLst>
                  <a:ext uri="{FF2B5EF4-FFF2-40B4-BE49-F238E27FC236}">
                    <a16:creationId xmlns:a16="http://schemas.microsoft.com/office/drawing/2014/main" id="{0BEEA764-8974-4006-ACBB-FB5735C63E23}"/>
                  </a:ext>
                </a:extLst>
              </p:cNvPr>
              <p:cNvSpPr txBox="1">
                <a:spLocks noRot="1" noChangeAspect="1" noMove="1" noResize="1" noEditPoints="1" noAdjustHandles="1" noChangeArrowheads="1" noChangeShapeType="1" noTextEdit="1"/>
              </p:cNvSpPr>
              <p:nvPr/>
            </p:nvSpPr>
            <p:spPr>
              <a:xfrm>
                <a:off x="8769928" y="2489140"/>
                <a:ext cx="681853" cy="369332"/>
              </a:xfrm>
              <a:prstGeom prst="rect">
                <a:avLst/>
              </a:prstGeom>
              <a:blipFill>
                <a:blip r:embed="rId9"/>
                <a:stretch>
                  <a:fillRect l="-10811" r="-16216" b="-34426"/>
                </a:stretch>
              </a:blipFill>
            </p:spPr>
            <p:txBody>
              <a:bodyPr/>
              <a:lstStyle/>
              <a:p>
                <a:r>
                  <a:rPr lang="en-US">
                    <a:noFill/>
                  </a:rPr>
                  <a:t> </a:t>
                </a:r>
              </a:p>
            </p:txBody>
          </p:sp>
        </mc:Fallback>
      </mc:AlternateContent>
      <p:sp>
        <p:nvSpPr>
          <p:cNvPr id="21" name="CuadroTexto 20">
            <a:extLst>
              <a:ext uri="{FF2B5EF4-FFF2-40B4-BE49-F238E27FC236}">
                <a16:creationId xmlns:a16="http://schemas.microsoft.com/office/drawing/2014/main" id="{51C16D51-9C68-4FD5-AED3-B061569EB155}"/>
              </a:ext>
            </a:extLst>
          </p:cNvPr>
          <p:cNvSpPr txBox="1"/>
          <p:nvPr/>
        </p:nvSpPr>
        <p:spPr>
          <a:xfrm>
            <a:off x="10808764" y="1281259"/>
            <a:ext cx="957506" cy="646331"/>
          </a:xfrm>
          <a:prstGeom prst="rect">
            <a:avLst/>
          </a:prstGeom>
          <a:noFill/>
        </p:spPr>
        <p:txBody>
          <a:bodyPr wrap="none" rtlCol="0">
            <a:spAutoFit/>
          </a:bodyPr>
          <a:lstStyle/>
          <a:p>
            <a:r>
              <a:rPr lang="es-419"/>
              <a:t>Posición</a:t>
            </a:r>
          </a:p>
          <a:p>
            <a:r>
              <a:rPr lang="es-419"/>
              <a:t>Cabezal</a:t>
            </a:r>
          </a:p>
        </p:txBody>
      </p:sp>
      <p:sp>
        <p:nvSpPr>
          <p:cNvPr id="24" name="CuadroTexto 23">
            <a:extLst>
              <a:ext uri="{FF2B5EF4-FFF2-40B4-BE49-F238E27FC236}">
                <a16:creationId xmlns:a16="http://schemas.microsoft.com/office/drawing/2014/main" id="{43ADD322-938B-4D13-9ECA-E1CB342789FE}"/>
              </a:ext>
            </a:extLst>
          </p:cNvPr>
          <p:cNvSpPr txBox="1"/>
          <p:nvPr/>
        </p:nvSpPr>
        <p:spPr>
          <a:xfrm>
            <a:off x="6319394" y="1558258"/>
            <a:ext cx="900118" cy="369332"/>
          </a:xfrm>
          <a:prstGeom prst="rect">
            <a:avLst/>
          </a:prstGeom>
          <a:noFill/>
        </p:spPr>
        <p:txBody>
          <a:bodyPr wrap="none" rtlCol="0">
            <a:spAutoFit/>
          </a:bodyPr>
          <a:lstStyle/>
          <a:p>
            <a:r>
              <a:rPr lang="es-419"/>
              <a:t>Joystick</a:t>
            </a:r>
          </a:p>
        </p:txBody>
      </p:sp>
      <p:sp>
        <p:nvSpPr>
          <p:cNvPr id="16" name="Elipse 15">
            <a:extLst>
              <a:ext uri="{FF2B5EF4-FFF2-40B4-BE49-F238E27FC236}">
                <a16:creationId xmlns:a16="http://schemas.microsoft.com/office/drawing/2014/main" id="{7677E733-1A21-438E-B6FB-E5BAEC32C8C6}"/>
              </a:ext>
            </a:extLst>
          </p:cNvPr>
          <p:cNvSpPr/>
          <p:nvPr/>
        </p:nvSpPr>
        <p:spPr>
          <a:xfrm>
            <a:off x="5007181" y="1837104"/>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7" name="Conector recto de flecha 16">
            <a:extLst>
              <a:ext uri="{FF2B5EF4-FFF2-40B4-BE49-F238E27FC236}">
                <a16:creationId xmlns:a16="http://schemas.microsoft.com/office/drawing/2014/main" id="{D0A46D12-11BE-4EC1-822E-8C0876FDC286}"/>
              </a:ext>
            </a:extLst>
          </p:cNvPr>
          <p:cNvCxnSpPr>
            <a:cxnSpLocks/>
            <a:endCxn id="16" idx="2"/>
          </p:cNvCxnSpPr>
          <p:nvPr/>
        </p:nvCxnSpPr>
        <p:spPr>
          <a:xfrm>
            <a:off x="4456687" y="2012370"/>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angular 18">
            <a:extLst>
              <a:ext uri="{FF2B5EF4-FFF2-40B4-BE49-F238E27FC236}">
                <a16:creationId xmlns:a16="http://schemas.microsoft.com/office/drawing/2014/main" id="{A4ABA087-F66B-4FAC-B94B-9FFBD3476C35}"/>
              </a:ext>
            </a:extLst>
          </p:cNvPr>
          <p:cNvCxnSpPr>
            <a:cxnSpLocks/>
            <a:endCxn id="16" idx="4"/>
          </p:cNvCxnSpPr>
          <p:nvPr/>
        </p:nvCxnSpPr>
        <p:spPr>
          <a:xfrm rot="10800000" flipV="1">
            <a:off x="5182448" y="2012369"/>
            <a:ext cx="6021581" cy="175265"/>
          </a:xfrm>
          <a:prstGeom prst="bentConnector4">
            <a:avLst>
              <a:gd name="adj1" fmla="val -1200"/>
              <a:gd name="adj2" fmla="val 764149"/>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D13F8722-D3D4-4BDD-8B6B-66217F0B79F8}"/>
                  </a:ext>
                </a:extLst>
              </p:cNvPr>
              <p:cNvSpPr txBox="1"/>
              <p:nvPr/>
            </p:nvSpPr>
            <p:spPr>
              <a:xfrm>
                <a:off x="5244700" y="2251991"/>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22" name="CuadroTexto 21">
                <a:extLst>
                  <a:ext uri="{FF2B5EF4-FFF2-40B4-BE49-F238E27FC236}">
                    <a16:creationId xmlns:a16="http://schemas.microsoft.com/office/drawing/2014/main" id="{D13F8722-D3D4-4BDD-8B6B-66217F0B79F8}"/>
                  </a:ext>
                </a:extLst>
              </p:cNvPr>
              <p:cNvSpPr txBox="1">
                <a:spLocks noRot="1" noChangeAspect="1" noMove="1" noResize="1" noEditPoints="1" noAdjustHandles="1" noChangeArrowheads="1" noChangeShapeType="1" noTextEdit="1"/>
              </p:cNvSpPr>
              <p:nvPr/>
            </p:nvSpPr>
            <p:spPr>
              <a:xfrm>
                <a:off x="5244700" y="2251991"/>
                <a:ext cx="226024" cy="276999"/>
              </a:xfrm>
              <a:prstGeom prst="rect">
                <a:avLst/>
              </a:prstGeom>
              <a:blipFill>
                <a:blip r:embed="rId10"/>
                <a:stretch>
                  <a:fillRect l="-5405" r="-5405"/>
                </a:stretch>
              </a:blipFill>
            </p:spPr>
            <p:txBody>
              <a:bodyPr/>
              <a:lstStyle/>
              <a:p>
                <a:r>
                  <a:rPr lang="en-US">
                    <a:noFill/>
                  </a:rPr>
                  <a:t> </a:t>
                </a:r>
              </a:p>
            </p:txBody>
          </p:sp>
        </mc:Fallback>
      </mc:AlternateContent>
      <p:pic>
        <p:nvPicPr>
          <p:cNvPr id="2050" name="Picture 2 2">
            <a:extLst>
              <a:ext uri="{FF2B5EF4-FFF2-40B4-BE49-F238E27FC236}">
                <a16:creationId xmlns:a16="http://schemas.microsoft.com/office/drawing/2014/main" id="{B1FB022E-2FD7-4F51-BCBB-1B508DCBCB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5432" y="4120055"/>
            <a:ext cx="1455683" cy="1455683"/>
          </a:xfrm>
          <a:prstGeom prst="rect">
            <a:avLst/>
          </a:prstGeom>
          <a:noFill/>
          <a:extLst>
            <a:ext uri="{909E8E84-426E-40DD-AFC4-6F175D3DCCD1}">
              <a14:hiddenFill xmlns:a14="http://schemas.microsoft.com/office/drawing/2010/main">
                <a:solidFill>
                  <a:srgbClr val="FFFFFF"/>
                </a:solidFill>
              </a14:hiddenFill>
            </a:ext>
          </a:extLst>
        </p:spPr>
      </p:pic>
      <p:sp>
        <p:nvSpPr>
          <p:cNvPr id="23" name="Flecha: hacia abajo 22">
            <a:extLst>
              <a:ext uri="{FF2B5EF4-FFF2-40B4-BE49-F238E27FC236}">
                <a16:creationId xmlns:a16="http://schemas.microsoft.com/office/drawing/2014/main" id="{46342333-571C-42DE-9EBD-8F40A02662FD}"/>
              </a:ext>
            </a:extLst>
          </p:cNvPr>
          <p:cNvSpPr/>
          <p:nvPr/>
        </p:nvSpPr>
        <p:spPr>
          <a:xfrm>
            <a:off x="2939048" y="3724840"/>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8" name="Flecha: hacia abajo 27">
            <a:extLst>
              <a:ext uri="{FF2B5EF4-FFF2-40B4-BE49-F238E27FC236}">
                <a16:creationId xmlns:a16="http://schemas.microsoft.com/office/drawing/2014/main" id="{5B471507-88DB-4726-92D4-6003CB0BE8CB}"/>
              </a:ext>
            </a:extLst>
          </p:cNvPr>
          <p:cNvSpPr/>
          <p:nvPr/>
        </p:nvSpPr>
        <p:spPr>
          <a:xfrm rot="6096920">
            <a:off x="1727263" y="4379884"/>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9" name="Flecha: hacia abajo 28">
            <a:extLst>
              <a:ext uri="{FF2B5EF4-FFF2-40B4-BE49-F238E27FC236}">
                <a16:creationId xmlns:a16="http://schemas.microsoft.com/office/drawing/2014/main" id="{D949EF5E-2B12-4C85-B913-5472FA24DA22}"/>
              </a:ext>
            </a:extLst>
          </p:cNvPr>
          <p:cNvSpPr/>
          <p:nvPr/>
        </p:nvSpPr>
        <p:spPr>
          <a:xfrm rot="13753146">
            <a:off x="1116378" y="3423641"/>
            <a:ext cx="228450" cy="39521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0" name="CuadroTexto 29">
            <a:extLst>
              <a:ext uri="{FF2B5EF4-FFF2-40B4-BE49-F238E27FC236}">
                <a16:creationId xmlns:a16="http://schemas.microsoft.com/office/drawing/2014/main" id="{BA2A572D-C46D-47C5-99DB-5D96686C3A46}"/>
              </a:ext>
            </a:extLst>
          </p:cNvPr>
          <p:cNvSpPr txBox="1"/>
          <p:nvPr/>
        </p:nvSpPr>
        <p:spPr>
          <a:xfrm>
            <a:off x="3791625" y="1345018"/>
            <a:ext cx="1174873" cy="646331"/>
          </a:xfrm>
          <a:prstGeom prst="rect">
            <a:avLst/>
          </a:prstGeom>
          <a:noFill/>
        </p:spPr>
        <p:txBody>
          <a:bodyPr wrap="none" rtlCol="0">
            <a:spAutoFit/>
          </a:bodyPr>
          <a:lstStyle/>
          <a:p>
            <a:r>
              <a:rPr lang="es-419"/>
              <a:t>Referencia</a:t>
            </a:r>
          </a:p>
          <a:p>
            <a:r>
              <a:rPr lang="es-419"/>
              <a:t>Posición</a:t>
            </a:r>
          </a:p>
        </p:txBody>
      </p:sp>
      <p:sp>
        <p:nvSpPr>
          <p:cNvPr id="25" name="CuadroTexto 24">
            <a:extLst>
              <a:ext uri="{FF2B5EF4-FFF2-40B4-BE49-F238E27FC236}">
                <a16:creationId xmlns:a16="http://schemas.microsoft.com/office/drawing/2014/main" id="{75F857B9-2605-48B7-A55F-044FFFC01403}"/>
              </a:ext>
            </a:extLst>
          </p:cNvPr>
          <p:cNvSpPr txBox="1"/>
          <p:nvPr/>
        </p:nvSpPr>
        <p:spPr>
          <a:xfrm>
            <a:off x="4714494" y="3621248"/>
            <a:ext cx="6867906" cy="461665"/>
          </a:xfrm>
          <a:prstGeom prst="rect">
            <a:avLst/>
          </a:prstGeom>
          <a:solidFill>
            <a:schemeClr val="accent4">
              <a:lumMod val="20000"/>
              <a:lumOff val="80000"/>
            </a:schemeClr>
          </a:solidFill>
        </p:spPr>
        <p:txBody>
          <a:bodyPr wrap="none" rtlCol="0">
            <a:spAutoFit/>
          </a:bodyPr>
          <a:lstStyle/>
          <a:p>
            <a:r>
              <a:rPr lang="es-419" sz="2400"/>
              <a:t>¿Cuánto puedo variar </a:t>
            </a:r>
            <a:r>
              <a:rPr lang="es-419" sz="2400" i="1"/>
              <a:t>k</a:t>
            </a:r>
            <a:r>
              <a:rPr lang="es-419" sz="2400"/>
              <a:t> para mantener la estabilidad?</a:t>
            </a:r>
          </a:p>
        </p:txBody>
      </p:sp>
      <mc:AlternateContent xmlns:mc="http://schemas.openxmlformats.org/markup-compatibility/2006">
        <mc:Choice xmlns:a14="http://schemas.microsoft.com/office/drawing/2010/main" Requires="a14">
          <p:sp>
            <p:nvSpPr>
              <p:cNvPr id="27" name="Rectángulo 26">
                <a:extLst>
                  <a:ext uri="{FF2B5EF4-FFF2-40B4-BE49-F238E27FC236}">
                    <a16:creationId xmlns:a16="http://schemas.microsoft.com/office/drawing/2014/main" id="{D3423E84-6596-4DDD-9657-BE51CB41B558}"/>
                  </a:ext>
                </a:extLst>
              </p:cNvPr>
              <p:cNvSpPr/>
              <p:nvPr/>
            </p:nvSpPr>
            <p:spPr>
              <a:xfrm>
                <a:off x="5797357" y="1682329"/>
                <a:ext cx="485004" cy="651641"/>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2800" b="0" i="0" smtClean="0">
                          <a:solidFill>
                            <a:schemeClr val="tx1"/>
                          </a:solidFill>
                          <a:latin typeface="Cambria Math" panose="02040503050406030204" pitchFamily="18" charset="0"/>
                        </a:rPr>
                        <m:t>k</m:t>
                      </m:r>
                    </m:oMath>
                  </m:oMathPara>
                </a14:m>
                <a:endParaRPr lang="es-419" sz="2800">
                  <a:solidFill>
                    <a:schemeClr val="tx1"/>
                  </a:solidFill>
                </a:endParaRPr>
              </a:p>
            </p:txBody>
          </p:sp>
        </mc:Choice>
        <mc:Fallback>
          <p:sp>
            <p:nvSpPr>
              <p:cNvPr id="27" name="Rectángulo 26">
                <a:extLst>
                  <a:ext uri="{FF2B5EF4-FFF2-40B4-BE49-F238E27FC236}">
                    <a16:creationId xmlns:a16="http://schemas.microsoft.com/office/drawing/2014/main" id="{D3423E84-6596-4DDD-9657-BE51CB41B558}"/>
                  </a:ext>
                </a:extLst>
              </p:cNvPr>
              <p:cNvSpPr>
                <a:spLocks noRot="1" noChangeAspect="1" noMove="1" noResize="1" noEditPoints="1" noAdjustHandles="1" noChangeArrowheads="1" noChangeShapeType="1" noTextEdit="1"/>
              </p:cNvSpPr>
              <p:nvPr/>
            </p:nvSpPr>
            <p:spPr>
              <a:xfrm>
                <a:off x="5797357" y="1682329"/>
                <a:ext cx="485004" cy="651641"/>
              </a:xfrm>
              <a:prstGeom prst="rect">
                <a:avLst/>
              </a:prstGeom>
              <a:blipFill>
                <a:blip r:embed="rId12"/>
                <a:stretch>
                  <a:fillRect/>
                </a:stretch>
              </a:blipFill>
              <a:ln w="38100">
                <a:solidFill>
                  <a:schemeClr val="tx1"/>
                </a:solidFill>
              </a:ln>
            </p:spPr>
            <p:txBody>
              <a:bodyPr/>
              <a:lstStyle/>
              <a:p>
                <a:r>
                  <a:rPr lang="en-US">
                    <a:noFill/>
                  </a:rPr>
                  <a:t> </a:t>
                </a:r>
              </a:p>
            </p:txBody>
          </p:sp>
        </mc:Fallback>
      </mc:AlternateContent>
      <p:cxnSp>
        <p:nvCxnSpPr>
          <p:cNvPr id="31" name="Conector recto de flecha 30">
            <a:extLst>
              <a:ext uri="{FF2B5EF4-FFF2-40B4-BE49-F238E27FC236}">
                <a16:creationId xmlns:a16="http://schemas.microsoft.com/office/drawing/2014/main" id="{50320B30-92AA-485E-AE77-21D084FF9821}"/>
              </a:ext>
            </a:extLst>
          </p:cNvPr>
          <p:cNvCxnSpPr>
            <a:cxnSpLocks/>
            <a:stCxn id="16" idx="6"/>
            <a:endCxn id="27" idx="1"/>
          </p:cNvCxnSpPr>
          <p:nvPr/>
        </p:nvCxnSpPr>
        <p:spPr>
          <a:xfrm flipV="1">
            <a:off x="5357712" y="2008150"/>
            <a:ext cx="439645" cy="42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CuadroTexto 31">
                <a:extLst>
                  <a:ext uri="{FF2B5EF4-FFF2-40B4-BE49-F238E27FC236}">
                    <a16:creationId xmlns:a16="http://schemas.microsoft.com/office/drawing/2014/main" id="{EEC22E03-1614-4F05-84A0-A7107B2E2367}"/>
                  </a:ext>
                </a:extLst>
              </p:cNvPr>
              <p:cNvSpPr txBox="1"/>
              <p:nvPr/>
            </p:nvSpPr>
            <p:spPr>
              <a:xfrm>
                <a:off x="5755073" y="2489140"/>
                <a:ext cx="6818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oMath>
                  </m:oMathPara>
                </a14:m>
                <a:endParaRPr lang="es-419" sz="2400"/>
              </a:p>
            </p:txBody>
          </p:sp>
        </mc:Choice>
        <mc:Fallback>
          <p:sp>
            <p:nvSpPr>
              <p:cNvPr id="32" name="CuadroTexto 31">
                <a:extLst>
                  <a:ext uri="{FF2B5EF4-FFF2-40B4-BE49-F238E27FC236}">
                    <a16:creationId xmlns:a16="http://schemas.microsoft.com/office/drawing/2014/main" id="{EEC22E03-1614-4F05-84A0-A7107B2E2367}"/>
                  </a:ext>
                </a:extLst>
              </p:cNvPr>
              <p:cNvSpPr txBox="1">
                <a:spLocks noRot="1" noChangeAspect="1" noMove="1" noResize="1" noEditPoints="1" noAdjustHandles="1" noChangeArrowheads="1" noChangeShapeType="1" noTextEdit="1"/>
              </p:cNvSpPr>
              <p:nvPr/>
            </p:nvSpPr>
            <p:spPr>
              <a:xfrm>
                <a:off x="5755073" y="2489140"/>
                <a:ext cx="681853" cy="369332"/>
              </a:xfrm>
              <a:prstGeom prst="rect">
                <a:avLst/>
              </a:prstGeom>
              <a:blipFill>
                <a:blip r:embed="rId13"/>
                <a:stretch>
                  <a:fillRect l="-8929" r="-15179" b="-34426"/>
                </a:stretch>
              </a:blipFill>
            </p:spPr>
            <p:txBody>
              <a:bodyPr/>
              <a:lstStyle/>
              <a:p>
                <a:r>
                  <a:rPr lang="en-US">
                    <a:noFill/>
                  </a:rPr>
                  <a:t> </a:t>
                </a:r>
              </a:p>
            </p:txBody>
          </p:sp>
        </mc:Fallback>
      </mc:AlternateContent>
      <p:pic>
        <p:nvPicPr>
          <p:cNvPr id="13" name="Imagen 12">
            <a:extLst>
              <a:ext uri="{FF2B5EF4-FFF2-40B4-BE49-F238E27FC236}">
                <a16:creationId xmlns:a16="http://schemas.microsoft.com/office/drawing/2014/main" id="{D2086C3D-DE83-4935-B57C-868C91F7269B}"/>
              </a:ext>
            </a:extLst>
          </p:cNvPr>
          <p:cNvPicPr>
            <a:picLocks noChangeAspect="1"/>
          </p:cNvPicPr>
          <p:nvPr>
            <p:custDataLst>
              <p:tags r:id="rId2"/>
            </p:custDataLst>
          </p:nvPr>
        </p:nvPicPr>
        <p:blipFill>
          <a:blip r:embed="rId14">
            <a:extLst>
              <a:ext uri="{28A0092B-C50C-407E-A947-70E740481C1C}">
                <a14:useLocalDpi xmlns:a14="http://schemas.microsoft.com/office/drawing/2010/main" val="0"/>
              </a:ext>
            </a:extLst>
          </a:blip>
          <a:stretch>
            <a:fillRect/>
          </a:stretch>
        </p:blipFill>
        <p:spPr>
          <a:xfrm>
            <a:off x="6769453" y="4360058"/>
            <a:ext cx="2325333" cy="598857"/>
          </a:xfrm>
          <a:prstGeom prst="rect">
            <a:avLst/>
          </a:prstGeom>
        </p:spPr>
      </p:pic>
      <p:pic>
        <p:nvPicPr>
          <p:cNvPr id="15" name="Imagen 14">
            <a:extLst>
              <a:ext uri="{FF2B5EF4-FFF2-40B4-BE49-F238E27FC236}">
                <a16:creationId xmlns:a16="http://schemas.microsoft.com/office/drawing/2014/main" id="{3DFD0776-7D19-4B92-AFFA-C5511086B43A}"/>
              </a:ext>
            </a:extLst>
          </p:cNvPr>
          <p:cNvPicPr>
            <a:picLocks noChangeAspect="1"/>
          </p:cNvPicPr>
          <p:nvPr>
            <p:custDataLst>
              <p:tags r:id="rId3"/>
            </p:custDataLst>
          </p:nvPr>
        </p:nvPicPr>
        <p:blipFill>
          <a:blip r:embed="rId15">
            <a:extLst>
              <a:ext uri="{28A0092B-C50C-407E-A947-70E740481C1C}">
                <a14:useLocalDpi xmlns:a14="http://schemas.microsoft.com/office/drawing/2010/main" val="0"/>
              </a:ext>
            </a:extLst>
          </a:blip>
          <a:stretch>
            <a:fillRect/>
          </a:stretch>
        </p:blipFill>
        <p:spPr>
          <a:xfrm>
            <a:off x="7286475" y="5389288"/>
            <a:ext cx="1897143" cy="254476"/>
          </a:xfrm>
          <a:prstGeom prst="rect">
            <a:avLst/>
          </a:prstGeom>
        </p:spPr>
      </p:pic>
      <p:pic>
        <p:nvPicPr>
          <p:cNvPr id="33" name="Imagen 32">
            <a:extLst>
              <a:ext uri="{FF2B5EF4-FFF2-40B4-BE49-F238E27FC236}">
                <a16:creationId xmlns:a16="http://schemas.microsoft.com/office/drawing/2014/main" id="{96011BC8-939A-43C7-9F25-01806B897B24}"/>
              </a:ext>
            </a:extLst>
          </p:cNvPr>
          <p:cNvPicPr>
            <a:picLocks noChangeAspect="1"/>
          </p:cNvPicPr>
          <p:nvPr>
            <p:custDataLst>
              <p:tags r:id="rId4"/>
            </p:custDataLst>
          </p:nvPr>
        </p:nvPicPr>
        <p:blipFill>
          <a:blip r:embed="rId16">
            <a:extLst>
              <a:ext uri="{28A0092B-C50C-407E-A947-70E740481C1C}">
                <a14:useLocalDpi xmlns:a14="http://schemas.microsoft.com/office/drawing/2010/main" val="0"/>
              </a:ext>
            </a:extLst>
          </a:blip>
          <a:stretch>
            <a:fillRect/>
          </a:stretch>
        </p:blipFill>
        <p:spPr>
          <a:xfrm>
            <a:off x="6095999" y="5998623"/>
            <a:ext cx="4540952" cy="533333"/>
          </a:xfrm>
          <a:prstGeom prst="rect">
            <a:avLst/>
          </a:prstGeom>
        </p:spPr>
      </p:pic>
    </p:spTree>
    <p:extLst>
      <p:ext uri="{BB962C8B-B14F-4D97-AF65-F5344CB8AC3E}">
        <p14:creationId xmlns:p14="http://schemas.microsoft.com/office/powerpoint/2010/main" val="10320269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33" name="Imagen 32">
            <a:extLst>
              <a:ext uri="{FF2B5EF4-FFF2-40B4-BE49-F238E27FC236}">
                <a16:creationId xmlns:a16="http://schemas.microsoft.com/office/drawing/2014/main" id="{96011BC8-939A-43C7-9F25-01806B897B24}"/>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838200" y="1510706"/>
            <a:ext cx="4540952" cy="533333"/>
          </a:xfrm>
          <a:prstGeom prst="rect">
            <a:avLst/>
          </a:prstGeom>
        </p:spPr>
      </p:pic>
      <p:pic>
        <p:nvPicPr>
          <p:cNvPr id="5" name="Imagen 4">
            <a:extLst>
              <a:ext uri="{FF2B5EF4-FFF2-40B4-BE49-F238E27FC236}">
                <a16:creationId xmlns:a16="http://schemas.microsoft.com/office/drawing/2014/main" id="{3DFB8B8D-62FE-4ED5-9CD7-96F371D69520}"/>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838200" y="2918372"/>
            <a:ext cx="5310476" cy="274286"/>
          </a:xfrm>
          <a:prstGeom prst="rect">
            <a:avLst/>
          </a:prstGeom>
        </p:spPr>
      </p:pic>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828295" y="4053485"/>
            <a:ext cx="5330285" cy="274286"/>
          </a:xfrm>
          <a:prstGeom prst="rect">
            <a:avLst/>
          </a:prstGeom>
        </p:spPr>
      </p:pic>
    </p:spTree>
    <p:extLst>
      <p:ext uri="{BB962C8B-B14F-4D97-AF65-F5344CB8AC3E}">
        <p14:creationId xmlns:p14="http://schemas.microsoft.com/office/powerpoint/2010/main" val="4041602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4" name="Imagen 3">
            <a:extLst>
              <a:ext uri="{FF2B5EF4-FFF2-40B4-BE49-F238E27FC236}">
                <a16:creationId xmlns:a16="http://schemas.microsoft.com/office/drawing/2014/main" id="{AA8A9307-6A54-4DCD-AD6A-4DBD64B6BED1}"/>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838200" y="2497958"/>
            <a:ext cx="3143619" cy="1462857"/>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ángulo: esquinas redondeadas 14">
            <a:extLst>
              <a:ext uri="{FF2B5EF4-FFF2-40B4-BE49-F238E27FC236}">
                <a16:creationId xmlns:a16="http://schemas.microsoft.com/office/drawing/2014/main" id="{89B147DA-CCFB-4993-93E1-533D46612AC7}"/>
              </a:ext>
            </a:extLst>
          </p:cNvPr>
          <p:cNvSpPr/>
          <p:nvPr/>
        </p:nvSpPr>
        <p:spPr>
          <a:xfrm>
            <a:off x="587776" y="1314305"/>
            <a:ext cx="177939"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6" name="Rectángulo: esquinas redondeadas 15">
            <a:extLst>
              <a:ext uri="{FF2B5EF4-FFF2-40B4-BE49-F238E27FC236}">
                <a16:creationId xmlns:a16="http://schemas.microsoft.com/office/drawing/2014/main" id="{1645BE21-B1A4-49CA-B82B-BA22A970BF31}"/>
              </a:ext>
            </a:extLst>
          </p:cNvPr>
          <p:cNvSpPr/>
          <p:nvPr/>
        </p:nvSpPr>
        <p:spPr>
          <a:xfrm>
            <a:off x="1213509" y="1314305"/>
            <a:ext cx="39308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7" name="Rectángulo: esquinas redondeadas 16">
            <a:extLst>
              <a:ext uri="{FF2B5EF4-FFF2-40B4-BE49-F238E27FC236}">
                <a16:creationId xmlns:a16="http://schemas.microsoft.com/office/drawing/2014/main" id="{D3B164B7-EF18-4378-B6AB-AFD99DEF928F}"/>
              </a:ext>
            </a:extLst>
          </p:cNvPr>
          <p:cNvSpPr/>
          <p:nvPr/>
        </p:nvSpPr>
        <p:spPr>
          <a:xfrm>
            <a:off x="2213465" y="1297620"/>
            <a:ext cx="393088"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8" name="Rectángulo: esquinas redondeadas 17">
            <a:extLst>
              <a:ext uri="{FF2B5EF4-FFF2-40B4-BE49-F238E27FC236}">
                <a16:creationId xmlns:a16="http://schemas.microsoft.com/office/drawing/2014/main" id="{E3559D94-3B96-4FFF-BDE0-68E777775110}"/>
              </a:ext>
            </a:extLst>
          </p:cNvPr>
          <p:cNvSpPr/>
          <p:nvPr/>
        </p:nvSpPr>
        <p:spPr>
          <a:xfrm>
            <a:off x="3154776" y="1329233"/>
            <a:ext cx="986300"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9" name="Rectángulo: esquinas redondeadas 18">
            <a:extLst>
              <a:ext uri="{FF2B5EF4-FFF2-40B4-BE49-F238E27FC236}">
                <a16:creationId xmlns:a16="http://schemas.microsoft.com/office/drawing/2014/main" id="{E52620CC-9F30-40AD-94D8-128D5953F55B}"/>
              </a:ext>
            </a:extLst>
          </p:cNvPr>
          <p:cNvSpPr/>
          <p:nvPr/>
        </p:nvSpPr>
        <p:spPr>
          <a:xfrm>
            <a:off x="4502463" y="1329233"/>
            <a:ext cx="1186791" cy="518493"/>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sp>
        <p:nvSpPr>
          <p:cNvPr id="20" name="Forma libre: forma 19">
            <a:extLst>
              <a:ext uri="{FF2B5EF4-FFF2-40B4-BE49-F238E27FC236}">
                <a16:creationId xmlns:a16="http://schemas.microsoft.com/office/drawing/2014/main" id="{3A735825-82AA-42D0-8236-014077334C27}"/>
              </a:ext>
            </a:extLst>
          </p:cNvPr>
          <p:cNvSpPr/>
          <p:nvPr/>
        </p:nvSpPr>
        <p:spPr>
          <a:xfrm>
            <a:off x="1449442" y="2585545"/>
            <a:ext cx="2006929" cy="378379"/>
          </a:xfrm>
          <a:custGeom>
            <a:avLst/>
            <a:gdLst>
              <a:gd name="connsiteX0" fmla="*/ 43027 w 2006929"/>
              <a:gd name="connsiteY0" fmla="*/ 0 h 378379"/>
              <a:gd name="connsiteX1" fmla="*/ 85068 w 2006929"/>
              <a:gd name="connsiteY1" fmla="*/ 346841 h 378379"/>
              <a:gd name="connsiteX2" fmla="*/ 810282 w 2006929"/>
              <a:gd name="connsiteY2" fmla="*/ 42041 h 378379"/>
              <a:gd name="connsiteX3" fmla="*/ 925896 w 2006929"/>
              <a:gd name="connsiteY3" fmla="*/ 378372 h 378379"/>
              <a:gd name="connsiteX4" fmla="*/ 1850806 w 2006929"/>
              <a:gd name="connsiteY4" fmla="*/ 52552 h 378379"/>
              <a:gd name="connsiteX5" fmla="*/ 1997951 w 2006929"/>
              <a:gd name="connsiteY5" fmla="*/ 357352 h 378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6929" h="378379">
                <a:moveTo>
                  <a:pt x="43027" y="0"/>
                </a:moveTo>
                <a:cubicBezTo>
                  <a:pt x="109" y="169917"/>
                  <a:pt x="-42808" y="339834"/>
                  <a:pt x="85068" y="346841"/>
                </a:cubicBezTo>
                <a:cubicBezTo>
                  <a:pt x="212944" y="353848"/>
                  <a:pt x="670144" y="36786"/>
                  <a:pt x="810282" y="42041"/>
                </a:cubicBezTo>
                <a:cubicBezTo>
                  <a:pt x="950420" y="47296"/>
                  <a:pt x="752475" y="376620"/>
                  <a:pt x="925896" y="378372"/>
                </a:cubicBezTo>
                <a:cubicBezTo>
                  <a:pt x="1099317" y="380124"/>
                  <a:pt x="1672130" y="56055"/>
                  <a:pt x="1850806" y="52552"/>
                </a:cubicBezTo>
                <a:cubicBezTo>
                  <a:pt x="2029482" y="49049"/>
                  <a:pt x="2013716" y="203200"/>
                  <a:pt x="1997951" y="357352"/>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2" name="Rectángulo: esquinas redondeadas 21">
            <a:extLst>
              <a:ext uri="{FF2B5EF4-FFF2-40B4-BE49-F238E27FC236}">
                <a16:creationId xmlns:a16="http://schemas.microsoft.com/office/drawing/2014/main" id="{1F929541-9E94-4CFA-B398-6390AED7CF9E}"/>
              </a:ext>
            </a:extLst>
          </p:cNvPr>
          <p:cNvSpPr/>
          <p:nvPr/>
        </p:nvSpPr>
        <p:spPr>
          <a:xfrm>
            <a:off x="1246652" y="3110591"/>
            <a:ext cx="1359895" cy="1094919"/>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063282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4" name="Imagen 3">
            <a:extLst>
              <a:ext uri="{FF2B5EF4-FFF2-40B4-BE49-F238E27FC236}">
                <a16:creationId xmlns:a16="http://schemas.microsoft.com/office/drawing/2014/main" id="{AA8A9307-6A54-4DCD-AD6A-4DBD64B6BED1}"/>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tretch>
            <a:fillRect/>
          </a:stretch>
        </p:blipFill>
        <p:spPr>
          <a:xfrm>
            <a:off x="838200" y="2497958"/>
            <a:ext cx="3143619" cy="1462857"/>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5" name="Imagen 4">
            <a:extLst>
              <a:ext uri="{FF2B5EF4-FFF2-40B4-BE49-F238E27FC236}">
                <a16:creationId xmlns:a16="http://schemas.microsoft.com/office/drawing/2014/main" id="{8D2B38DF-37DE-4D10-8885-19E2932013CC}"/>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5314731" y="2402728"/>
            <a:ext cx="3347809" cy="540952"/>
          </a:xfrm>
          <a:prstGeom prst="rect">
            <a:avLst/>
          </a:prstGeom>
        </p:spPr>
      </p:pic>
      <p:cxnSp>
        <p:nvCxnSpPr>
          <p:cNvPr id="22" name="Conector recto de flecha 21">
            <a:extLst>
              <a:ext uri="{FF2B5EF4-FFF2-40B4-BE49-F238E27FC236}">
                <a16:creationId xmlns:a16="http://schemas.microsoft.com/office/drawing/2014/main" id="{E1C84C50-C27D-455D-A4C0-F962E4C7F6DB}"/>
              </a:ext>
            </a:extLst>
          </p:cNvPr>
          <p:cNvCxnSpPr>
            <a:cxnSpLocks/>
          </p:cNvCxnSpPr>
          <p:nvPr/>
        </p:nvCxnSpPr>
        <p:spPr>
          <a:xfrm flipV="1">
            <a:off x="1614966" y="2642706"/>
            <a:ext cx="253251" cy="2563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C5F0700-3F61-4EF4-989E-4BF665ED6C4E}"/>
              </a:ext>
            </a:extLst>
          </p:cNvPr>
          <p:cNvCxnSpPr>
            <a:cxnSpLocks/>
          </p:cNvCxnSpPr>
          <p:nvPr/>
        </p:nvCxnSpPr>
        <p:spPr>
          <a:xfrm>
            <a:off x="1541996" y="2613205"/>
            <a:ext cx="269095" cy="3013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1338015-E7A4-427D-9691-0BEAEF306D3E}"/>
              </a:ext>
            </a:extLst>
          </p:cNvPr>
          <p:cNvSpPr/>
          <p:nvPr/>
        </p:nvSpPr>
        <p:spPr>
          <a:xfrm>
            <a:off x="1324405" y="2774589"/>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5314731" y="3166143"/>
            <a:ext cx="1604571" cy="525714"/>
          </a:xfrm>
          <a:prstGeom prst="rect">
            <a:avLst/>
          </a:prstGeom>
        </p:spPr>
      </p:pic>
    </p:spTree>
    <p:extLst>
      <p:ext uri="{BB962C8B-B14F-4D97-AF65-F5344CB8AC3E}">
        <p14:creationId xmlns:p14="http://schemas.microsoft.com/office/powerpoint/2010/main" val="624077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4" name="Imagen 3">
            <a:extLst>
              <a:ext uri="{FF2B5EF4-FFF2-40B4-BE49-F238E27FC236}">
                <a16:creationId xmlns:a16="http://schemas.microsoft.com/office/drawing/2014/main" id="{AA8A9307-6A54-4DCD-AD6A-4DBD64B6BED1}"/>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0" y="2497958"/>
            <a:ext cx="3143619" cy="1462857"/>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cxnSp>
        <p:nvCxnSpPr>
          <p:cNvPr id="22" name="Conector recto de flecha 21">
            <a:extLst>
              <a:ext uri="{FF2B5EF4-FFF2-40B4-BE49-F238E27FC236}">
                <a16:creationId xmlns:a16="http://schemas.microsoft.com/office/drawing/2014/main" id="{E1C84C50-C27D-455D-A4C0-F962E4C7F6DB}"/>
              </a:ext>
            </a:extLst>
          </p:cNvPr>
          <p:cNvCxnSpPr>
            <a:cxnSpLocks/>
          </p:cNvCxnSpPr>
          <p:nvPr/>
        </p:nvCxnSpPr>
        <p:spPr>
          <a:xfrm flipV="1">
            <a:off x="1614966" y="2642707"/>
            <a:ext cx="1243848" cy="25632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C5F0700-3F61-4EF4-989E-4BF665ED6C4E}"/>
              </a:ext>
            </a:extLst>
          </p:cNvPr>
          <p:cNvCxnSpPr>
            <a:cxnSpLocks/>
          </p:cNvCxnSpPr>
          <p:nvPr/>
        </p:nvCxnSpPr>
        <p:spPr>
          <a:xfrm>
            <a:off x="1541996" y="2613205"/>
            <a:ext cx="1607379" cy="30827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1338015-E7A4-427D-9691-0BEAEF306D3E}"/>
              </a:ext>
            </a:extLst>
          </p:cNvPr>
          <p:cNvSpPr/>
          <p:nvPr/>
        </p:nvSpPr>
        <p:spPr>
          <a:xfrm>
            <a:off x="1324405" y="2774589"/>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5787697" y="2087491"/>
            <a:ext cx="1604571" cy="525714"/>
          </a:xfrm>
          <a:prstGeom prst="rect">
            <a:avLst/>
          </a:prstGeom>
        </p:spPr>
      </p:pic>
      <p:pic>
        <p:nvPicPr>
          <p:cNvPr id="14" name="Imagen 13">
            <a:extLst>
              <a:ext uri="{FF2B5EF4-FFF2-40B4-BE49-F238E27FC236}">
                <a16:creationId xmlns:a16="http://schemas.microsoft.com/office/drawing/2014/main" id="{1252C391-2EB5-49BF-9886-00B217E9B31F}"/>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5787697" y="3011936"/>
            <a:ext cx="3347809" cy="540952"/>
          </a:xfrm>
          <a:prstGeom prst="rect">
            <a:avLst/>
          </a:prstGeom>
        </p:spPr>
      </p:pic>
      <p:pic>
        <p:nvPicPr>
          <p:cNvPr id="16" name="Imagen 15">
            <a:extLst>
              <a:ext uri="{FF2B5EF4-FFF2-40B4-BE49-F238E27FC236}">
                <a16:creationId xmlns:a16="http://schemas.microsoft.com/office/drawing/2014/main" id="{94DF2ACE-7A9B-4944-8E6A-417672DACD25}"/>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5773982" y="3907621"/>
            <a:ext cx="1618286" cy="254476"/>
          </a:xfrm>
          <a:prstGeom prst="rect">
            <a:avLst/>
          </a:prstGeom>
        </p:spPr>
      </p:pic>
    </p:spTree>
    <p:extLst>
      <p:ext uri="{BB962C8B-B14F-4D97-AF65-F5344CB8AC3E}">
        <p14:creationId xmlns:p14="http://schemas.microsoft.com/office/powerpoint/2010/main" val="11692735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4" name="Imagen 3">
            <a:extLst>
              <a:ext uri="{FF2B5EF4-FFF2-40B4-BE49-F238E27FC236}">
                <a16:creationId xmlns:a16="http://schemas.microsoft.com/office/drawing/2014/main" id="{AA8A9307-6A54-4DCD-AD6A-4DBD64B6BED1}"/>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0" y="2497958"/>
            <a:ext cx="3143619" cy="1462857"/>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cxnSp>
        <p:nvCxnSpPr>
          <p:cNvPr id="22" name="Conector recto de flecha 21">
            <a:extLst>
              <a:ext uri="{FF2B5EF4-FFF2-40B4-BE49-F238E27FC236}">
                <a16:creationId xmlns:a16="http://schemas.microsoft.com/office/drawing/2014/main" id="{E1C84C50-C27D-455D-A4C0-F962E4C7F6DB}"/>
              </a:ext>
            </a:extLst>
          </p:cNvPr>
          <p:cNvCxnSpPr>
            <a:cxnSpLocks/>
          </p:cNvCxnSpPr>
          <p:nvPr/>
        </p:nvCxnSpPr>
        <p:spPr>
          <a:xfrm flipV="1">
            <a:off x="1614966" y="2969744"/>
            <a:ext cx="219991" cy="27612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C5F0700-3F61-4EF4-989E-4BF665ED6C4E}"/>
              </a:ext>
            </a:extLst>
          </p:cNvPr>
          <p:cNvCxnSpPr>
            <a:cxnSpLocks/>
          </p:cNvCxnSpPr>
          <p:nvPr/>
        </p:nvCxnSpPr>
        <p:spPr>
          <a:xfrm>
            <a:off x="1541996" y="2960042"/>
            <a:ext cx="402418" cy="3155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1338015-E7A4-427D-9691-0BEAEF306D3E}"/>
              </a:ext>
            </a:extLst>
          </p:cNvPr>
          <p:cNvSpPr/>
          <p:nvPr/>
        </p:nvSpPr>
        <p:spPr>
          <a:xfrm>
            <a:off x="1324405" y="3121426"/>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5787697" y="2087491"/>
            <a:ext cx="1604571" cy="525714"/>
          </a:xfrm>
          <a:prstGeom prst="rect">
            <a:avLst/>
          </a:prstGeom>
        </p:spPr>
      </p:pic>
      <p:pic>
        <p:nvPicPr>
          <p:cNvPr id="16" name="Imagen 15">
            <a:extLst>
              <a:ext uri="{FF2B5EF4-FFF2-40B4-BE49-F238E27FC236}">
                <a16:creationId xmlns:a16="http://schemas.microsoft.com/office/drawing/2014/main" id="{94DF2ACE-7A9B-4944-8E6A-417672DACD25}"/>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5773982" y="2816631"/>
            <a:ext cx="1618286" cy="254476"/>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5773982" y="3387863"/>
            <a:ext cx="3218286" cy="572952"/>
          </a:xfrm>
          <a:prstGeom prst="rect">
            <a:avLst/>
          </a:prstGeom>
        </p:spPr>
      </p:pic>
    </p:spTree>
    <p:extLst>
      <p:ext uri="{BB962C8B-B14F-4D97-AF65-F5344CB8AC3E}">
        <p14:creationId xmlns:p14="http://schemas.microsoft.com/office/powerpoint/2010/main" val="4947342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391299"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4" name="Imagen 3">
            <a:extLst>
              <a:ext uri="{FF2B5EF4-FFF2-40B4-BE49-F238E27FC236}">
                <a16:creationId xmlns:a16="http://schemas.microsoft.com/office/drawing/2014/main" id="{AA8A9307-6A54-4DCD-AD6A-4DBD64B6BED1}"/>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tretch>
            <a:fillRect/>
          </a:stretch>
        </p:blipFill>
        <p:spPr>
          <a:xfrm>
            <a:off x="838200" y="2497958"/>
            <a:ext cx="3143619" cy="1462857"/>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10">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cxnSp>
        <p:nvCxnSpPr>
          <p:cNvPr id="22" name="Conector recto de flecha 21">
            <a:extLst>
              <a:ext uri="{FF2B5EF4-FFF2-40B4-BE49-F238E27FC236}">
                <a16:creationId xmlns:a16="http://schemas.microsoft.com/office/drawing/2014/main" id="{E1C84C50-C27D-455D-A4C0-F962E4C7F6DB}"/>
              </a:ext>
            </a:extLst>
          </p:cNvPr>
          <p:cNvCxnSpPr>
            <a:cxnSpLocks/>
          </p:cNvCxnSpPr>
          <p:nvPr/>
        </p:nvCxnSpPr>
        <p:spPr>
          <a:xfrm flipV="1">
            <a:off x="1614966" y="3264840"/>
            <a:ext cx="329448" cy="28582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C5F0700-3F61-4EF4-989E-4BF665ED6C4E}"/>
              </a:ext>
            </a:extLst>
          </p:cNvPr>
          <p:cNvCxnSpPr>
            <a:cxnSpLocks/>
          </p:cNvCxnSpPr>
          <p:nvPr/>
        </p:nvCxnSpPr>
        <p:spPr>
          <a:xfrm>
            <a:off x="1541996" y="3264840"/>
            <a:ext cx="402418" cy="31552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F1338015-E7A4-427D-9691-0BEAEF306D3E}"/>
              </a:ext>
            </a:extLst>
          </p:cNvPr>
          <p:cNvSpPr/>
          <p:nvPr/>
        </p:nvSpPr>
        <p:spPr>
          <a:xfrm>
            <a:off x="1324405" y="3426224"/>
            <a:ext cx="292961" cy="3082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5787697" y="2087491"/>
            <a:ext cx="1604571" cy="525714"/>
          </a:xfrm>
          <a:prstGeom prst="rect">
            <a:avLst/>
          </a:prstGeom>
        </p:spPr>
      </p:pic>
      <p:pic>
        <p:nvPicPr>
          <p:cNvPr id="16" name="Imagen 15">
            <a:extLst>
              <a:ext uri="{FF2B5EF4-FFF2-40B4-BE49-F238E27FC236}">
                <a16:creationId xmlns:a16="http://schemas.microsoft.com/office/drawing/2014/main" id="{94DF2ACE-7A9B-4944-8E6A-417672DACD25}"/>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5773982" y="2816631"/>
            <a:ext cx="1618286" cy="254476"/>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5773982" y="3387863"/>
            <a:ext cx="3218286" cy="572952"/>
          </a:xfrm>
          <a:prstGeom prst="rect">
            <a:avLst/>
          </a:prstGeom>
        </p:spPr>
      </p:pic>
      <p:pic>
        <p:nvPicPr>
          <p:cNvPr id="6" name="Imagen 5">
            <a:extLst>
              <a:ext uri="{FF2B5EF4-FFF2-40B4-BE49-F238E27FC236}">
                <a16:creationId xmlns:a16="http://schemas.microsoft.com/office/drawing/2014/main" id="{A047254E-E430-40DD-AEEB-E1181DA83D5A}"/>
              </a:ext>
            </a:extLst>
          </p:cNvPr>
          <p:cNvPicPr>
            <a:picLocks noChangeAspect="1"/>
          </p:cNvPicPr>
          <p:nvPr>
            <p:custDataLst>
              <p:tags r:id="rId6"/>
            </p:custDataLst>
          </p:nvPr>
        </p:nvPicPr>
        <p:blipFill>
          <a:blip r:embed="rId14">
            <a:extLst>
              <a:ext uri="{28A0092B-C50C-407E-A947-70E740481C1C}">
                <a14:useLocalDpi xmlns:a14="http://schemas.microsoft.com/office/drawing/2010/main" val="0"/>
              </a:ext>
            </a:extLst>
          </a:blip>
          <a:stretch>
            <a:fillRect/>
          </a:stretch>
        </p:blipFill>
        <p:spPr>
          <a:xfrm>
            <a:off x="5773982" y="4277571"/>
            <a:ext cx="2479238" cy="572952"/>
          </a:xfrm>
          <a:prstGeom prst="rect">
            <a:avLst/>
          </a:prstGeom>
        </p:spPr>
      </p:pic>
      <p:pic>
        <p:nvPicPr>
          <p:cNvPr id="13" name="Imagen 12">
            <a:extLst>
              <a:ext uri="{FF2B5EF4-FFF2-40B4-BE49-F238E27FC236}">
                <a16:creationId xmlns:a16="http://schemas.microsoft.com/office/drawing/2014/main" id="{F30BE9FC-3576-4537-94AD-A53A0C355E42}"/>
              </a:ext>
            </a:extLst>
          </p:cNvPr>
          <p:cNvPicPr>
            <a:picLocks noChangeAspect="1"/>
          </p:cNvPicPr>
          <p:nvPr>
            <p:custDataLst>
              <p:tags r:id="rId7"/>
            </p:custDataLst>
          </p:nvPr>
        </p:nvPicPr>
        <p:blipFill>
          <a:blip r:embed="rId15">
            <a:extLst>
              <a:ext uri="{28A0092B-C50C-407E-A947-70E740481C1C}">
                <a14:useLocalDpi xmlns:a14="http://schemas.microsoft.com/office/drawing/2010/main" val="0"/>
              </a:ext>
            </a:extLst>
          </a:blip>
          <a:stretch>
            <a:fillRect/>
          </a:stretch>
        </p:blipFill>
        <p:spPr>
          <a:xfrm>
            <a:off x="5787697" y="5060612"/>
            <a:ext cx="755809" cy="213333"/>
          </a:xfrm>
          <a:prstGeom prst="rect">
            <a:avLst/>
          </a:prstGeom>
        </p:spPr>
      </p:pic>
    </p:spTree>
    <p:extLst>
      <p:ext uri="{BB962C8B-B14F-4D97-AF65-F5344CB8AC3E}">
        <p14:creationId xmlns:p14="http://schemas.microsoft.com/office/powerpoint/2010/main" val="25261554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38402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5787697" y="2087491"/>
            <a:ext cx="1604571" cy="525714"/>
          </a:xfrm>
          <a:prstGeom prst="rect">
            <a:avLst/>
          </a:prstGeom>
        </p:spPr>
      </p:pic>
      <p:pic>
        <p:nvPicPr>
          <p:cNvPr id="16" name="Imagen 15">
            <a:extLst>
              <a:ext uri="{FF2B5EF4-FFF2-40B4-BE49-F238E27FC236}">
                <a16:creationId xmlns:a16="http://schemas.microsoft.com/office/drawing/2014/main" id="{94DF2ACE-7A9B-4944-8E6A-417672DACD25}"/>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5773982" y="2816631"/>
            <a:ext cx="1618286" cy="254476"/>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5773982" y="3387863"/>
            <a:ext cx="3218286" cy="572952"/>
          </a:xfrm>
          <a:prstGeom prst="rect">
            <a:avLst/>
          </a:prstGeom>
        </p:spPr>
      </p:pic>
      <p:pic>
        <p:nvPicPr>
          <p:cNvPr id="13" name="Imagen 12">
            <a:extLst>
              <a:ext uri="{FF2B5EF4-FFF2-40B4-BE49-F238E27FC236}">
                <a16:creationId xmlns:a16="http://schemas.microsoft.com/office/drawing/2014/main" id="{F30BE9FC-3576-4537-94AD-A53A0C355E42}"/>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5773982" y="4177043"/>
            <a:ext cx="755809" cy="213333"/>
          </a:xfrm>
          <a:prstGeom prst="rect">
            <a:avLst/>
          </a:prstGeom>
        </p:spPr>
      </p:pic>
    </p:spTree>
    <p:extLst>
      <p:ext uri="{BB962C8B-B14F-4D97-AF65-F5344CB8AC3E}">
        <p14:creationId xmlns:p14="http://schemas.microsoft.com/office/powerpoint/2010/main" val="3165147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72D706BE-9CFA-404F-B14C-DC402657BBC6}"/>
              </a:ext>
            </a:extLst>
          </p:cNvPr>
          <p:cNvSpPr/>
          <p:nvPr/>
        </p:nvSpPr>
        <p:spPr>
          <a:xfrm>
            <a:off x="682910" y="5689911"/>
            <a:ext cx="5272953" cy="19184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8716878" y="2001752"/>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3350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0295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77403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77403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774033"/>
                <a:ext cx="387927"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77403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774032"/>
                <a:ext cx="655629" cy="430887"/>
              </a:xfrm>
              <a:prstGeom prst="rect">
                <a:avLst/>
              </a:prstGeom>
              <a:blipFill>
                <a:blip r:embed="rId13"/>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1052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88175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881755"/>
                <a:ext cx="280526" cy="430887"/>
              </a:xfrm>
              <a:prstGeom prst="rect">
                <a:avLst/>
              </a:prstGeom>
              <a:blipFill>
                <a:blip r:embed="rId14"/>
                <a:stretch>
                  <a:fillRect/>
                </a:stretch>
              </a:blipFill>
            </p:spPr>
            <p:txBody>
              <a:bodyPr/>
              <a:lstStyle/>
              <a:p>
                <a:r>
                  <a:rPr lang="en-US">
                    <a:noFill/>
                  </a:rPr>
                  <a:t> </a:t>
                </a:r>
              </a:p>
            </p:txBody>
          </p:sp>
        </mc:Fallback>
      </mc:AlternateContent>
      <p:pic>
        <p:nvPicPr>
          <p:cNvPr id="24" name="Imagen 23">
            <a:extLst>
              <a:ext uri="{FF2B5EF4-FFF2-40B4-BE49-F238E27FC236}">
                <a16:creationId xmlns:a16="http://schemas.microsoft.com/office/drawing/2014/main" id="{EF867896-3443-4AF9-B202-6BBF6F6964C8}"/>
              </a:ext>
            </a:extLst>
          </p:cNvPr>
          <p:cNvPicPr>
            <a:picLocks noChangeAspect="1"/>
          </p:cNvPicPr>
          <p:nvPr>
            <p:custDataLst>
              <p:tags r:id="rId5"/>
            </p:custDataLst>
          </p:nvPr>
        </p:nvPicPr>
        <p:blipFill>
          <a:blip r:embed="rId15">
            <a:extLst>
              <a:ext uri="{28A0092B-C50C-407E-A947-70E740481C1C}">
                <a14:useLocalDpi xmlns:a14="http://schemas.microsoft.com/office/drawing/2010/main" val="0"/>
              </a:ext>
            </a:extLst>
          </a:blip>
          <a:stretch>
            <a:fillRect/>
          </a:stretch>
        </p:blipFill>
        <p:spPr>
          <a:xfrm>
            <a:off x="6043935" y="2969241"/>
            <a:ext cx="1470476" cy="210286"/>
          </a:xfrm>
          <a:prstGeom prst="rect">
            <a:avLst/>
          </a:prstGeom>
        </p:spPr>
      </p:pic>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1CC4A08C-B343-499F-866E-8E5F5BF18085}"/>
                  </a:ext>
                </a:extLst>
              </p:cNvPr>
              <p:cNvSpPr txBox="1"/>
              <p:nvPr/>
            </p:nvSpPr>
            <p:spPr>
              <a:xfrm>
                <a:off x="7560434" y="2097932"/>
                <a:ext cx="6496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5" name="CuadroTexto 24">
                <a:extLst>
                  <a:ext uri="{FF2B5EF4-FFF2-40B4-BE49-F238E27FC236}">
                    <a16:creationId xmlns:a16="http://schemas.microsoft.com/office/drawing/2014/main" id="{1CC4A08C-B343-499F-866E-8E5F5BF18085}"/>
                  </a:ext>
                </a:extLst>
              </p:cNvPr>
              <p:cNvSpPr txBox="1">
                <a:spLocks noRot="1" noChangeAspect="1" noMove="1" noResize="1" noEditPoints="1" noAdjustHandles="1" noChangeArrowheads="1" noChangeShapeType="1" noTextEdit="1"/>
              </p:cNvSpPr>
              <p:nvPr/>
            </p:nvSpPr>
            <p:spPr>
              <a:xfrm>
                <a:off x="7560434" y="2097932"/>
                <a:ext cx="649600" cy="430887"/>
              </a:xfrm>
              <a:prstGeom prst="rect">
                <a:avLst/>
              </a:prstGeom>
              <a:blipFill>
                <a:blip r:embed="rId16"/>
                <a:stretch>
                  <a:fillRect/>
                </a:stretch>
              </a:blipFill>
            </p:spPr>
            <p:txBody>
              <a:bodyPr/>
              <a:lstStyle/>
              <a:p>
                <a:r>
                  <a:rPr lang="en-US">
                    <a:noFill/>
                  </a:rPr>
                  <a:t> </a:t>
                </a:r>
              </a:p>
            </p:txBody>
          </p:sp>
        </mc:Fallback>
      </mc:AlternateContent>
      <p:pic>
        <p:nvPicPr>
          <p:cNvPr id="27" name="Imagen 26">
            <a:extLst>
              <a:ext uri="{FF2B5EF4-FFF2-40B4-BE49-F238E27FC236}">
                <a16:creationId xmlns:a16="http://schemas.microsoft.com/office/drawing/2014/main" id="{19BDD1A9-FEFD-4F2E-9B20-286DC6018E78}"/>
              </a:ext>
            </a:extLst>
          </p:cNvPr>
          <p:cNvPicPr>
            <a:picLocks noChangeAspect="1"/>
          </p:cNvPicPr>
          <p:nvPr>
            <p:custDataLst>
              <p:tags r:id="rId6"/>
            </p:custDataLst>
          </p:nvPr>
        </p:nvPicPr>
        <p:blipFill>
          <a:blip r:embed="rId17">
            <a:extLst>
              <a:ext uri="{28A0092B-C50C-407E-A947-70E740481C1C}">
                <a14:useLocalDpi xmlns:a14="http://schemas.microsoft.com/office/drawing/2010/main" val="0"/>
              </a:ext>
            </a:extLst>
          </a:blip>
          <a:stretch>
            <a:fillRect/>
          </a:stretch>
        </p:blipFill>
        <p:spPr>
          <a:xfrm>
            <a:off x="6074293" y="3482276"/>
            <a:ext cx="1034667" cy="210286"/>
          </a:xfrm>
          <a:prstGeom prst="rect">
            <a:avLst/>
          </a:prstGeom>
        </p:spPr>
      </p:pic>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5563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55632"/>
                <a:ext cx="681277" cy="307777"/>
              </a:xfrm>
              <a:prstGeom prst="rect">
                <a:avLst/>
              </a:prstGeom>
              <a:blipFill>
                <a:blip r:embed="rId18"/>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1127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11274"/>
                <a:ext cx="206788" cy="430887"/>
              </a:xfrm>
              <a:prstGeom prst="rect">
                <a:avLst/>
              </a:prstGeom>
              <a:blipFill>
                <a:blip r:embed="rId1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614860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6" grpId="0" animBg="1"/>
      <p:bldP spid="11" grpId="0"/>
      <p:bldP spid="17" grpId="0"/>
      <p:bldP spid="19" grpId="0"/>
      <p:bldP spid="22" grpId="0"/>
      <p:bldP spid="25" grpId="0"/>
      <p:bldP spid="30" grpId="0"/>
      <p:bldP spid="31"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72D706BE-9CFA-404F-B14C-DC402657BBC6}"/>
              </a:ext>
            </a:extLst>
          </p:cNvPr>
          <p:cNvSpPr/>
          <p:nvPr/>
        </p:nvSpPr>
        <p:spPr>
          <a:xfrm>
            <a:off x="682910" y="5720391"/>
            <a:ext cx="5272953" cy="19184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12">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4">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5">
            <a:extLst>
              <a:ext uri="{28A0092B-C50C-407E-A947-70E740481C1C}">
                <a14:useLocalDpi xmlns:a14="http://schemas.microsoft.com/office/drawing/2010/main" val="0"/>
              </a:ext>
            </a:extLst>
          </a:blip>
          <a:stretch>
            <a:fillRect/>
          </a:stretch>
        </p:blipFill>
        <p:spPr>
          <a:xfrm>
            <a:off x="8166531" y="1987088"/>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6398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3343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80451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80451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804513"/>
                <a:ext cx="387927" cy="43088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80451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804512"/>
                <a:ext cx="655629" cy="430887"/>
              </a:xfrm>
              <a:prstGeom prst="rect">
                <a:avLst/>
              </a:prstGeom>
              <a:blipFill>
                <a:blip r:embed="rId17"/>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4100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91223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912235"/>
                <a:ext cx="280526" cy="430887"/>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8611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86112"/>
                <a:ext cx="681277" cy="307777"/>
              </a:xfrm>
              <a:prstGeom prst="rect">
                <a:avLst/>
              </a:prstGeom>
              <a:blipFill>
                <a:blip r:embed="rId19"/>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4175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41754"/>
                <a:ext cx="206788" cy="43088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721CA743-C496-41C2-8199-7BA1DF50B06F}"/>
                  </a:ext>
                </a:extLst>
              </p:cNvPr>
              <p:cNvSpPr txBox="1"/>
              <p:nvPr/>
            </p:nvSpPr>
            <p:spPr>
              <a:xfrm>
                <a:off x="11384817" y="2001752"/>
                <a:ext cx="6496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6" name="CuadroTexto 25">
                <a:extLst>
                  <a:ext uri="{FF2B5EF4-FFF2-40B4-BE49-F238E27FC236}">
                    <a16:creationId xmlns:a16="http://schemas.microsoft.com/office/drawing/2014/main" id="{721CA743-C496-41C2-8199-7BA1DF50B06F}"/>
                  </a:ext>
                </a:extLst>
              </p:cNvPr>
              <p:cNvSpPr txBox="1">
                <a:spLocks noRot="1" noChangeAspect="1" noMove="1" noResize="1" noEditPoints="1" noAdjustHandles="1" noChangeArrowheads="1" noChangeShapeType="1" noTextEdit="1"/>
              </p:cNvSpPr>
              <p:nvPr/>
            </p:nvSpPr>
            <p:spPr>
              <a:xfrm>
                <a:off x="11384817" y="2001752"/>
                <a:ext cx="649600" cy="430887"/>
              </a:xfrm>
              <a:prstGeom prst="rect">
                <a:avLst/>
              </a:prstGeom>
              <a:blipFill>
                <a:blip r:embed="rId21"/>
                <a:stretch>
                  <a:fillRect/>
                </a:stretch>
              </a:blipFill>
            </p:spPr>
            <p:txBody>
              <a:bodyPr/>
              <a:lstStyle/>
              <a:p>
                <a:r>
                  <a:rPr lang="en-US">
                    <a:noFill/>
                  </a:rPr>
                  <a:t> </a:t>
                </a:r>
              </a:p>
            </p:txBody>
          </p:sp>
        </mc:Fallback>
      </mc:AlternateContent>
      <p:pic>
        <p:nvPicPr>
          <p:cNvPr id="13" name="Imagen 12">
            <a:extLst>
              <a:ext uri="{FF2B5EF4-FFF2-40B4-BE49-F238E27FC236}">
                <a16:creationId xmlns:a16="http://schemas.microsoft.com/office/drawing/2014/main" id="{25BF3528-0A13-437B-9471-DE80017AFB76}"/>
              </a:ext>
            </a:extLst>
          </p:cNvPr>
          <p:cNvPicPr>
            <a:picLocks noChangeAspect="1"/>
          </p:cNvPicPr>
          <p:nvPr>
            <p:custDataLst>
              <p:tags r:id="rId5"/>
            </p:custDataLst>
          </p:nvPr>
        </p:nvPicPr>
        <p:blipFill>
          <a:blip r:embed="rId22">
            <a:extLst>
              <a:ext uri="{28A0092B-C50C-407E-A947-70E740481C1C}">
                <a14:useLocalDpi xmlns:a14="http://schemas.microsoft.com/office/drawing/2010/main" val="0"/>
              </a:ext>
            </a:extLst>
          </a:blip>
          <a:stretch>
            <a:fillRect/>
          </a:stretch>
        </p:blipFill>
        <p:spPr>
          <a:xfrm>
            <a:off x="8162683" y="2819908"/>
            <a:ext cx="3065905" cy="254476"/>
          </a:xfrm>
          <a:prstGeom prst="rect">
            <a:avLst/>
          </a:prstGeom>
        </p:spPr>
      </p:pic>
      <p:pic>
        <p:nvPicPr>
          <p:cNvPr id="16" name="Imagen 15">
            <a:extLst>
              <a:ext uri="{FF2B5EF4-FFF2-40B4-BE49-F238E27FC236}">
                <a16:creationId xmlns:a16="http://schemas.microsoft.com/office/drawing/2014/main" id="{F7A56BC4-453A-4BE8-BFCE-5968667375CF}"/>
              </a:ext>
            </a:extLst>
          </p:cNvPr>
          <p:cNvPicPr>
            <a:picLocks noChangeAspect="1"/>
          </p:cNvPicPr>
          <p:nvPr>
            <p:custDataLst>
              <p:tags r:id="rId6"/>
            </p:custDataLst>
          </p:nvPr>
        </p:nvPicPr>
        <p:blipFill>
          <a:blip r:embed="rId23">
            <a:extLst>
              <a:ext uri="{28A0092B-C50C-407E-A947-70E740481C1C}">
                <a14:useLocalDpi xmlns:a14="http://schemas.microsoft.com/office/drawing/2010/main" val="0"/>
              </a:ext>
            </a:extLst>
          </a:blip>
          <a:stretch>
            <a:fillRect/>
          </a:stretch>
        </p:blipFill>
        <p:spPr>
          <a:xfrm>
            <a:off x="7231370" y="3282412"/>
            <a:ext cx="4803047" cy="525714"/>
          </a:xfrm>
          <a:prstGeom prst="rect">
            <a:avLst/>
          </a:prstGeom>
        </p:spPr>
      </p:pic>
      <p:pic>
        <p:nvPicPr>
          <p:cNvPr id="23" name="Imagen 22">
            <a:extLst>
              <a:ext uri="{FF2B5EF4-FFF2-40B4-BE49-F238E27FC236}">
                <a16:creationId xmlns:a16="http://schemas.microsoft.com/office/drawing/2014/main" id="{51BA46E8-DFE3-4A16-A2B2-8F81A6CF3F44}"/>
              </a:ext>
            </a:extLst>
          </p:cNvPr>
          <p:cNvPicPr>
            <a:picLocks noChangeAspect="1"/>
          </p:cNvPicPr>
          <p:nvPr>
            <p:custDataLst>
              <p:tags r:id="rId7"/>
            </p:custDataLst>
          </p:nvPr>
        </p:nvPicPr>
        <p:blipFill>
          <a:blip r:embed="rId24">
            <a:extLst>
              <a:ext uri="{28A0092B-C50C-407E-A947-70E740481C1C}">
                <a14:useLocalDpi xmlns:a14="http://schemas.microsoft.com/office/drawing/2010/main" val="0"/>
              </a:ext>
            </a:extLst>
          </a:blip>
          <a:stretch>
            <a:fillRect/>
          </a:stretch>
        </p:blipFill>
        <p:spPr>
          <a:xfrm>
            <a:off x="7560434" y="4113255"/>
            <a:ext cx="4405333" cy="254476"/>
          </a:xfrm>
          <a:prstGeom prst="rect">
            <a:avLst/>
          </a:prstGeom>
        </p:spPr>
      </p:pic>
      <p:pic>
        <p:nvPicPr>
          <p:cNvPr id="29" name="Imagen 28">
            <a:extLst>
              <a:ext uri="{FF2B5EF4-FFF2-40B4-BE49-F238E27FC236}">
                <a16:creationId xmlns:a16="http://schemas.microsoft.com/office/drawing/2014/main" id="{D672556D-A77C-41EC-B0BE-EB928588A2BD}"/>
              </a:ext>
            </a:extLst>
          </p:cNvPr>
          <p:cNvPicPr>
            <a:picLocks noChangeAspect="1"/>
          </p:cNvPicPr>
          <p:nvPr>
            <p:custDataLst>
              <p:tags r:id="rId8"/>
            </p:custDataLst>
          </p:nvPr>
        </p:nvPicPr>
        <p:blipFill>
          <a:blip r:embed="rId25">
            <a:extLst>
              <a:ext uri="{28A0092B-C50C-407E-A947-70E740481C1C}">
                <a14:useLocalDpi xmlns:a14="http://schemas.microsoft.com/office/drawing/2010/main" val="0"/>
              </a:ext>
            </a:extLst>
          </a:blip>
          <a:stretch>
            <a:fillRect/>
          </a:stretch>
        </p:blipFill>
        <p:spPr>
          <a:xfrm>
            <a:off x="8302528" y="4822982"/>
            <a:ext cx="2921143" cy="243810"/>
          </a:xfrm>
          <a:prstGeom prst="rect">
            <a:avLst/>
          </a:prstGeom>
        </p:spPr>
      </p:pic>
      <p:pic>
        <p:nvPicPr>
          <p:cNvPr id="34" name="Imagen 33">
            <a:extLst>
              <a:ext uri="{FF2B5EF4-FFF2-40B4-BE49-F238E27FC236}">
                <a16:creationId xmlns:a16="http://schemas.microsoft.com/office/drawing/2014/main" id="{A31DC4FF-0F35-4917-AD40-DB7B140D39C7}"/>
              </a:ext>
            </a:extLst>
          </p:cNvPr>
          <p:cNvPicPr>
            <a:picLocks noChangeAspect="1"/>
          </p:cNvPicPr>
          <p:nvPr>
            <p:custDataLst>
              <p:tags r:id="rId9"/>
            </p:custDataLst>
          </p:nvPr>
        </p:nvPicPr>
        <p:blipFill>
          <a:blip r:embed="rId26">
            <a:extLst>
              <a:ext uri="{28A0092B-C50C-407E-A947-70E740481C1C}">
                <a14:useLocalDpi xmlns:a14="http://schemas.microsoft.com/office/drawing/2010/main" val="0"/>
              </a:ext>
            </a:extLst>
          </a:blip>
          <a:stretch>
            <a:fillRect/>
          </a:stretch>
        </p:blipFill>
        <p:spPr>
          <a:xfrm>
            <a:off x="8410341" y="5459270"/>
            <a:ext cx="2730666" cy="243810"/>
          </a:xfrm>
          <a:prstGeom prst="rect">
            <a:avLst/>
          </a:prstGeom>
        </p:spPr>
      </p:pic>
      <p:pic>
        <p:nvPicPr>
          <p:cNvPr id="36" name="Imagen 35">
            <a:extLst>
              <a:ext uri="{FF2B5EF4-FFF2-40B4-BE49-F238E27FC236}">
                <a16:creationId xmlns:a16="http://schemas.microsoft.com/office/drawing/2014/main" id="{5B41F394-A240-4FBE-9155-73FB5E239DE6}"/>
              </a:ext>
            </a:extLst>
          </p:cNvPr>
          <p:cNvPicPr>
            <a:picLocks noChangeAspect="1"/>
          </p:cNvPicPr>
          <p:nvPr>
            <p:custDataLst>
              <p:tags r:id="rId10"/>
            </p:custDataLst>
          </p:nvPr>
        </p:nvPicPr>
        <p:blipFill>
          <a:blip r:embed="rId27">
            <a:extLst>
              <a:ext uri="{28A0092B-C50C-407E-A947-70E740481C1C}">
                <a14:useLocalDpi xmlns:a14="http://schemas.microsoft.com/office/drawing/2010/main" val="0"/>
              </a:ext>
            </a:extLst>
          </a:blip>
          <a:stretch>
            <a:fillRect/>
          </a:stretch>
        </p:blipFill>
        <p:spPr>
          <a:xfrm>
            <a:off x="8447023" y="6190591"/>
            <a:ext cx="2512762" cy="210286"/>
          </a:xfrm>
          <a:prstGeom prst="rect">
            <a:avLst/>
          </a:prstGeom>
        </p:spPr>
      </p:pic>
    </p:spTree>
    <p:extLst>
      <p:ext uri="{BB962C8B-B14F-4D97-AF65-F5344CB8AC3E}">
        <p14:creationId xmlns:p14="http://schemas.microsoft.com/office/powerpoint/2010/main" val="35035319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72D706BE-9CFA-404F-B14C-DC402657BBC6}"/>
              </a:ext>
            </a:extLst>
          </p:cNvPr>
          <p:cNvSpPr/>
          <p:nvPr/>
        </p:nvSpPr>
        <p:spPr>
          <a:xfrm>
            <a:off x="1135381" y="5720391"/>
            <a:ext cx="3914774" cy="1743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12">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13">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4">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5">
            <a:extLst>
              <a:ext uri="{28A0092B-C50C-407E-A947-70E740481C1C}">
                <a14:useLocalDpi xmlns:a14="http://schemas.microsoft.com/office/drawing/2010/main" val="0"/>
              </a:ext>
            </a:extLst>
          </a:blip>
          <a:stretch>
            <a:fillRect/>
          </a:stretch>
        </p:blipFill>
        <p:spPr>
          <a:xfrm>
            <a:off x="8166531" y="1987088"/>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6398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3343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80451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80451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804513"/>
                <a:ext cx="387927" cy="43088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80451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804512"/>
                <a:ext cx="655629" cy="430887"/>
              </a:xfrm>
              <a:prstGeom prst="rect">
                <a:avLst/>
              </a:prstGeom>
              <a:blipFill>
                <a:blip r:embed="rId17"/>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4100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91223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912235"/>
                <a:ext cx="280526" cy="430887"/>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8611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86112"/>
                <a:ext cx="681277" cy="307777"/>
              </a:xfrm>
              <a:prstGeom prst="rect">
                <a:avLst/>
              </a:prstGeom>
              <a:blipFill>
                <a:blip r:embed="rId19"/>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4175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41754"/>
                <a:ext cx="206788" cy="430887"/>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CuadroTexto 25">
                <a:extLst>
                  <a:ext uri="{FF2B5EF4-FFF2-40B4-BE49-F238E27FC236}">
                    <a16:creationId xmlns:a16="http://schemas.microsoft.com/office/drawing/2014/main" id="{721CA743-C496-41C2-8199-7BA1DF50B06F}"/>
                  </a:ext>
                </a:extLst>
              </p:cNvPr>
              <p:cNvSpPr txBox="1"/>
              <p:nvPr/>
            </p:nvSpPr>
            <p:spPr>
              <a:xfrm>
                <a:off x="11384817" y="2001752"/>
                <a:ext cx="64960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6" name="CuadroTexto 25">
                <a:extLst>
                  <a:ext uri="{FF2B5EF4-FFF2-40B4-BE49-F238E27FC236}">
                    <a16:creationId xmlns:a16="http://schemas.microsoft.com/office/drawing/2014/main" id="{721CA743-C496-41C2-8199-7BA1DF50B06F}"/>
                  </a:ext>
                </a:extLst>
              </p:cNvPr>
              <p:cNvSpPr txBox="1">
                <a:spLocks noRot="1" noChangeAspect="1" noMove="1" noResize="1" noEditPoints="1" noAdjustHandles="1" noChangeArrowheads="1" noChangeShapeType="1" noTextEdit="1"/>
              </p:cNvSpPr>
              <p:nvPr/>
            </p:nvSpPr>
            <p:spPr>
              <a:xfrm>
                <a:off x="11384817" y="2001752"/>
                <a:ext cx="649600" cy="430887"/>
              </a:xfrm>
              <a:prstGeom prst="rect">
                <a:avLst/>
              </a:prstGeom>
              <a:blipFill>
                <a:blip r:embed="rId21"/>
                <a:stretch>
                  <a:fillRect/>
                </a:stretch>
              </a:blipFill>
            </p:spPr>
            <p:txBody>
              <a:bodyPr/>
              <a:lstStyle/>
              <a:p>
                <a:r>
                  <a:rPr lang="en-US">
                    <a:noFill/>
                  </a:rPr>
                  <a:t> </a:t>
                </a:r>
              </a:p>
            </p:txBody>
          </p:sp>
        </mc:Fallback>
      </mc:AlternateContent>
      <p:pic>
        <p:nvPicPr>
          <p:cNvPr id="13" name="Imagen 12">
            <a:extLst>
              <a:ext uri="{FF2B5EF4-FFF2-40B4-BE49-F238E27FC236}">
                <a16:creationId xmlns:a16="http://schemas.microsoft.com/office/drawing/2014/main" id="{25BF3528-0A13-437B-9471-DE80017AFB76}"/>
              </a:ext>
            </a:extLst>
          </p:cNvPr>
          <p:cNvPicPr>
            <a:picLocks noChangeAspect="1"/>
          </p:cNvPicPr>
          <p:nvPr>
            <p:custDataLst>
              <p:tags r:id="rId5"/>
            </p:custDataLst>
          </p:nvPr>
        </p:nvPicPr>
        <p:blipFill>
          <a:blip r:embed="rId22">
            <a:extLst>
              <a:ext uri="{28A0092B-C50C-407E-A947-70E740481C1C}">
                <a14:useLocalDpi xmlns:a14="http://schemas.microsoft.com/office/drawing/2010/main" val="0"/>
              </a:ext>
            </a:extLst>
          </a:blip>
          <a:stretch>
            <a:fillRect/>
          </a:stretch>
        </p:blipFill>
        <p:spPr>
          <a:xfrm>
            <a:off x="8162683" y="2819908"/>
            <a:ext cx="3065905" cy="254476"/>
          </a:xfrm>
          <a:prstGeom prst="rect">
            <a:avLst/>
          </a:prstGeom>
        </p:spPr>
      </p:pic>
      <p:pic>
        <p:nvPicPr>
          <p:cNvPr id="16" name="Imagen 15">
            <a:extLst>
              <a:ext uri="{FF2B5EF4-FFF2-40B4-BE49-F238E27FC236}">
                <a16:creationId xmlns:a16="http://schemas.microsoft.com/office/drawing/2014/main" id="{F7A56BC4-453A-4BE8-BFCE-5968667375CF}"/>
              </a:ext>
            </a:extLst>
          </p:cNvPr>
          <p:cNvPicPr>
            <a:picLocks noChangeAspect="1"/>
          </p:cNvPicPr>
          <p:nvPr>
            <p:custDataLst>
              <p:tags r:id="rId6"/>
            </p:custDataLst>
          </p:nvPr>
        </p:nvPicPr>
        <p:blipFill>
          <a:blip r:embed="rId23">
            <a:extLst>
              <a:ext uri="{28A0092B-C50C-407E-A947-70E740481C1C}">
                <a14:useLocalDpi xmlns:a14="http://schemas.microsoft.com/office/drawing/2010/main" val="0"/>
              </a:ext>
            </a:extLst>
          </a:blip>
          <a:stretch>
            <a:fillRect/>
          </a:stretch>
        </p:blipFill>
        <p:spPr>
          <a:xfrm>
            <a:off x="7231370" y="3282412"/>
            <a:ext cx="4803047" cy="525714"/>
          </a:xfrm>
          <a:prstGeom prst="rect">
            <a:avLst/>
          </a:prstGeom>
        </p:spPr>
      </p:pic>
      <p:pic>
        <p:nvPicPr>
          <p:cNvPr id="23" name="Imagen 22">
            <a:extLst>
              <a:ext uri="{FF2B5EF4-FFF2-40B4-BE49-F238E27FC236}">
                <a16:creationId xmlns:a16="http://schemas.microsoft.com/office/drawing/2014/main" id="{51BA46E8-DFE3-4A16-A2B2-8F81A6CF3F44}"/>
              </a:ext>
            </a:extLst>
          </p:cNvPr>
          <p:cNvPicPr>
            <a:picLocks noChangeAspect="1"/>
          </p:cNvPicPr>
          <p:nvPr>
            <p:custDataLst>
              <p:tags r:id="rId7"/>
            </p:custDataLst>
          </p:nvPr>
        </p:nvPicPr>
        <p:blipFill>
          <a:blip r:embed="rId24">
            <a:extLst>
              <a:ext uri="{28A0092B-C50C-407E-A947-70E740481C1C}">
                <a14:useLocalDpi xmlns:a14="http://schemas.microsoft.com/office/drawing/2010/main" val="0"/>
              </a:ext>
            </a:extLst>
          </a:blip>
          <a:stretch>
            <a:fillRect/>
          </a:stretch>
        </p:blipFill>
        <p:spPr>
          <a:xfrm>
            <a:off x="7560434" y="4113255"/>
            <a:ext cx="4405333" cy="254476"/>
          </a:xfrm>
          <a:prstGeom prst="rect">
            <a:avLst/>
          </a:prstGeom>
        </p:spPr>
      </p:pic>
      <p:pic>
        <p:nvPicPr>
          <p:cNvPr id="29" name="Imagen 28">
            <a:extLst>
              <a:ext uri="{FF2B5EF4-FFF2-40B4-BE49-F238E27FC236}">
                <a16:creationId xmlns:a16="http://schemas.microsoft.com/office/drawing/2014/main" id="{D672556D-A77C-41EC-B0BE-EB928588A2BD}"/>
              </a:ext>
            </a:extLst>
          </p:cNvPr>
          <p:cNvPicPr>
            <a:picLocks noChangeAspect="1"/>
          </p:cNvPicPr>
          <p:nvPr>
            <p:custDataLst>
              <p:tags r:id="rId8"/>
            </p:custDataLst>
          </p:nvPr>
        </p:nvPicPr>
        <p:blipFill>
          <a:blip r:embed="rId25">
            <a:extLst>
              <a:ext uri="{28A0092B-C50C-407E-A947-70E740481C1C}">
                <a14:useLocalDpi xmlns:a14="http://schemas.microsoft.com/office/drawing/2010/main" val="0"/>
              </a:ext>
            </a:extLst>
          </a:blip>
          <a:stretch>
            <a:fillRect/>
          </a:stretch>
        </p:blipFill>
        <p:spPr>
          <a:xfrm>
            <a:off x="8302528" y="4822982"/>
            <a:ext cx="2921143" cy="243810"/>
          </a:xfrm>
          <a:prstGeom prst="rect">
            <a:avLst/>
          </a:prstGeom>
        </p:spPr>
      </p:pic>
      <p:pic>
        <p:nvPicPr>
          <p:cNvPr id="34" name="Imagen 33">
            <a:extLst>
              <a:ext uri="{FF2B5EF4-FFF2-40B4-BE49-F238E27FC236}">
                <a16:creationId xmlns:a16="http://schemas.microsoft.com/office/drawing/2014/main" id="{A31DC4FF-0F35-4917-AD40-DB7B140D39C7}"/>
              </a:ext>
            </a:extLst>
          </p:cNvPr>
          <p:cNvPicPr>
            <a:picLocks noChangeAspect="1"/>
          </p:cNvPicPr>
          <p:nvPr>
            <p:custDataLst>
              <p:tags r:id="rId9"/>
            </p:custDataLst>
          </p:nvPr>
        </p:nvPicPr>
        <p:blipFill>
          <a:blip r:embed="rId26">
            <a:extLst>
              <a:ext uri="{28A0092B-C50C-407E-A947-70E740481C1C}">
                <a14:useLocalDpi xmlns:a14="http://schemas.microsoft.com/office/drawing/2010/main" val="0"/>
              </a:ext>
            </a:extLst>
          </a:blip>
          <a:stretch>
            <a:fillRect/>
          </a:stretch>
        </p:blipFill>
        <p:spPr>
          <a:xfrm>
            <a:off x="8410341" y="5459270"/>
            <a:ext cx="2730666" cy="243810"/>
          </a:xfrm>
          <a:prstGeom prst="rect">
            <a:avLst/>
          </a:prstGeom>
        </p:spPr>
      </p:pic>
      <p:pic>
        <p:nvPicPr>
          <p:cNvPr id="36" name="Imagen 35">
            <a:extLst>
              <a:ext uri="{FF2B5EF4-FFF2-40B4-BE49-F238E27FC236}">
                <a16:creationId xmlns:a16="http://schemas.microsoft.com/office/drawing/2014/main" id="{5B41F394-A240-4FBE-9155-73FB5E239DE6}"/>
              </a:ext>
            </a:extLst>
          </p:cNvPr>
          <p:cNvPicPr>
            <a:picLocks noChangeAspect="1"/>
          </p:cNvPicPr>
          <p:nvPr>
            <p:custDataLst>
              <p:tags r:id="rId10"/>
            </p:custDataLst>
          </p:nvPr>
        </p:nvPicPr>
        <p:blipFill>
          <a:blip r:embed="rId27">
            <a:extLst>
              <a:ext uri="{28A0092B-C50C-407E-A947-70E740481C1C}">
                <a14:useLocalDpi xmlns:a14="http://schemas.microsoft.com/office/drawing/2010/main" val="0"/>
              </a:ext>
            </a:extLst>
          </a:blip>
          <a:stretch>
            <a:fillRect/>
          </a:stretch>
        </p:blipFill>
        <p:spPr>
          <a:xfrm>
            <a:off x="8447023" y="6190591"/>
            <a:ext cx="2512762" cy="210286"/>
          </a:xfrm>
          <a:prstGeom prst="rect">
            <a:avLst/>
          </a:prstGeom>
        </p:spPr>
      </p:pic>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DAE8183-A863-476A-B59C-471217298D2D}"/>
                  </a:ext>
                </a:extLst>
              </p:cNvPr>
              <p:cNvSpPr txBox="1"/>
              <p:nvPr/>
            </p:nvSpPr>
            <p:spPr>
              <a:xfrm>
                <a:off x="1065063" y="5555225"/>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8" name="CuadroTexto 27">
                <a:extLst>
                  <a:ext uri="{FF2B5EF4-FFF2-40B4-BE49-F238E27FC236}">
                    <a16:creationId xmlns:a16="http://schemas.microsoft.com/office/drawing/2014/main" id="{ADAE8183-A863-476A-B59C-471217298D2D}"/>
                  </a:ext>
                </a:extLst>
              </p:cNvPr>
              <p:cNvSpPr txBox="1">
                <a:spLocks noRot="1" noChangeAspect="1" noMove="1" noResize="1" noEditPoints="1" noAdjustHandles="1" noChangeArrowheads="1" noChangeShapeType="1" noTextEdit="1"/>
              </p:cNvSpPr>
              <p:nvPr/>
            </p:nvSpPr>
            <p:spPr>
              <a:xfrm>
                <a:off x="1065063" y="5555225"/>
                <a:ext cx="103393" cy="430887"/>
              </a:xfrm>
              <a:prstGeom prst="rect">
                <a:avLst/>
              </a:prstGeom>
              <a:blipFill>
                <a:blip r:embed="rId28"/>
                <a:stretch>
                  <a:fillRect r="-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CuadroTexto 32">
                <a:extLst>
                  <a:ext uri="{FF2B5EF4-FFF2-40B4-BE49-F238E27FC236}">
                    <a16:creationId xmlns:a16="http://schemas.microsoft.com/office/drawing/2014/main" id="{B73053AF-13BC-491A-BE3C-EF4B78C45923}"/>
                  </a:ext>
                </a:extLst>
              </p:cNvPr>
              <p:cNvSpPr txBox="1"/>
              <p:nvPr/>
            </p:nvSpPr>
            <p:spPr>
              <a:xfrm>
                <a:off x="720446" y="5986112"/>
                <a:ext cx="101630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−9.7659</m:t>
                      </m:r>
                    </m:oMath>
                  </m:oMathPara>
                </a14:m>
                <a:endParaRPr lang="es-419" sz="2000"/>
              </a:p>
            </p:txBody>
          </p:sp>
        </mc:Choice>
        <mc:Fallback>
          <p:sp>
            <p:nvSpPr>
              <p:cNvPr id="33" name="CuadroTexto 32">
                <a:extLst>
                  <a:ext uri="{FF2B5EF4-FFF2-40B4-BE49-F238E27FC236}">
                    <a16:creationId xmlns:a16="http://schemas.microsoft.com/office/drawing/2014/main" id="{B73053AF-13BC-491A-BE3C-EF4B78C45923}"/>
                  </a:ext>
                </a:extLst>
              </p:cNvPr>
              <p:cNvSpPr txBox="1">
                <a:spLocks noRot="1" noChangeAspect="1" noMove="1" noResize="1" noEditPoints="1" noAdjustHandles="1" noChangeArrowheads="1" noChangeShapeType="1" noTextEdit="1"/>
              </p:cNvSpPr>
              <p:nvPr/>
            </p:nvSpPr>
            <p:spPr>
              <a:xfrm>
                <a:off x="720446" y="5986112"/>
                <a:ext cx="1016304" cy="307777"/>
              </a:xfrm>
              <a:prstGeom prst="rect">
                <a:avLst/>
              </a:prstGeom>
              <a:blipFill>
                <a:blip r:embed="rId29"/>
                <a:stretch>
                  <a:fillRect l="-1198" r="-5389" b="-8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AA1EB38B-0F06-423B-8ABA-502AD30BC000}"/>
                  </a:ext>
                </a:extLst>
              </p:cNvPr>
              <p:cNvSpPr txBox="1"/>
              <p:nvPr/>
            </p:nvSpPr>
            <p:spPr>
              <a:xfrm>
                <a:off x="4857218" y="5973789"/>
                <a:ext cx="3430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44</m:t>
                      </m:r>
                    </m:oMath>
                  </m:oMathPara>
                </a14:m>
                <a:endParaRPr lang="es-419" sz="2000"/>
              </a:p>
            </p:txBody>
          </p:sp>
        </mc:Choice>
        <mc:Fallback>
          <p:sp>
            <p:nvSpPr>
              <p:cNvPr id="38" name="CuadroTexto 37">
                <a:extLst>
                  <a:ext uri="{FF2B5EF4-FFF2-40B4-BE49-F238E27FC236}">
                    <a16:creationId xmlns:a16="http://schemas.microsoft.com/office/drawing/2014/main" id="{AA1EB38B-0F06-423B-8ABA-502AD30BC000}"/>
                  </a:ext>
                </a:extLst>
              </p:cNvPr>
              <p:cNvSpPr txBox="1">
                <a:spLocks noRot="1" noChangeAspect="1" noMove="1" noResize="1" noEditPoints="1" noAdjustHandles="1" noChangeArrowheads="1" noChangeShapeType="1" noTextEdit="1"/>
              </p:cNvSpPr>
              <p:nvPr/>
            </p:nvSpPr>
            <p:spPr>
              <a:xfrm>
                <a:off x="4857218" y="5973789"/>
                <a:ext cx="343043" cy="307777"/>
              </a:xfrm>
              <a:prstGeom prst="rect">
                <a:avLst/>
              </a:prstGeom>
              <a:blipFill>
                <a:blip r:embed="rId30"/>
                <a:stretch>
                  <a:fillRect l="-17857" r="-16071"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CuadroTexto 38">
                <a:extLst>
                  <a:ext uri="{FF2B5EF4-FFF2-40B4-BE49-F238E27FC236}">
                    <a16:creationId xmlns:a16="http://schemas.microsoft.com/office/drawing/2014/main" id="{01C1E8C6-DB6D-41DA-AD23-86376ED0386B}"/>
                  </a:ext>
                </a:extLst>
              </p:cNvPr>
              <p:cNvSpPr txBox="1"/>
              <p:nvPr/>
            </p:nvSpPr>
            <p:spPr>
              <a:xfrm>
                <a:off x="4940010" y="5555225"/>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9" name="CuadroTexto 38">
                <a:extLst>
                  <a:ext uri="{FF2B5EF4-FFF2-40B4-BE49-F238E27FC236}">
                    <a16:creationId xmlns:a16="http://schemas.microsoft.com/office/drawing/2014/main" id="{01C1E8C6-DB6D-41DA-AD23-86376ED0386B}"/>
                  </a:ext>
                </a:extLst>
              </p:cNvPr>
              <p:cNvSpPr txBox="1">
                <a:spLocks noRot="1" noChangeAspect="1" noMove="1" noResize="1" noEditPoints="1" noAdjustHandles="1" noChangeArrowheads="1" noChangeShapeType="1" noTextEdit="1"/>
              </p:cNvSpPr>
              <p:nvPr/>
            </p:nvSpPr>
            <p:spPr>
              <a:xfrm>
                <a:off x="4940010" y="5555225"/>
                <a:ext cx="206788" cy="430887"/>
              </a:xfrm>
              <a:prstGeom prst="rect">
                <a:avLst/>
              </a:prstGeom>
              <a:blipFill>
                <a:blip r:embed="rId3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28430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72D706BE-9CFA-404F-B14C-DC402657BBC6}"/>
              </a:ext>
            </a:extLst>
          </p:cNvPr>
          <p:cNvSpPr/>
          <p:nvPr/>
        </p:nvSpPr>
        <p:spPr>
          <a:xfrm>
            <a:off x="1135381" y="5720391"/>
            <a:ext cx="3914774" cy="1743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8166531" y="1987088"/>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6398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3343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80451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80451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804513"/>
                <a:ext cx="387927"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80451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804512"/>
                <a:ext cx="655629" cy="430887"/>
              </a:xfrm>
              <a:prstGeom prst="rect">
                <a:avLst/>
              </a:prstGeom>
              <a:blipFill>
                <a:blip r:embed="rId13"/>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4100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91223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912235"/>
                <a:ext cx="280526" cy="43088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8611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86112"/>
                <a:ext cx="681277" cy="307777"/>
              </a:xfrm>
              <a:prstGeom prst="rect">
                <a:avLst/>
              </a:prstGeom>
              <a:blipFill>
                <a:blip r:embed="rId15"/>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4175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41754"/>
                <a:ext cx="206788" cy="43088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DAE8183-A863-476A-B59C-471217298D2D}"/>
                  </a:ext>
                </a:extLst>
              </p:cNvPr>
              <p:cNvSpPr txBox="1"/>
              <p:nvPr/>
            </p:nvSpPr>
            <p:spPr>
              <a:xfrm>
                <a:off x="1065063" y="5555225"/>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8" name="CuadroTexto 27">
                <a:extLst>
                  <a:ext uri="{FF2B5EF4-FFF2-40B4-BE49-F238E27FC236}">
                    <a16:creationId xmlns:a16="http://schemas.microsoft.com/office/drawing/2014/main" id="{ADAE8183-A863-476A-B59C-471217298D2D}"/>
                  </a:ext>
                </a:extLst>
              </p:cNvPr>
              <p:cNvSpPr txBox="1">
                <a:spLocks noRot="1" noChangeAspect="1" noMove="1" noResize="1" noEditPoints="1" noAdjustHandles="1" noChangeArrowheads="1" noChangeShapeType="1" noTextEdit="1"/>
              </p:cNvSpPr>
              <p:nvPr/>
            </p:nvSpPr>
            <p:spPr>
              <a:xfrm>
                <a:off x="1065063" y="5555225"/>
                <a:ext cx="103393" cy="430887"/>
              </a:xfrm>
              <a:prstGeom prst="rect">
                <a:avLst/>
              </a:prstGeom>
              <a:blipFill>
                <a:blip r:embed="rId17"/>
                <a:stretch>
                  <a:fillRect r="-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CuadroTexto 32">
                <a:extLst>
                  <a:ext uri="{FF2B5EF4-FFF2-40B4-BE49-F238E27FC236}">
                    <a16:creationId xmlns:a16="http://schemas.microsoft.com/office/drawing/2014/main" id="{B73053AF-13BC-491A-BE3C-EF4B78C45923}"/>
                  </a:ext>
                </a:extLst>
              </p:cNvPr>
              <p:cNvSpPr txBox="1"/>
              <p:nvPr/>
            </p:nvSpPr>
            <p:spPr>
              <a:xfrm>
                <a:off x="720446" y="5986112"/>
                <a:ext cx="101630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−9.7659</m:t>
                      </m:r>
                    </m:oMath>
                  </m:oMathPara>
                </a14:m>
                <a:endParaRPr lang="es-419" sz="2000"/>
              </a:p>
            </p:txBody>
          </p:sp>
        </mc:Choice>
        <mc:Fallback>
          <p:sp>
            <p:nvSpPr>
              <p:cNvPr id="33" name="CuadroTexto 32">
                <a:extLst>
                  <a:ext uri="{FF2B5EF4-FFF2-40B4-BE49-F238E27FC236}">
                    <a16:creationId xmlns:a16="http://schemas.microsoft.com/office/drawing/2014/main" id="{B73053AF-13BC-491A-BE3C-EF4B78C45923}"/>
                  </a:ext>
                </a:extLst>
              </p:cNvPr>
              <p:cNvSpPr txBox="1">
                <a:spLocks noRot="1" noChangeAspect="1" noMove="1" noResize="1" noEditPoints="1" noAdjustHandles="1" noChangeArrowheads="1" noChangeShapeType="1" noTextEdit="1"/>
              </p:cNvSpPr>
              <p:nvPr/>
            </p:nvSpPr>
            <p:spPr>
              <a:xfrm>
                <a:off x="720446" y="5986112"/>
                <a:ext cx="1016304" cy="307777"/>
              </a:xfrm>
              <a:prstGeom prst="rect">
                <a:avLst/>
              </a:prstGeom>
              <a:blipFill>
                <a:blip r:embed="rId18"/>
                <a:stretch>
                  <a:fillRect l="-1198" r="-5389" b="-8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AA1EB38B-0F06-423B-8ABA-502AD30BC000}"/>
                  </a:ext>
                </a:extLst>
              </p:cNvPr>
              <p:cNvSpPr txBox="1"/>
              <p:nvPr/>
            </p:nvSpPr>
            <p:spPr>
              <a:xfrm>
                <a:off x="4857218" y="5973789"/>
                <a:ext cx="3430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44</m:t>
                      </m:r>
                    </m:oMath>
                  </m:oMathPara>
                </a14:m>
                <a:endParaRPr lang="es-419" sz="2000"/>
              </a:p>
            </p:txBody>
          </p:sp>
        </mc:Choice>
        <mc:Fallback>
          <p:sp>
            <p:nvSpPr>
              <p:cNvPr id="38" name="CuadroTexto 37">
                <a:extLst>
                  <a:ext uri="{FF2B5EF4-FFF2-40B4-BE49-F238E27FC236}">
                    <a16:creationId xmlns:a16="http://schemas.microsoft.com/office/drawing/2014/main" id="{AA1EB38B-0F06-423B-8ABA-502AD30BC000}"/>
                  </a:ext>
                </a:extLst>
              </p:cNvPr>
              <p:cNvSpPr txBox="1">
                <a:spLocks noRot="1" noChangeAspect="1" noMove="1" noResize="1" noEditPoints="1" noAdjustHandles="1" noChangeArrowheads="1" noChangeShapeType="1" noTextEdit="1"/>
              </p:cNvSpPr>
              <p:nvPr/>
            </p:nvSpPr>
            <p:spPr>
              <a:xfrm>
                <a:off x="4857218" y="5973789"/>
                <a:ext cx="343043" cy="307777"/>
              </a:xfrm>
              <a:prstGeom prst="rect">
                <a:avLst/>
              </a:prstGeom>
              <a:blipFill>
                <a:blip r:embed="rId19"/>
                <a:stretch>
                  <a:fillRect l="-17857" r="-16071"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CuadroTexto 38">
                <a:extLst>
                  <a:ext uri="{FF2B5EF4-FFF2-40B4-BE49-F238E27FC236}">
                    <a16:creationId xmlns:a16="http://schemas.microsoft.com/office/drawing/2014/main" id="{01C1E8C6-DB6D-41DA-AD23-86376ED0386B}"/>
                  </a:ext>
                </a:extLst>
              </p:cNvPr>
              <p:cNvSpPr txBox="1"/>
              <p:nvPr/>
            </p:nvSpPr>
            <p:spPr>
              <a:xfrm>
                <a:off x="4940010" y="5555225"/>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9" name="CuadroTexto 38">
                <a:extLst>
                  <a:ext uri="{FF2B5EF4-FFF2-40B4-BE49-F238E27FC236}">
                    <a16:creationId xmlns:a16="http://schemas.microsoft.com/office/drawing/2014/main" id="{01C1E8C6-DB6D-41DA-AD23-86376ED0386B}"/>
                  </a:ext>
                </a:extLst>
              </p:cNvPr>
              <p:cNvSpPr txBox="1">
                <a:spLocks noRot="1" noChangeAspect="1" noMove="1" noResize="1" noEditPoints="1" noAdjustHandles="1" noChangeArrowheads="1" noChangeShapeType="1" noTextEdit="1"/>
              </p:cNvSpPr>
              <p:nvPr/>
            </p:nvSpPr>
            <p:spPr>
              <a:xfrm>
                <a:off x="4940010" y="5555225"/>
                <a:ext cx="206788" cy="430887"/>
              </a:xfrm>
              <a:prstGeom prst="rect">
                <a:avLst/>
              </a:prstGeom>
              <a:blipFill>
                <a:blip r:embed="rId20"/>
                <a:stretch>
                  <a:fillRect/>
                </a:stretch>
              </a:blipFill>
            </p:spPr>
            <p:txBody>
              <a:bodyPr/>
              <a:lstStyle/>
              <a:p>
                <a:r>
                  <a:rPr lang="en-US">
                    <a:noFill/>
                  </a:rPr>
                  <a:t> </a:t>
                </a:r>
              </a:p>
            </p:txBody>
          </p:sp>
        </mc:Fallback>
      </mc:AlternateContent>
      <p:pic>
        <p:nvPicPr>
          <p:cNvPr id="14" name="Imagen 13">
            <a:extLst>
              <a:ext uri="{FF2B5EF4-FFF2-40B4-BE49-F238E27FC236}">
                <a16:creationId xmlns:a16="http://schemas.microsoft.com/office/drawing/2014/main" id="{F4B979FC-4D06-49D1-B9C8-81466176BE6E}"/>
              </a:ext>
            </a:extLst>
          </p:cNvPr>
          <p:cNvPicPr>
            <a:picLocks noChangeAspect="1"/>
          </p:cNvPicPr>
          <p:nvPr>
            <p:custDataLst>
              <p:tags r:id="rId5"/>
            </p:custDataLst>
          </p:nvPr>
        </p:nvPicPr>
        <p:blipFill>
          <a:blip r:embed="rId21">
            <a:extLst>
              <a:ext uri="{28A0092B-C50C-407E-A947-70E740481C1C}">
                <a14:useLocalDpi xmlns:a14="http://schemas.microsoft.com/office/drawing/2010/main" val="0"/>
              </a:ext>
            </a:extLst>
          </a:blip>
          <a:stretch>
            <a:fillRect/>
          </a:stretch>
        </p:blipFill>
        <p:spPr>
          <a:xfrm>
            <a:off x="8235103" y="3301762"/>
            <a:ext cx="1540571" cy="254476"/>
          </a:xfrm>
          <a:prstGeom prst="rect">
            <a:avLst/>
          </a:prstGeom>
        </p:spPr>
      </p:pic>
      <p:pic>
        <p:nvPicPr>
          <p:cNvPr id="24" name="Imagen 23">
            <a:extLst>
              <a:ext uri="{FF2B5EF4-FFF2-40B4-BE49-F238E27FC236}">
                <a16:creationId xmlns:a16="http://schemas.microsoft.com/office/drawing/2014/main" id="{C0EDF2C9-DF59-4A02-BC34-238A20224A1C}"/>
              </a:ext>
            </a:extLst>
          </p:cNvPr>
          <p:cNvPicPr>
            <a:picLocks noChangeAspect="1"/>
          </p:cNvPicPr>
          <p:nvPr>
            <p:custDataLst>
              <p:tags r:id="rId6"/>
            </p:custDataLst>
          </p:nvPr>
        </p:nvPicPr>
        <p:blipFill>
          <a:blip r:embed="rId22">
            <a:extLst>
              <a:ext uri="{28A0092B-C50C-407E-A947-70E740481C1C}">
                <a14:useLocalDpi xmlns:a14="http://schemas.microsoft.com/office/drawing/2010/main" val="0"/>
              </a:ext>
            </a:extLst>
          </a:blip>
          <a:stretch>
            <a:fillRect/>
          </a:stretch>
        </p:blipFill>
        <p:spPr>
          <a:xfrm>
            <a:off x="8622150" y="3988618"/>
            <a:ext cx="766476" cy="210286"/>
          </a:xfrm>
          <a:prstGeom prst="rect">
            <a:avLst/>
          </a:prstGeom>
        </p:spPr>
      </p:pic>
    </p:spTree>
    <p:extLst>
      <p:ext uri="{BB962C8B-B14F-4D97-AF65-F5344CB8AC3E}">
        <p14:creationId xmlns:p14="http://schemas.microsoft.com/office/powerpoint/2010/main" val="11487965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72D706BE-9CFA-404F-B14C-DC402657BBC6}"/>
              </a:ext>
            </a:extLst>
          </p:cNvPr>
          <p:cNvSpPr/>
          <p:nvPr/>
        </p:nvSpPr>
        <p:spPr>
          <a:xfrm>
            <a:off x="2665903" y="5720391"/>
            <a:ext cx="2384252" cy="1743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1">
            <a:extLst>
              <a:ext uri="{28A0092B-C50C-407E-A947-70E740481C1C}">
                <a14:useLocalDpi xmlns:a14="http://schemas.microsoft.com/office/drawing/2010/main" val="0"/>
              </a:ext>
            </a:extLst>
          </a:blip>
          <a:stretch>
            <a:fillRect/>
          </a:stretch>
        </p:blipFill>
        <p:spPr>
          <a:xfrm>
            <a:off x="8166531" y="1987088"/>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6398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3343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80451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80451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804513"/>
                <a:ext cx="387927" cy="43088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80451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804512"/>
                <a:ext cx="655629" cy="430887"/>
              </a:xfrm>
              <a:prstGeom prst="rect">
                <a:avLst/>
              </a:prstGeom>
              <a:blipFill>
                <a:blip r:embed="rId13"/>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4100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91223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912235"/>
                <a:ext cx="280526" cy="430887"/>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8611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86112"/>
                <a:ext cx="681277" cy="307777"/>
              </a:xfrm>
              <a:prstGeom prst="rect">
                <a:avLst/>
              </a:prstGeom>
              <a:blipFill>
                <a:blip r:embed="rId15"/>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4175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41754"/>
                <a:ext cx="206788" cy="430887"/>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DAE8183-A863-476A-B59C-471217298D2D}"/>
                  </a:ext>
                </a:extLst>
              </p:cNvPr>
              <p:cNvSpPr txBox="1"/>
              <p:nvPr/>
            </p:nvSpPr>
            <p:spPr>
              <a:xfrm>
                <a:off x="1065063" y="5555225"/>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8" name="CuadroTexto 27">
                <a:extLst>
                  <a:ext uri="{FF2B5EF4-FFF2-40B4-BE49-F238E27FC236}">
                    <a16:creationId xmlns:a16="http://schemas.microsoft.com/office/drawing/2014/main" id="{ADAE8183-A863-476A-B59C-471217298D2D}"/>
                  </a:ext>
                </a:extLst>
              </p:cNvPr>
              <p:cNvSpPr txBox="1">
                <a:spLocks noRot="1" noChangeAspect="1" noMove="1" noResize="1" noEditPoints="1" noAdjustHandles="1" noChangeArrowheads="1" noChangeShapeType="1" noTextEdit="1"/>
              </p:cNvSpPr>
              <p:nvPr/>
            </p:nvSpPr>
            <p:spPr>
              <a:xfrm>
                <a:off x="1065063" y="5555225"/>
                <a:ext cx="103393" cy="430887"/>
              </a:xfrm>
              <a:prstGeom prst="rect">
                <a:avLst/>
              </a:prstGeom>
              <a:blipFill>
                <a:blip r:embed="rId17"/>
                <a:stretch>
                  <a:fillRect r="-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CuadroTexto 32">
                <a:extLst>
                  <a:ext uri="{FF2B5EF4-FFF2-40B4-BE49-F238E27FC236}">
                    <a16:creationId xmlns:a16="http://schemas.microsoft.com/office/drawing/2014/main" id="{B73053AF-13BC-491A-BE3C-EF4B78C45923}"/>
                  </a:ext>
                </a:extLst>
              </p:cNvPr>
              <p:cNvSpPr txBox="1"/>
              <p:nvPr/>
            </p:nvSpPr>
            <p:spPr>
              <a:xfrm>
                <a:off x="720446" y="5986112"/>
                <a:ext cx="101630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−9.7659</m:t>
                      </m:r>
                    </m:oMath>
                  </m:oMathPara>
                </a14:m>
                <a:endParaRPr lang="es-419" sz="2000"/>
              </a:p>
            </p:txBody>
          </p:sp>
        </mc:Choice>
        <mc:Fallback>
          <p:sp>
            <p:nvSpPr>
              <p:cNvPr id="33" name="CuadroTexto 32">
                <a:extLst>
                  <a:ext uri="{FF2B5EF4-FFF2-40B4-BE49-F238E27FC236}">
                    <a16:creationId xmlns:a16="http://schemas.microsoft.com/office/drawing/2014/main" id="{B73053AF-13BC-491A-BE3C-EF4B78C45923}"/>
                  </a:ext>
                </a:extLst>
              </p:cNvPr>
              <p:cNvSpPr txBox="1">
                <a:spLocks noRot="1" noChangeAspect="1" noMove="1" noResize="1" noEditPoints="1" noAdjustHandles="1" noChangeArrowheads="1" noChangeShapeType="1" noTextEdit="1"/>
              </p:cNvSpPr>
              <p:nvPr/>
            </p:nvSpPr>
            <p:spPr>
              <a:xfrm>
                <a:off x="720446" y="5986112"/>
                <a:ext cx="1016304" cy="307777"/>
              </a:xfrm>
              <a:prstGeom prst="rect">
                <a:avLst/>
              </a:prstGeom>
              <a:blipFill>
                <a:blip r:embed="rId18"/>
                <a:stretch>
                  <a:fillRect l="-1198" r="-5389" b="-8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AA1EB38B-0F06-423B-8ABA-502AD30BC000}"/>
                  </a:ext>
                </a:extLst>
              </p:cNvPr>
              <p:cNvSpPr txBox="1"/>
              <p:nvPr/>
            </p:nvSpPr>
            <p:spPr>
              <a:xfrm>
                <a:off x="4857218" y="5973789"/>
                <a:ext cx="3430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44</m:t>
                      </m:r>
                    </m:oMath>
                  </m:oMathPara>
                </a14:m>
                <a:endParaRPr lang="es-419" sz="2000"/>
              </a:p>
            </p:txBody>
          </p:sp>
        </mc:Choice>
        <mc:Fallback>
          <p:sp>
            <p:nvSpPr>
              <p:cNvPr id="38" name="CuadroTexto 37">
                <a:extLst>
                  <a:ext uri="{FF2B5EF4-FFF2-40B4-BE49-F238E27FC236}">
                    <a16:creationId xmlns:a16="http://schemas.microsoft.com/office/drawing/2014/main" id="{AA1EB38B-0F06-423B-8ABA-502AD30BC000}"/>
                  </a:ext>
                </a:extLst>
              </p:cNvPr>
              <p:cNvSpPr txBox="1">
                <a:spLocks noRot="1" noChangeAspect="1" noMove="1" noResize="1" noEditPoints="1" noAdjustHandles="1" noChangeArrowheads="1" noChangeShapeType="1" noTextEdit="1"/>
              </p:cNvSpPr>
              <p:nvPr/>
            </p:nvSpPr>
            <p:spPr>
              <a:xfrm>
                <a:off x="4857218" y="5973789"/>
                <a:ext cx="343043" cy="307777"/>
              </a:xfrm>
              <a:prstGeom prst="rect">
                <a:avLst/>
              </a:prstGeom>
              <a:blipFill>
                <a:blip r:embed="rId19"/>
                <a:stretch>
                  <a:fillRect l="-17857" r="-16071"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CuadroTexto 38">
                <a:extLst>
                  <a:ext uri="{FF2B5EF4-FFF2-40B4-BE49-F238E27FC236}">
                    <a16:creationId xmlns:a16="http://schemas.microsoft.com/office/drawing/2014/main" id="{01C1E8C6-DB6D-41DA-AD23-86376ED0386B}"/>
                  </a:ext>
                </a:extLst>
              </p:cNvPr>
              <p:cNvSpPr txBox="1"/>
              <p:nvPr/>
            </p:nvSpPr>
            <p:spPr>
              <a:xfrm>
                <a:off x="4940010" y="5555225"/>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9" name="CuadroTexto 38">
                <a:extLst>
                  <a:ext uri="{FF2B5EF4-FFF2-40B4-BE49-F238E27FC236}">
                    <a16:creationId xmlns:a16="http://schemas.microsoft.com/office/drawing/2014/main" id="{01C1E8C6-DB6D-41DA-AD23-86376ED0386B}"/>
                  </a:ext>
                </a:extLst>
              </p:cNvPr>
              <p:cNvSpPr txBox="1">
                <a:spLocks noRot="1" noChangeAspect="1" noMove="1" noResize="1" noEditPoints="1" noAdjustHandles="1" noChangeArrowheads="1" noChangeShapeType="1" noTextEdit="1"/>
              </p:cNvSpPr>
              <p:nvPr/>
            </p:nvSpPr>
            <p:spPr>
              <a:xfrm>
                <a:off x="4940010" y="5555225"/>
                <a:ext cx="206788" cy="430887"/>
              </a:xfrm>
              <a:prstGeom prst="rect">
                <a:avLst/>
              </a:prstGeom>
              <a:blipFill>
                <a:blip r:embed="rId20"/>
                <a:stretch>
                  <a:fillRect/>
                </a:stretch>
              </a:blipFill>
            </p:spPr>
            <p:txBody>
              <a:bodyPr/>
              <a:lstStyle/>
              <a:p>
                <a:r>
                  <a:rPr lang="en-US">
                    <a:noFill/>
                  </a:rPr>
                  <a:t> </a:t>
                </a:r>
              </a:p>
            </p:txBody>
          </p:sp>
        </mc:Fallback>
      </mc:AlternateContent>
      <p:pic>
        <p:nvPicPr>
          <p:cNvPr id="14" name="Imagen 13">
            <a:extLst>
              <a:ext uri="{FF2B5EF4-FFF2-40B4-BE49-F238E27FC236}">
                <a16:creationId xmlns:a16="http://schemas.microsoft.com/office/drawing/2014/main" id="{F4B979FC-4D06-49D1-B9C8-81466176BE6E}"/>
              </a:ext>
            </a:extLst>
          </p:cNvPr>
          <p:cNvPicPr>
            <a:picLocks noChangeAspect="1"/>
          </p:cNvPicPr>
          <p:nvPr>
            <p:custDataLst>
              <p:tags r:id="rId5"/>
            </p:custDataLst>
          </p:nvPr>
        </p:nvPicPr>
        <p:blipFill>
          <a:blip r:embed="rId21">
            <a:extLst>
              <a:ext uri="{28A0092B-C50C-407E-A947-70E740481C1C}">
                <a14:useLocalDpi xmlns:a14="http://schemas.microsoft.com/office/drawing/2010/main" val="0"/>
              </a:ext>
            </a:extLst>
          </a:blip>
          <a:stretch>
            <a:fillRect/>
          </a:stretch>
        </p:blipFill>
        <p:spPr>
          <a:xfrm>
            <a:off x="8235103" y="3301762"/>
            <a:ext cx="1540571" cy="254476"/>
          </a:xfrm>
          <a:prstGeom prst="rect">
            <a:avLst/>
          </a:prstGeom>
        </p:spPr>
      </p:pic>
      <p:pic>
        <p:nvPicPr>
          <p:cNvPr id="24" name="Imagen 23">
            <a:extLst>
              <a:ext uri="{FF2B5EF4-FFF2-40B4-BE49-F238E27FC236}">
                <a16:creationId xmlns:a16="http://schemas.microsoft.com/office/drawing/2014/main" id="{C0EDF2C9-DF59-4A02-BC34-238A20224A1C}"/>
              </a:ext>
            </a:extLst>
          </p:cNvPr>
          <p:cNvPicPr>
            <a:picLocks noChangeAspect="1"/>
          </p:cNvPicPr>
          <p:nvPr>
            <p:custDataLst>
              <p:tags r:id="rId6"/>
            </p:custDataLst>
          </p:nvPr>
        </p:nvPicPr>
        <p:blipFill>
          <a:blip r:embed="rId22">
            <a:extLst>
              <a:ext uri="{28A0092B-C50C-407E-A947-70E740481C1C}">
                <a14:useLocalDpi xmlns:a14="http://schemas.microsoft.com/office/drawing/2010/main" val="0"/>
              </a:ext>
            </a:extLst>
          </a:blip>
          <a:stretch>
            <a:fillRect/>
          </a:stretch>
        </p:blipFill>
        <p:spPr>
          <a:xfrm>
            <a:off x="8622150" y="3988618"/>
            <a:ext cx="766476" cy="210286"/>
          </a:xfrm>
          <a:prstGeom prst="rect">
            <a:avLst/>
          </a:prstGeom>
        </p:spPr>
      </p:pic>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812AE24E-D2F7-494C-88C5-2EDC576007E2}"/>
                  </a:ext>
                </a:extLst>
              </p:cNvPr>
              <p:cNvSpPr txBox="1"/>
              <p:nvPr/>
            </p:nvSpPr>
            <p:spPr>
              <a:xfrm>
                <a:off x="2379798" y="5975509"/>
                <a:ext cx="39273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s-419" sz="2000"/>
              </a:p>
            </p:txBody>
          </p:sp>
        </mc:Choice>
        <mc:Fallback>
          <p:sp>
            <p:nvSpPr>
              <p:cNvPr id="27" name="CuadroTexto 26">
                <a:extLst>
                  <a:ext uri="{FF2B5EF4-FFF2-40B4-BE49-F238E27FC236}">
                    <a16:creationId xmlns:a16="http://schemas.microsoft.com/office/drawing/2014/main" id="{812AE24E-D2F7-494C-88C5-2EDC576007E2}"/>
                  </a:ext>
                </a:extLst>
              </p:cNvPr>
              <p:cNvSpPr txBox="1">
                <a:spLocks noRot="1" noChangeAspect="1" noMove="1" noResize="1" noEditPoints="1" noAdjustHandles="1" noChangeArrowheads="1" noChangeShapeType="1" noTextEdit="1"/>
              </p:cNvSpPr>
              <p:nvPr/>
            </p:nvSpPr>
            <p:spPr>
              <a:xfrm>
                <a:off x="2379798" y="5975509"/>
                <a:ext cx="392735" cy="307777"/>
              </a:xfrm>
              <a:prstGeom prst="rect">
                <a:avLst/>
              </a:prstGeom>
              <a:blipFill>
                <a:blip r:embed="rId23"/>
                <a:stretch>
                  <a:fillRect l="-3077" r="-13846" b="-58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CuadroTexto 28">
                <a:extLst>
                  <a:ext uri="{FF2B5EF4-FFF2-40B4-BE49-F238E27FC236}">
                    <a16:creationId xmlns:a16="http://schemas.microsoft.com/office/drawing/2014/main" id="{BE193EA8-64A7-4799-87B0-383395188A1A}"/>
                  </a:ext>
                </a:extLst>
              </p:cNvPr>
              <p:cNvSpPr txBox="1"/>
              <p:nvPr/>
            </p:nvSpPr>
            <p:spPr>
              <a:xfrm>
                <a:off x="2606482" y="5555224"/>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9" name="CuadroTexto 28">
                <a:extLst>
                  <a:ext uri="{FF2B5EF4-FFF2-40B4-BE49-F238E27FC236}">
                    <a16:creationId xmlns:a16="http://schemas.microsoft.com/office/drawing/2014/main" id="{BE193EA8-64A7-4799-87B0-383395188A1A}"/>
                  </a:ext>
                </a:extLst>
              </p:cNvPr>
              <p:cNvSpPr txBox="1">
                <a:spLocks noRot="1" noChangeAspect="1" noMove="1" noResize="1" noEditPoints="1" noAdjustHandles="1" noChangeArrowheads="1" noChangeShapeType="1" noTextEdit="1"/>
              </p:cNvSpPr>
              <p:nvPr/>
            </p:nvSpPr>
            <p:spPr>
              <a:xfrm>
                <a:off x="2606482" y="5555224"/>
                <a:ext cx="103393" cy="430887"/>
              </a:xfrm>
              <a:prstGeom prst="rect">
                <a:avLst/>
              </a:prstGeom>
              <a:blipFill>
                <a:blip r:embed="rId24"/>
                <a:stretch>
                  <a:fillRect r="-11765"/>
                </a:stretch>
              </a:blipFill>
            </p:spPr>
            <p:txBody>
              <a:bodyPr/>
              <a:lstStyle/>
              <a:p>
                <a:r>
                  <a:rPr lang="en-US">
                    <a:noFill/>
                  </a:rPr>
                  <a:t> </a:t>
                </a:r>
              </a:p>
            </p:txBody>
          </p:sp>
        </mc:Fallback>
      </mc:AlternateContent>
    </p:spTree>
    <p:extLst>
      <p:ext uri="{BB962C8B-B14F-4D97-AF65-F5344CB8AC3E}">
        <p14:creationId xmlns:p14="http://schemas.microsoft.com/office/powerpoint/2010/main" val="1348015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esquinas redondeadas 15">
            <a:extLst>
              <a:ext uri="{FF2B5EF4-FFF2-40B4-BE49-F238E27FC236}">
                <a16:creationId xmlns:a16="http://schemas.microsoft.com/office/drawing/2014/main" id="{F64C8C86-FAE3-476C-8507-B403A6FF9B18}"/>
              </a:ext>
            </a:extLst>
          </p:cNvPr>
          <p:cNvSpPr/>
          <p:nvPr/>
        </p:nvSpPr>
        <p:spPr>
          <a:xfrm>
            <a:off x="7487920" y="3282412"/>
            <a:ext cx="3412935" cy="1451018"/>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2" name="Rectángulo 31">
            <a:extLst>
              <a:ext uri="{FF2B5EF4-FFF2-40B4-BE49-F238E27FC236}">
                <a16:creationId xmlns:a16="http://schemas.microsoft.com/office/drawing/2014/main" id="{72D706BE-9CFA-404F-B14C-DC402657BBC6}"/>
              </a:ext>
            </a:extLst>
          </p:cNvPr>
          <p:cNvSpPr/>
          <p:nvPr/>
        </p:nvSpPr>
        <p:spPr>
          <a:xfrm>
            <a:off x="2665903" y="5720391"/>
            <a:ext cx="2384252" cy="1743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3" name="Rectángulo 2">
            <a:extLst>
              <a:ext uri="{FF2B5EF4-FFF2-40B4-BE49-F238E27FC236}">
                <a16:creationId xmlns:a16="http://schemas.microsoft.com/office/drawing/2014/main" id="{3B87E3A0-55E4-4CF3-B922-2209CB64A355}"/>
              </a:ext>
            </a:extLst>
          </p:cNvPr>
          <p:cNvSpPr/>
          <p:nvPr/>
        </p:nvSpPr>
        <p:spPr>
          <a:xfrm>
            <a:off x="294290" y="2001752"/>
            <a:ext cx="5055476" cy="2370551"/>
          </a:xfrm>
          <a:prstGeom prst="rect">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1" name="Rectángulo: esquinas redondeadas 20">
            <a:extLst>
              <a:ext uri="{FF2B5EF4-FFF2-40B4-BE49-F238E27FC236}">
                <a16:creationId xmlns:a16="http://schemas.microsoft.com/office/drawing/2014/main" id="{F9126494-3842-4494-B328-B7F512FDB910}"/>
              </a:ext>
            </a:extLst>
          </p:cNvPr>
          <p:cNvSpPr/>
          <p:nvPr/>
        </p:nvSpPr>
        <p:spPr>
          <a:xfrm>
            <a:off x="1291145" y="2288228"/>
            <a:ext cx="1199806" cy="1989483"/>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ES" sz="4400" b="1">
                <a:solidFill>
                  <a:srgbClr val="FF0000"/>
                </a:solidFill>
              </a:rPr>
              <a:t>Usando Routh Hurwitz en los sistemas de control</a:t>
            </a:r>
            <a:endParaRPr lang="es-419" b="1">
              <a:solidFill>
                <a:srgbClr val="FF0000"/>
              </a:solidFill>
            </a:endParaRPr>
          </a:p>
        </p:txBody>
      </p:sp>
      <p:pic>
        <p:nvPicPr>
          <p:cNvPr id="5" name="Imagen 4">
            <a:extLst>
              <a:ext uri="{FF2B5EF4-FFF2-40B4-BE49-F238E27FC236}">
                <a16:creationId xmlns:a16="http://schemas.microsoft.com/office/drawing/2014/main" id="{9B502495-FDA6-4B4E-BF9F-69614AFFFF86}"/>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838201" y="2497958"/>
            <a:ext cx="4239237" cy="1488762"/>
          </a:xfrm>
          <a:prstGeom prst="rect">
            <a:avLst/>
          </a:prstGeom>
        </p:spPr>
      </p:pic>
      <p:cxnSp>
        <p:nvCxnSpPr>
          <p:cNvPr id="8" name="Conector recto 7">
            <a:extLst>
              <a:ext uri="{FF2B5EF4-FFF2-40B4-BE49-F238E27FC236}">
                <a16:creationId xmlns:a16="http://schemas.microsoft.com/office/drawing/2014/main" id="{BB931356-69B5-4985-BD01-585833CB481D}"/>
              </a:ext>
            </a:extLst>
          </p:cNvPr>
          <p:cNvCxnSpPr>
            <a:cxnSpLocks/>
          </p:cNvCxnSpPr>
          <p:nvPr/>
        </p:nvCxnSpPr>
        <p:spPr>
          <a:xfrm>
            <a:off x="1162497" y="2402728"/>
            <a:ext cx="0" cy="17593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73F2BE30-5802-400A-828D-E6F0296511EF}"/>
              </a:ext>
            </a:extLst>
          </p:cNvPr>
          <p:cNvCxnSpPr>
            <a:cxnSpLocks/>
          </p:cNvCxnSpPr>
          <p:nvPr/>
        </p:nvCxnSpPr>
        <p:spPr>
          <a:xfrm>
            <a:off x="416440" y="3074384"/>
            <a:ext cx="48492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Imagen 9">
            <a:extLst>
              <a:ext uri="{FF2B5EF4-FFF2-40B4-BE49-F238E27FC236}">
                <a16:creationId xmlns:a16="http://schemas.microsoft.com/office/drawing/2014/main" id="{B0DB90C2-81AE-4A79-9F27-0B845E8DBD54}"/>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765715" y="1436409"/>
            <a:ext cx="5330285" cy="274286"/>
          </a:xfrm>
          <a:prstGeom prst="rect">
            <a:avLst/>
          </a:prstGeom>
        </p:spPr>
      </p:pic>
      <p:pic>
        <p:nvPicPr>
          <p:cNvPr id="12" name="Imagen 11">
            <a:extLst>
              <a:ext uri="{FF2B5EF4-FFF2-40B4-BE49-F238E27FC236}">
                <a16:creationId xmlns:a16="http://schemas.microsoft.com/office/drawing/2014/main" id="{24400D6F-68F9-433E-9568-1E81C214E568}"/>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tretch>
            <a:fillRect/>
          </a:stretch>
        </p:blipFill>
        <p:spPr>
          <a:xfrm>
            <a:off x="5955863" y="2048990"/>
            <a:ext cx="1604571" cy="525714"/>
          </a:xfrm>
          <a:prstGeom prst="rect">
            <a:avLst/>
          </a:prstGeom>
        </p:spPr>
      </p:pic>
      <p:pic>
        <p:nvPicPr>
          <p:cNvPr id="7" name="Imagen 6">
            <a:extLst>
              <a:ext uri="{FF2B5EF4-FFF2-40B4-BE49-F238E27FC236}">
                <a16:creationId xmlns:a16="http://schemas.microsoft.com/office/drawing/2014/main" id="{2DCC332E-B4DD-40A8-8E94-F7F70E7342F9}"/>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8166531" y="1987088"/>
            <a:ext cx="3218286" cy="572952"/>
          </a:xfrm>
          <a:prstGeom prst="rect">
            <a:avLst/>
          </a:prstGeom>
        </p:spPr>
      </p:pic>
      <p:sp>
        <p:nvSpPr>
          <p:cNvPr id="6" name="Rectángulo: esquinas redondeadas 5">
            <a:extLst>
              <a:ext uri="{FF2B5EF4-FFF2-40B4-BE49-F238E27FC236}">
                <a16:creationId xmlns:a16="http://schemas.microsoft.com/office/drawing/2014/main" id="{3D427CBE-22B8-481E-8E3A-C0B9EE4D7FA0}"/>
              </a:ext>
            </a:extLst>
          </p:cNvPr>
          <p:cNvSpPr/>
          <p:nvPr/>
        </p:nvSpPr>
        <p:spPr>
          <a:xfrm>
            <a:off x="115614" y="4763989"/>
            <a:ext cx="6831724" cy="1555531"/>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CuadroTexto 10">
            <a:extLst>
              <a:ext uri="{FF2B5EF4-FFF2-40B4-BE49-F238E27FC236}">
                <a16:creationId xmlns:a16="http://schemas.microsoft.com/office/drawing/2014/main" id="{BF944C9D-689D-4C40-8AA7-77C21426A421}"/>
              </a:ext>
            </a:extLst>
          </p:cNvPr>
          <p:cNvSpPr txBox="1"/>
          <p:nvPr/>
        </p:nvSpPr>
        <p:spPr>
          <a:xfrm>
            <a:off x="551446" y="4733430"/>
            <a:ext cx="1939505" cy="461665"/>
          </a:xfrm>
          <a:prstGeom prst="rect">
            <a:avLst/>
          </a:prstGeom>
          <a:noFill/>
        </p:spPr>
        <p:txBody>
          <a:bodyPr wrap="none" rtlCol="0">
            <a:spAutoFit/>
          </a:bodyPr>
          <a:lstStyle/>
          <a:p>
            <a:r>
              <a:rPr lang="es-419" sz="2400" b="1">
                <a:solidFill>
                  <a:srgbClr val="FF0000"/>
                </a:solidFill>
              </a:rPr>
              <a:t>Intervalo de </a:t>
            </a:r>
            <a:r>
              <a:rPr lang="es-419" sz="2400" b="1" i="1">
                <a:solidFill>
                  <a:srgbClr val="FF0000"/>
                </a:solidFill>
              </a:rPr>
              <a:t>k</a:t>
            </a:r>
            <a:endParaRPr lang="es-419" sz="2400" b="1">
              <a:solidFill>
                <a:srgbClr val="FF0000"/>
              </a:solidFill>
            </a:endParaRPr>
          </a:p>
        </p:txBody>
      </p:sp>
      <p:cxnSp>
        <p:nvCxnSpPr>
          <p:cNvPr id="15" name="Conector recto de flecha 14">
            <a:extLst>
              <a:ext uri="{FF2B5EF4-FFF2-40B4-BE49-F238E27FC236}">
                <a16:creationId xmlns:a16="http://schemas.microsoft.com/office/drawing/2014/main" id="{35FE528A-8697-47D8-A9D8-DA16FD6EA780}"/>
              </a:ext>
            </a:extLst>
          </p:cNvPr>
          <p:cNvCxnSpPr/>
          <p:nvPr/>
        </p:nvCxnSpPr>
        <p:spPr>
          <a:xfrm>
            <a:off x="551446" y="5804513"/>
            <a:ext cx="5985988" cy="0"/>
          </a:xfrm>
          <a:prstGeom prst="straightConnector1">
            <a:avLst/>
          </a:prstGeom>
          <a:ln w="28575">
            <a:solidFill>
              <a:schemeClr val="tx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C90F1F93-5A4B-49C7-AC62-354A5DE38FA7}"/>
                  </a:ext>
                </a:extLst>
              </p:cNvPr>
              <p:cNvSpPr txBox="1"/>
              <p:nvPr/>
            </p:nvSpPr>
            <p:spPr>
              <a:xfrm>
                <a:off x="6298511" y="5804513"/>
                <a:ext cx="38792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7" name="CuadroTexto 16">
                <a:extLst>
                  <a:ext uri="{FF2B5EF4-FFF2-40B4-BE49-F238E27FC236}">
                    <a16:creationId xmlns:a16="http://schemas.microsoft.com/office/drawing/2014/main" id="{C90F1F93-5A4B-49C7-AC62-354A5DE38FA7}"/>
                  </a:ext>
                </a:extLst>
              </p:cNvPr>
              <p:cNvSpPr txBox="1">
                <a:spLocks noRot="1" noChangeAspect="1" noMove="1" noResize="1" noEditPoints="1" noAdjustHandles="1" noChangeArrowheads="1" noChangeShapeType="1" noTextEdit="1"/>
              </p:cNvSpPr>
              <p:nvPr/>
            </p:nvSpPr>
            <p:spPr>
              <a:xfrm>
                <a:off x="6298511" y="5804513"/>
                <a:ext cx="387927" cy="430887"/>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CuadroTexto 18">
                <a:extLst>
                  <a:ext uri="{FF2B5EF4-FFF2-40B4-BE49-F238E27FC236}">
                    <a16:creationId xmlns:a16="http://schemas.microsoft.com/office/drawing/2014/main" id="{B9C96190-073A-41B1-B4A2-444B5A531942}"/>
                  </a:ext>
                </a:extLst>
              </p:cNvPr>
              <p:cNvSpPr txBox="1"/>
              <p:nvPr/>
            </p:nvSpPr>
            <p:spPr>
              <a:xfrm>
                <a:off x="180406" y="5804512"/>
                <a:ext cx="6556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s-419" sz="2800" i="1" smtClean="0">
                          <a:latin typeface="Cambria Math" panose="02040503050406030204" pitchFamily="18" charset="0"/>
                          <a:ea typeface="Cambria Math" panose="02040503050406030204" pitchFamily="18" charset="0"/>
                        </a:rPr>
                        <m:t>∞</m:t>
                      </m:r>
                    </m:oMath>
                  </m:oMathPara>
                </a14:m>
                <a:endParaRPr lang="es-419" sz="2800"/>
              </a:p>
            </p:txBody>
          </p:sp>
        </mc:Choice>
        <mc:Fallback>
          <p:sp>
            <p:nvSpPr>
              <p:cNvPr id="19" name="CuadroTexto 18">
                <a:extLst>
                  <a:ext uri="{FF2B5EF4-FFF2-40B4-BE49-F238E27FC236}">
                    <a16:creationId xmlns:a16="http://schemas.microsoft.com/office/drawing/2014/main" id="{B9C96190-073A-41B1-B4A2-444B5A531942}"/>
                  </a:ext>
                </a:extLst>
              </p:cNvPr>
              <p:cNvSpPr txBox="1">
                <a:spLocks noRot="1" noChangeAspect="1" noMove="1" noResize="1" noEditPoints="1" noAdjustHandles="1" noChangeArrowheads="1" noChangeShapeType="1" noTextEdit="1"/>
              </p:cNvSpPr>
              <p:nvPr/>
            </p:nvSpPr>
            <p:spPr>
              <a:xfrm>
                <a:off x="180406" y="5804512"/>
                <a:ext cx="655629" cy="430887"/>
              </a:xfrm>
              <a:prstGeom prst="rect">
                <a:avLst/>
              </a:prstGeom>
              <a:blipFill>
                <a:blip r:embed="rId12"/>
                <a:stretch>
                  <a:fillRect/>
                </a:stretch>
              </a:blipFill>
            </p:spPr>
            <p:txBody>
              <a:bodyPr/>
              <a:lstStyle/>
              <a:p>
                <a:r>
                  <a:rPr lang="en-US">
                    <a:noFill/>
                  </a:rPr>
                  <a:t> </a:t>
                </a:r>
              </a:p>
            </p:txBody>
          </p:sp>
        </mc:Fallback>
      </mc:AlternateContent>
      <p:cxnSp>
        <p:nvCxnSpPr>
          <p:cNvPr id="20" name="Conector recto 19">
            <a:extLst>
              <a:ext uri="{FF2B5EF4-FFF2-40B4-BE49-F238E27FC236}">
                <a16:creationId xmlns:a16="http://schemas.microsoft.com/office/drawing/2014/main" id="{15487C13-96F0-4F03-96CB-975E4BEC65CE}"/>
              </a:ext>
            </a:extLst>
          </p:cNvPr>
          <p:cNvCxnSpPr/>
          <p:nvPr/>
        </p:nvCxnSpPr>
        <p:spPr>
          <a:xfrm>
            <a:off x="2965705" y="5641002"/>
            <a:ext cx="0" cy="3270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C5A7636C-8A0E-4297-8AD2-169DB06C8A38}"/>
                  </a:ext>
                </a:extLst>
              </p:cNvPr>
              <p:cNvSpPr txBox="1"/>
              <p:nvPr/>
            </p:nvSpPr>
            <p:spPr>
              <a:xfrm>
                <a:off x="2829616" y="5912235"/>
                <a:ext cx="28052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0</m:t>
                      </m:r>
                    </m:oMath>
                  </m:oMathPara>
                </a14:m>
                <a:endParaRPr lang="es-419" sz="2800"/>
              </a:p>
            </p:txBody>
          </p:sp>
        </mc:Choice>
        <mc:Fallback>
          <p:sp>
            <p:nvSpPr>
              <p:cNvPr id="22" name="CuadroTexto 21">
                <a:extLst>
                  <a:ext uri="{FF2B5EF4-FFF2-40B4-BE49-F238E27FC236}">
                    <a16:creationId xmlns:a16="http://schemas.microsoft.com/office/drawing/2014/main" id="{C5A7636C-8A0E-4297-8AD2-169DB06C8A38}"/>
                  </a:ext>
                </a:extLst>
              </p:cNvPr>
              <p:cNvSpPr txBox="1">
                <a:spLocks noRot="1" noChangeAspect="1" noMove="1" noResize="1" noEditPoints="1" noAdjustHandles="1" noChangeArrowheads="1" noChangeShapeType="1" noTextEdit="1"/>
              </p:cNvSpPr>
              <p:nvPr/>
            </p:nvSpPr>
            <p:spPr>
              <a:xfrm>
                <a:off x="2829616" y="5912235"/>
                <a:ext cx="280526" cy="43088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uadroTexto 29">
                <a:extLst>
                  <a:ext uri="{FF2B5EF4-FFF2-40B4-BE49-F238E27FC236}">
                    <a16:creationId xmlns:a16="http://schemas.microsoft.com/office/drawing/2014/main" id="{598D06AA-B7EC-4580-A318-8437EEB72C4C}"/>
                  </a:ext>
                </a:extLst>
              </p:cNvPr>
              <p:cNvSpPr txBox="1"/>
              <p:nvPr/>
            </p:nvSpPr>
            <p:spPr>
              <a:xfrm>
                <a:off x="5606236" y="5986112"/>
                <a:ext cx="6812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63.66</m:t>
                      </m:r>
                    </m:oMath>
                  </m:oMathPara>
                </a14:m>
                <a:endParaRPr lang="es-419" sz="2000"/>
              </a:p>
            </p:txBody>
          </p:sp>
        </mc:Choice>
        <mc:Fallback>
          <p:sp>
            <p:nvSpPr>
              <p:cNvPr id="30" name="CuadroTexto 29">
                <a:extLst>
                  <a:ext uri="{FF2B5EF4-FFF2-40B4-BE49-F238E27FC236}">
                    <a16:creationId xmlns:a16="http://schemas.microsoft.com/office/drawing/2014/main" id="{598D06AA-B7EC-4580-A318-8437EEB72C4C}"/>
                  </a:ext>
                </a:extLst>
              </p:cNvPr>
              <p:cNvSpPr txBox="1">
                <a:spLocks noRot="1" noChangeAspect="1" noMove="1" noResize="1" noEditPoints="1" noAdjustHandles="1" noChangeArrowheads="1" noChangeShapeType="1" noTextEdit="1"/>
              </p:cNvSpPr>
              <p:nvPr/>
            </p:nvSpPr>
            <p:spPr>
              <a:xfrm>
                <a:off x="5606236" y="5986112"/>
                <a:ext cx="681277" cy="307777"/>
              </a:xfrm>
              <a:prstGeom prst="rect">
                <a:avLst/>
              </a:prstGeom>
              <a:blipFill>
                <a:blip r:embed="rId14"/>
                <a:stretch>
                  <a:fillRect l="-9009" r="-9009"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51710449-6499-40B0-A563-BE40FA10ADB0}"/>
                  </a:ext>
                </a:extLst>
              </p:cNvPr>
              <p:cNvSpPr txBox="1"/>
              <p:nvPr/>
            </p:nvSpPr>
            <p:spPr>
              <a:xfrm>
                <a:off x="5867505" y="5541754"/>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1" name="CuadroTexto 30">
                <a:extLst>
                  <a:ext uri="{FF2B5EF4-FFF2-40B4-BE49-F238E27FC236}">
                    <a16:creationId xmlns:a16="http://schemas.microsoft.com/office/drawing/2014/main" id="{51710449-6499-40B0-A563-BE40FA10ADB0}"/>
                  </a:ext>
                </a:extLst>
              </p:cNvPr>
              <p:cNvSpPr txBox="1">
                <a:spLocks noRot="1" noChangeAspect="1" noMove="1" noResize="1" noEditPoints="1" noAdjustHandles="1" noChangeArrowheads="1" noChangeShapeType="1" noTextEdit="1"/>
              </p:cNvSpPr>
              <p:nvPr/>
            </p:nvSpPr>
            <p:spPr>
              <a:xfrm>
                <a:off x="5867505" y="5541754"/>
                <a:ext cx="206788" cy="430887"/>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ADAE8183-A863-476A-B59C-471217298D2D}"/>
                  </a:ext>
                </a:extLst>
              </p:cNvPr>
              <p:cNvSpPr txBox="1"/>
              <p:nvPr/>
            </p:nvSpPr>
            <p:spPr>
              <a:xfrm>
                <a:off x="1065063" y="5555225"/>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8" name="CuadroTexto 27">
                <a:extLst>
                  <a:ext uri="{FF2B5EF4-FFF2-40B4-BE49-F238E27FC236}">
                    <a16:creationId xmlns:a16="http://schemas.microsoft.com/office/drawing/2014/main" id="{ADAE8183-A863-476A-B59C-471217298D2D}"/>
                  </a:ext>
                </a:extLst>
              </p:cNvPr>
              <p:cNvSpPr txBox="1">
                <a:spLocks noRot="1" noChangeAspect="1" noMove="1" noResize="1" noEditPoints="1" noAdjustHandles="1" noChangeArrowheads="1" noChangeShapeType="1" noTextEdit="1"/>
              </p:cNvSpPr>
              <p:nvPr/>
            </p:nvSpPr>
            <p:spPr>
              <a:xfrm>
                <a:off x="1065063" y="5555225"/>
                <a:ext cx="103393" cy="430887"/>
              </a:xfrm>
              <a:prstGeom prst="rect">
                <a:avLst/>
              </a:prstGeom>
              <a:blipFill>
                <a:blip r:embed="rId16"/>
                <a:stretch>
                  <a:fillRect r="-1176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CuadroTexto 32">
                <a:extLst>
                  <a:ext uri="{FF2B5EF4-FFF2-40B4-BE49-F238E27FC236}">
                    <a16:creationId xmlns:a16="http://schemas.microsoft.com/office/drawing/2014/main" id="{B73053AF-13BC-491A-BE3C-EF4B78C45923}"/>
                  </a:ext>
                </a:extLst>
              </p:cNvPr>
              <p:cNvSpPr txBox="1"/>
              <p:nvPr/>
            </p:nvSpPr>
            <p:spPr>
              <a:xfrm>
                <a:off x="720446" y="5986112"/>
                <a:ext cx="101630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−9.7659</m:t>
                      </m:r>
                    </m:oMath>
                  </m:oMathPara>
                </a14:m>
                <a:endParaRPr lang="es-419" sz="2000"/>
              </a:p>
            </p:txBody>
          </p:sp>
        </mc:Choice>
        <mc:Fallback>
          <p:sp>
            <p:nvSpPr>
              <p:cNvPr id="33" name="CuadroTexto 32">
                <a:extLst>
                  <a:ext uri="{FF2B5EF4-FFF2-40B4-BE49-F238E27FC236}">
                    <a16:creationId xmlns:a16="http://schemas.microsoft.com/office/drawing/2014/main" id="{B73053AF-13BC-491A-BE3C-EF4B78C45923}"/>
                  </a:ext>
                </a:extLst>
              </p:cNvPr>
              <p:cNvSpPr txBox="1">
                <a:spLocks noRot="1" noChangeAspect="1" noMove="1" noResize="1" noEditPoints="1" noAdjustHandles="1" noChangeArrowheads="1" noChangeShapeType="1" noTextEdit="1"/>
              </p:cNvSpPr>
              <p:nvPr/>
            </p:nvSpPr>
            <p:spPr>
              <a:xfrm>
                <a:off x="720446" y="5986112"/>
                <a:ext cx="1016304" cy="307777"/>
              </a:xfrm>
              <a:prstGeom prst="rect">
                <a:avLst/>
              </a:prstGeom>
              <a:blipFill>
                <a:blip r:embed="rId17"/>
                <a:stretch>
                  <a:fillRect l="-1198" r="-5389" b="-8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CuadroTexto 37">
                <a:extLst>
                  <a:ext uri="{FF2B5EF4-FFF2-40B4-BE49-F238E27FC236}">
                    <a16:creationId xmlns:a16="http://schemas.microsoft.com/office/drawing/2014/main" id="{AA1EB38B-0F06-423B-8ABA-502AD30BC000}"/>
                  </a:ext>
                </a:extLst>
              </p:cNvPr>
              <p:cNvSpPr txBox="1"/>
              <p:nvPr/>
            </p:nvSpPr>
            <p:spPr>
              <a:xfrm>
                <a:off x="4857218" y="5973789"/>
                <a:ext cx="343043"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44</m:t>
                      </m:r>
                    </m:oMath>
                  </m:oMathPara>
                </a14:m>
                <a:endParaRPr lang="es-419" sz="2000"/>
              </a:p>
            </p:txBody>
          </p:sp>
        </mc:Choice>
        <mc:Fallback>
          <p:sp>
            <p:nvSpPr>
              <p:cNvPr id="38" name="CuadroTexto 37">
                <a:extLst>
                  <a:ext uri="{FF2B5EF4-FFF2-40B4-BE49-F238E27FC236}">
                    <a16:creationId xmlns:a16="http://schemas.microsoft.com/office/drawing/2014/main" id="{AA1EB38B-0F06-423B-8ABA-502AD30BC000}"/>
                  </a:ext>
                </a:extLst>
              </p:cNvPr>
              <p:cNvSpPr txBox="1">
                <a:spLocks noRot="1" noChangeAspect="1" noMove="1" noResize="1" noEditPoints="1" noAdjustHandles="1" noChangeArrowheads="1" noChangeShapeType="1" noTextEdit="1"/>
              </p:cNvSpPr>
              <p:nvPr/>
            </p:nvSpPr>
            <p:spPr>
              <a:xfrm>
                <a:off x="4857218" y="5973789"/>
                <a:ext cx="343043" cy="307777"/>
              </a:xfrm>
              <a:prstGeom prst="rect">
                <a:avLst/>
              </a:prstGeom>
              <a:blipFill>
                <a:blip r:embed="rId18"/>
                <a:stretch>
                  <a:fillRect l="-17857" r="-16071" b="-6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CuadroTexto 38">
                <a:extLst>
                  <a:ext uri="{FF2B5EF4-FFF2-40B4-BE49-F238E27FC236}">
                    <a16:creationId xmlns:a16="http://schemas.microsoft.com/office/drawing/2014/main" id="{01C1E8C6-DB6D-41DA-AD23-86376ED0386B}"/>
                  </a:ext>
                </a:extLst>
              </p:cNvPr>
              <p:cNvSpPr txBox="1"/>
              <p:nvPr/>
            </p:nvSpPr>
            <p:spPr>
              <a:xfrm>
                <a:off x="4940010" y="5555225"/>
                <a:ext cx="20678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39" name="CuadroTexto 38">
                <a:extLst>
                  <a:ext uri="{FF2B5EF4-FFF2-40B4-BE49-F238E27FC236}">
                    <a16:creationId xmlns:a16="http://schemas.microsoft.com/office/drawing/2014/main" id="{01C1E8C6-DB6D-41DA-AD23-86376ED0386B}"/>
                  </a:ext>
                </a:extLst>
              </p:cNvPr>
              <p:cNvSpPr txBox="1">
                <a:spLocks noRot="1" noChangeAspect="1" noMove="1" noResize="1" noEditPoints="1" noAdjustHandles="1" noChangeArrowheads="1" noChangeShapeType="1" noTextEdit="1"/>
              </p:cNvSpPr>
              <p:nvPr/>
            </p:nvSpPr>
            <p:spPr>
              <a:xfrm>
                <a:off x="4940010" y="5555225"/>
                <a:ext cx="206788" cy="430887"/>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812AE24E-D2F7-494C-88C5-2EDC576007E2}"/>
                  </a:ext>
                </a:extLst>
              </p:cNvPr>
              <p:cNvSpPr txBox="1"/>
              <p:nvPr/>
            </p:nvSpPr>
            <p:spPr>
              <a:xfrm>
                <a:off x="2379798" y="5975509"/>
                <a:ext cx="392735"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−1</m:t>
                      </m:r>
                    </m:oMath>
                  </m:oMathPara>
                </a14:m>
                <a:endParaRPr lang="es-419" sz="2000"/>
              </a:p>
            </p:txBody>
          </p:sp>
        </mc:Choice>
        <mc:Fallback>
          <p:sp>
            <p:nvSpPr>
              <p:cNvPr id="27" name="CuadroTexto 26">
                <a:extLst>
                  <a:ext uri="{FF2B5EF4-FFF2-40B4-BE49-F238E27FC236}">
                    <a16:creationId xmlns:a16="http://schemas.microsoft.com/office/drawing/2014/main" id="{812AE24E-D2F7-494C-88C5-2EDC576007E2}"/>
                  </a:ext>
                </a:extLst>
              </p:cNvPr>
              <p:cNvSpPr txBox="1">
                <a:spLocks noRot="1" noChangeAspect="1" noMove="1" noResize="1" noEditPoints="1" noAdjustHandles="1" noChangeArrowheads="1" noChangeShapeType="1" noTextEdit="1"/>
              </p:cNvSpPr>
              <p:nvPr/>
            </p:nvSpPr>
            <p:spPr>
              <a:xfrm>
                <a:off x="2379798" y="5975509"/>
                <a:ext cx="392735" cy="307777"/>
              </a:xfrm>
              <a:prstGeom prst="rect">
                <a:avLst/>
              </a:prstGeom>
              <a:blipFill>
                <a:blip r:embed="rId20"/>
                <a:stretch>
                  <a:fillRect l="-3077" r="-13846" b="-58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CuadroTexto 28">
                <a:extLst>
                  <a:ext uri="{FF2B5EF4-FFF2-40B4-BE49-F238E27FC236}">
                    <a16:creationId xmlns:a16="http://schemas.microsoft.com/office/drawing/2014/main" id="{BE193EA8-64A7-4799-87B0-383395188A1A}"/>
                  </a:ext>
                </a:extLst>
              </p:cNvPr>
              <p:cNvSpPr txBox="1"/>
              <p:nvPr/>
            </p:nvSpPr>
            <p:spPr>
              <a:xfrm>
                <a:off x="2606482" y="5555224"/>
                <a:ext cx="10339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FF0000"/>
                          </a:solidFill>
                          <a:latin typeface="Cambria Math" panose="02040503050406030204" pitchFamily="18" charset="0"/>
                        </a:rPr>
                        <m:t>[</m:t>
                      </m:r>
                    </m:oMath>
                  </m:oMathPara>
                </a14:m>
                <a:endParaRPr lang="es-419" sz="2000"/>
              </a:p>
            </p:txBody>
          </p:sp>
        </mc:Choice>
        <mc:Fallback>
          <p:sp>
            <p:nvSpPr>
              <p:cNvPr id="29" name="CuadroTexto 28">
                <a:extLst>
                  <a:ext uri="{FF2B5EF4-FFF2-40B4-BE49-F238E27FC236}">
                    <a16:creationId xmlns:a16="http://schemas.microsoft.com/office/drawing/2014/main" id="{BE193EA8-64A7-4799-87B0-383395188A1A}"/>
                  </a:ext>
                </a:extLst>
              </p:cNvPr>
              <p:cNvSpPr txBox="1">
                <a:spLocks noRot="1" noChangeAspect="1" noMove="1" noResize="1" noEditPoints="1" noAdjustHandles="1" noChangeArrowheads="1" noChangeShapeType="1" noTextEdit="1"/>
              </p:cNvSpPr>
              <p:nvPr/>
            </p:nvSpPr>
            <p:spPr>
              <a:xfrm>
                <a:off x="2606482" y="5555224"/>
                <a:ext cx="103393" cy="430887"/>
              </a:xfrm>
              <a:prstGeom prst="rect">
                <a:avLst/>
              </a:prstGeom>
              <a:blipFill>
                <a:blip r:embed="rId21"/>
                <a:stretch>
                  <a:fillRect r="-11765"/>
                </a:stretch>
              </a:blipFill>
            </p:spPr>
            <p:txBody>
              <a:bodyPr/>
              <a:lstStyle/>
              <a:p>
                <a:r>
                  <a:rPr lang="en-US">
                    <a:noFill/>
                  </a:rPr>
                  <a:t> </a:t>
                </a:r>
              </a:p>
            </p:txBody>
          </p:sp>
        </mc:Fallback>
      </mc:AlternateContent>
      <p:pic>
        <p:nvPicPr>
          <p:cNvPr id="13" name="Imagen 12">
            <a:extLst>
              <a:ext uri="{FF2B5EF4-FFF2-40B4-BE49-F238E27FC236}">
                <a16:creationId xmlns:a16="http://schemas.microsoft.com/office/drawing/2014/main" id="{8A8E05B6-8EC8-4654-9290-4E7F333D90FB}"/>
              </a:ext>
            </a:extLst>
          </p:cNvPr>
          <p:cNvPicPr>
            <a:picLocks noChangeAspect="1"/>
          </p:cNvPicPr>
          <p:nvPr>
            <p:custDataLst>
              <p:tags r:id="rId5"/>
            </p:custDataLst>
          </p:nvPr>
        </p:nvPicPr>
        <p:blipFill>
          <a:blip r:embed="rId22">
            <a:extLst>
              <a:ext uri="{28A0092B-C50C-407E-A947-70E740481C1C}">
                <a14:useLocalDpi xmlns:a14="http://schemas.microsoft.com/office/drawing/2010/main" val="0"/>
              </a:ext>
            </a:extLst>
          </a:blip>
          <a:stretch>
            <a:fillRect/>
          </a:stretch>
        </p:blipFill>
        <p:spPr>
          <a:xfrm>
            <a:off x="7711440" y="3776434"/>
            <a:ext cx="2730666" cy="420572"/>
          </a:xfrm>
          <a:prstGeom prst="rect">
            <a:avLst/>
          </a:prstGeom>
        </p:spPr>
      </p:pic>
    </p:spTree>
    <p:extLst>
      <p:ext uri="{BB962C8B-B14F-4D97-AF65-F5344CB8AC3E}">
        <p14:creationId xmlns:p14="http://schemas.microsoft.com/office/powerpoint/2010/main" val="13658677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Ejercicios</a:t>
            </a:r>
            <a:endParaRPr lang="es-419" b="1">
              <a:solidFill>
                <a:srgbClr val="FF0000"/>
              </a:solidFill>
            </a:endParaRPr>
          </a:p>
        </p:txBody>
      </p:sp>
      <p:pic>
        <p:nvPicPr>
          <p:cNvPr id="5" name="Imagen 4">
            <a:extLst>
              <a:ext uri="{FF2B5EF4-FFF2-40B4-BE49-F238E27FC236}">
                <a16:creationId xmlns:a16="http://schemas.microsoft.com/office/drawing/2014/main" id="{B7CA0CEC-80EF-4922-A4D1-85DA28926E86}"/>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tretch>
            <a:fillRect/>
          </a:stretch>
        </p:blipFill>
        <p:spPr>
          <a:xfrm>
            <a:off x="838200" y="1696719"/>
            <a:ext cx="4167619" cy="274286"/>
          </a:xfrm>
          <a:prstGeom prst="rect">
            <a:avLst/>
          </a:prstGeom>
        </p:spPr>
      </p:pic>
      <p:pic>
        <p:nvPicPr>
          <p:cNvPr id="8" name="Imagen 7">
            <a:extLst>
              <a:ext uri="{FF2B5EF4-FFF2-40B4-BE49-F238E27FC236}">
                <a16:creationId xmlns:a16="http://schemas.microsoft.com/office/drawing/2014/main" id="{C528F915-DCC1-422A-AD3B-D9B1FBE37E50}"/>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838200" y="2793999"/>
            <a:ext cx="4455618" cy="274286"/>
          </a:xfrm>
          <a:prstGeom prst="rect">
            <a:avLst/>
          </a:prstGeom>
        </p:spPr>
      </p:pic>
      <p:sp>
        <p:nvSpPr>
          <p:cNvPr id="9" name="Rectángulo 8">
            <a:extLst>
              <a:ext uri="{FF2B5EF4-FFF2-40B4-BE49-F238E27FC236}">
                <a16:creationId xmlns:a16="http://schemas.microsoft.com/office/drawing/2014/main" id="{041706F9-09CD-4A30-B665-A74A830C84BD}"/>
              </a:ext>
            </a:extLst>
          </p:cNvPr>
          <p:cNvSpPr/>
          <p:nvPr/>
        </p:nvSpPr>
        <p:spPr>
          <a:xfrm>
            <a:off x="4770385" y="3752950"/>
            <a:ext cx="1661945" cy="103405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cxnSp>
        <p:nvCxnSpPr>
          <p:cNvPr id="10" name="Conector recto de flecha 9">
            <a:extLst>
              <a:ext uri="{FF2B5EF4-FFF2-40B4-BE49-F238E27FC236}">
                <a16:creationId xmlns:a16="http://schemas.microsoft.com/office/drawing/2014/main" id="{C272BC35-4494-453D-8863-E2EFA52C35B1}"/>
              </a:ext>
            </a:extLst>
          </p:cNvPr>
          <p:cNvCxnSpPr>
            <a:cxnSpLocks/>
            <a:stCxn id="12" idx="3"/>
            <a:endCxn id="9" idx="1"/>
          </p:cNvCxnSpPr>
          <p:nvPr/>
        </p:nvCxnSpPr>
        <p:spPr>
          <a:xfrm>
            <a:off x="4172607" y="4269979"/>
            <a:ext cx="59777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A186CEC7-1F14-49D6-8163-DF35CA285218}"/>
              </a:ext>
            </a:extLst>
          </p:cNvPr>
          <p:cNvCxnSpPr>
            <a:cxnSpLocks/>
            <a:stCxn id="9" idx="3"/>
          </p:cNvCxnSpPr>
          <p:nvPr/>
        </p:nvCxnSpPr>
        <p:spPr>
          <a:xfrm flipV="1">
            <a:off x="6432330" y="4269977"/>
            <a:ext cx="735725" cy="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ángulo 11">
            <a:extLst>
              <a:ext uri="{FF2B5EF4-FFF2-40B4-BE49-F238E27FC236}">
                <a16:creationId xmlns:a16="http://schemas.microsoft.com/office/drawing/2014/main" id="{5E81F86E-A8DF-449A-94A0-35D6D5A39989}"/>
              </a:ext>
            </a:extLst>
          </p:cNvPr>
          <p:cNvSpPr/>
          <p:nvPr/>
        </p:nvSpPr>
        <p:spPr>
          <a:xfrm>
            <a:off x="2433115" y="3752950"/>
            <a:ext cx="1739492" cy="103405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b="1">
              <a:solidFill>
                <a:schemeClr val="tx1"/>
              </a:solidFill>
            </a:endParaRPr>
          </a:p>
        </p:txBody>
      </p:sp>
      <p:sp>
        <p:nvSpPr>
          <p:cNvPr id="13" name="Elipse 12">
            <a:extLst>
              <a:ext uri="{FF2B5EF4-FFF2-40B4-BE49-F238E27FC236}">
                <a16:creationId xmlns:a16="http://schemas.microsoft.com/office/drawing/2014/main" id="{A6BDF67B-C535-4CAD-B052-19CBD8B58E88}"/>
              </a:ext>
            </a:extLst>
          </p:cNvPr>
          <p:cNvSpPr/>
          <p:nvPr/>
        </p:nvSpPr>
        <p:spPr>
          <a:xfrm>
            <a:off x="1640987" y="4095496"/>
            <a:ext cx="350531" cy="350531"/>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4" name="Conector recto de flecha 13">
            <a:extLst>
              <a:ext uri="{FF2B5EF4-FFF2-40B4-BE49-F238E27FC236}">
                <a16:creationId xmlns:a16="http://schemas.microsoft.com/office/drawing/2014/main" id="{0E261441-0ECC-409F-A0CB-620D4C31188B}"/>
              </a:ext>
            </a:extLst>
          </p:cNvPr>
          <p:cNvCxnSpPr>
            <a:cxnSpLocks/>
            <a:endCxn id="13" idx="2"/>
          </p:cNvCxnSpPr>
          <p:nvPr/>
        </p:nvCxnSpPr>
        <p:spPr>
          <a:xfrm>
            <a:off x="1090493" y="4270762"/>
            <a:ext cx="55049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62DB28E3-D53B-48E7-BBA8-0E2DCED1AC18}"/>
              </a:ext>
            </a:extLst>
          </p:cNvPr>
          <p:cNvCxnSpPr>
            <a:cxnSpLocks/>
            <a:stCxn id="13" idx="6"/>
            <a:endCxn id="12" idx="1"/>
          </p:cNvCxnSpPr>
          <p:nvPr/>
        </p:nvCxnSpPr>
        <p:spPr>
          <a:xfrm flipV="1">
            <a:off x="1991518" y="4269979"/>
            <a:ext cx="441597" cy="78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5">
            <a:extLst>
              <a:ext uri="{FF2B5EF4-FFF2-40B4-BE49-F238E27FC236}">
                <a16:creationId xmlns:a16="http://schemas.microsoft.com/office/drawing/2014/main" id="{50B5C381-E28B-4C7E-B518-82B48DEF7CEC}"/>
              </a:ext>
            </a:extLst>
          </p:cNvPr>
          <p:cNvCxnSpPr>
            <a:cxnSpLocks/>
            <a:endCxn id="13" idx="4"/>
          </p:cNvCxnSpPr>
          <p:nvPr/>
        </p:nvCxnSpPr>
        <p:spPr>
          <a:xfrm rot="10800000" flipV="1">
            <a:off x="1816254" y="4265821"/>
            <a:ext cx="4983939" cy="180206"/>
          </a:xfrm>
          <a:prstGeom prst="bentConnector4">
            <a:avLst>
              <a:gd name="adj1" fmla="val -261"/>
              <a:gd name="adj2" fmla="val 611794"/>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AC2F4D65-7459-48F8-B6ED-5AA393AEFFD6}"/>
                  </a:ext>
                </a:extLst>
              </p:cNvPr>
              <p:cNvSpPr txBox="1"/>
              <p:nvPr/>
            </p:nvSpPr>
            <p:spPr>
              <a:xfrm>
                <a:off x="1928323" y="4398144"/>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s-419" b="1"/>
              </a:p>
            </p:txBody>
          </p:sp>
        </mc:Choice>
        <mc:Fallback>
          <p:sp>
            <p:nvSpPr>
              <p:cNvPr id="17" name="CuadroTexto 16">
                <a:extLst>
                  <a:ext uri="{FF2B5EF4-FFF2-40B4-BE49-F238E27FC236}">
                    <a16:creationId xmlns:a16="http://schemas.microsoft.com/office/drawing/2014/main" id="{AC2F4D65-7459-48F8-B6ED-5AA393AEFFD6}"/>
                  </a:ext>
                </a:extLst>
              </p:cNvPr>
              <p:cNvSpPr txBox="1">
                <a:spLocks noRot="1" noChangeAspect="1" noMove="1" noResize="1" noEditPoints="1" noAdjustHandles="1" noChangeArrowheads="1" noChangeShapeType="1" noTextEdit="1"/>
              </p:cNvSpPr>
              <p:nvPr/>
            </p:nvSpPr>
            <p:spPr>
              <a:xfrm>
                <a:off x="1928323" y="4398144"/>
                <a:ext cx="226024" cy="276999"/>
              </a:xfrm>
              <a:prstGeom prst="rect">
                <a:avLst/>
              </a:prstGeom>
              <a:blipFill>
                <a:blip r:embed="rId10"/>
                <a:stretch>
                  <a:fillRect l="-5405" r="-5405"/>
                </a:stretch>
              </a:blipFill>
            </p:spPr>
            <p:txBody>
              <a:bodyPr/>
              <a:lstStyle/>
              <a:p>
                <a:r>
                  <a:rPr lang="en-US">
                    <a:noFill/>
                  </a:rPr>
                  <a:t> </a:t>
                </a:r>
              </a:p>
            </p:txBody>
          </p:sp>
        </mc:Fallback>
      </mc:AlternateContent>
      <p:pic>
        <p:nvPicPr>
          <p:cNvPr id="19" name="Imagen 18">
            <a:extLst>
              <a:ext uri="{FF2B5EF4-FFF2-40B4-BE49-F238E27FC236}">
                <a16:creationId xmlns:a16="http://schemas.microsoft.com/office/drawing/2014/main" id="{06594187-4E2A-4E8F-9047-73EE7E6EEA08}"/>
              </a:ext>
            </a:extLst>
          </p:cNvPr>
          <p:cNvPicPr>
            <a:picLocks noChangeAspect="1"/>
          </p:cNvPicPr>
          <p:nvPr>
            <p:custDataLst>
              <p:tags r:id="rId3"/>
            </p:custDataLst>
          </p:nvPr>
        </p:nvPicPr>
        <p:blipFill>
          <a:blip r:embed="rId11">
            <a:extLst>
              <a:ext uri="{28A0092B-C50C-407E-A947-70E740481C1C}">
                <a14:useLocalDpi xmlns:a14="http://schemas.microsoft.com/office/drawing/2010/main" val="0"/>
              </a:ext>
            </a:extLst>
          </a:blip>
          <a:stretch>
            <a:fillRect/>
          </a:stretch>
        </p:blipFill>
        <p:spPr>
          <a:xfrm>
            <a:off x="2655812" y="3911303"/>
            <a:ext cx="1348571" cy="533333"/>
          </a:xfrm>
          <a:prstGeom prst="rect">
            <a:avLst/>
          </a:prstGeom>
        </p:spPr>
      </p:pic>
      <p:pic>
        <p:nvPicPr>
          <p:cNvPr id="22" name="Imagen 21">
            <a:extLst>
              <a:ext uri="{FF2B5EF4-FFF2-40B4-BE49-F238E27FC236}">
                <a16:creationId xmlns:a16="http://schemas.microsoft.com/office/drawing/2014/main" id="{C61662B3-262E-401C-BB4F-3DA098AD8C53}"/>
              </a:ext>
            </a:extLst>
          </p:cNvPr>
          <p:cNvPicPr>
            <a:picLocks noChangeAspect="1"/>
          </p:cNvPicPr>
          <p:nvPr>
            <p:custDataLst>
              <p:tags r:id="rId4"/>
            </p:custDataLst>
          </p:nvPr>
        </p:nvPicPr>
        <p:blipFill>
          <a:blip r:embed="rId12">
            <a:extLst>
              <a:ext uri="{28A0092B-C50C-407E-A947-70E740481C1C}">
                <a14:useLocalDpi xmlns:a14="http://schemas.microsoft.com/office/drawing/2010/main" val="0"/>
              </a:ext>
            </a:extLst>
          </a:blip>
          <a:stretch>
            <a:fillRect/>
          </a:stretch>
        </p:blipFill>
        <p:spPr>
          <a:xfrm>
            <a:off x="4990310" y="4003311"/>
            <a:ext cx="1222095" cy="533333"/>
          </a:xfrm>
          <a:prstGeom prst="rect">
            <a:avLst/>
          </a:prstGeom>
        </p:spPr>
      </p:pic>
      <p:pic>
        <p:nvPicPr>
          <p:cNvPr id="39" name="Imagen 38">
            <a:extLst>
              <a:ext uri="{FF2B5EF4-FFF2-40B4-BE49-F238E27FC236}">
                <a16:creationId xmlns:a16="http://schemas.microsoft.com/office/drawing/2014/main" id="{1F68CCA1-FA49-4FB8-B227-4D872A55D1B8}"/>
              </a:ext>
            </a:extLst>
          </p:cNvPr>
          <p:cNvPicPr>
            <a:picLocks noChangeAspect="1"/>
          </p:cNvPicPr>
          <p:nvPr>
            <p:custDataLst>
              <p:tags r:id="rId5"/>
            </p:custDataLst>
          </p:nvPr>
        </p:nvPicPr>
        <p:blipFill>
          <a:blip r:embed="rId13">
            <a:extLst>
              <a:ext uri="{28A0092B-C50C-407E-A947-70E740481C1C}">
                <a14:useLocalDpi xmlns:a14="http://schemas.microsoft.com/office/drawing/2010/main" val="0"/>
              </a:ext>
            </a:extLst>
          </a:blip>
          <a:stretch>
            <a:fillRect/>
          </a:stretch>
        </p:blipFill>
        <p:spPr>
          <a:xfrm>
            <a:off x="8259997" y="4413454"/>
            <a:ext cx="2552381" cy="598857"/>
          </a:xfrm>
          <a:prstGeom prst="rect">
            <a:avLst/>
          </a:prstGeom>
        </p:spPr>
      </p:pic>
      <mc:AlternateContent xmlns:mc="http://schemas.openxmlformats.org/markup-compatibility/2006">
        <mc:Choice xmlns:a14="http://schemas.microsoft.com/office/drawing/2010/main" Requires="a14">
          <p:sp>
            <p:nvSpPr>
              <p:cNvPr id="41" name="CuadroTexto 40">
                <a:extLst>
                  <a:ext uri="{FF2B5EF4-FFF2-40B4-BE49-F238E27FC236}">
                    <a16:creationId xmlns:a16="http://schemas.microsoft.com/office/drawing/2014/main" id="{3B909204-4AE2-44E0-AA29-4E4212DB4214}"/>
                  </a:ext>
                </a:extLst>
              </p:cNvPr>
              <p:cNvSpPr txBox="1"/>
              <p:nvPr/>
            </p:nvSpPr>
            <p:spPr>
              <a:xfrm>
                <a:off x="3030816" y="4830322"/>
                <a:ext cx="5985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s-419"/>
              </a:p>
            </p:txBody>
          </p:sp>
        </mc:Choice>
        <mc:Fallback>
          <p:sp>
            <p:nvSpPr>
              <p:cNvPr id="41" name="CuadroTexto 40">
                <a:extLst>
                  <a:ext uri="{FF2B5EF4-FFF2-40B4-BE49-F238E27FC236}">
                    <a16:creationId xmlns:a16="http://schemas.microsoft.com/office/drawing/2014/main" id="{3B909204-4AE2-44E0-AA29-4E4212DB4214}"/>
                  </a:ext>
                </a:extLst>
              </p:cNvPr>
              <p:cNvSpPr txBox="1">
                <a:spLocks noRot="1" noChangeAspect="1" noMove="1" noResize="1" noEditPoints="1" noAdjustHandles="1" noChangeArrowheads="1" noChangeShapeType="1" noTextEdit="1"/>
              </p:cNvSpPr>
              <p:nvPr/>
            </p:nvSpPr>
            <p:spPr>
              <a:xfrm>
                <a:off x="3030816" y="4830322"/>
                <a:ext cx="598562" cy="276999"/>
              </a:xfrm>
              <a:prstGeom prst="rect">
                <a:avLst/>
              </a:prstGeom>
              <a:blipFill>
                <a:blip r:embed="rId14"/>
                <a:stretch>
                  <a:fillRect l="-8163" t="-2174" r="-14286" b="-32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CuadroTexto 41">
                <a:extLst>
                  <a:ext uri="{FF2B5EF4-FFF2-40B4-BE49-F238E27FC236}">
                    <a16:creationId xmlns:a16="http://schemas.microsoft.com/office/drawing/2014/main" id="{E1DF53D6-38EB-413B-8F9D-B68F19E7419F}"/>
                  </a:ext>
                </a:extLst>
              </p:cNvPr>
              <p:cNvSpPr txBox="1"/>
              <p:nvPr/>
            </p:nvSpPr>
            <p:spPr>
              <a:xfrm>
                <a:off x="5497438" y="4830322"/>
                <a:ext cx="5985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s-419"/>
              </a:p>
            </p:txBody>
          </p:sp>
        </mc:Choice>
        <mc:Fallback>
          <p:sp>
            <p:nvSpPr>
              <p:cNvPr id="42" name="CuadroTexto 41">
                <a:extLst>
                  <a:ext uri="{FF2B5EF4-FFF2-40B4-BE49-F238E27FC236}">
                    <a16:creationId xmlns:a16="http://schemas.microsoft.com/office/drawing/2014/main" id="{E1DF53D6-38EB-413B-8F9D-B68F19E7419F}"/>
                  </a:ext>
                </a:extLst>
              </p:cNvPr>
              <p:cNvSpPr txBox="1">
                <a:spLocks noRot="1" noChangeAspect="1" noMove="1" noResize="1" noEditPoints="1" noAdjustHandles="1" noChangeArrowheads="1" noChangeShapeType="1" noTextEdit="1"/>
              </p:cNvSpPr>
              <p:nvPr/>
            </p:nvSpPr>
            <p:spPr>
              <a:xfrm>
                <a:off x="5497438" y="4830322"/>
                <a:ext cx="598562" cy="276999"/>
              </a:xfrm>
              <a:prstGeom prst="rect">
                <a:avLst/>
              </a:prstGeom>
              <a:blipFill>
                <a:blip r:embed="rId15"/>
                <a:stretch>
                  <a:fillRect l="-10204" t="-2174" r="-14286" b="-32609"/>
                </a:stretch>
              </a:blipFill>
            </p:spPr>
            <p:txBody>
              <a:bodyPr/>
              <a:lstStyle/>
              <a:p>
                <a:r>
                  <a:rPr lang="en-US">
                    <a:noFill/>
                  </a:rPr>
                  <a:t> </a:t>
                </a:r>
              </a:p>
            </p:txBody>
          </p:sp>
        </mc:Fallback>
      </mc:AlternateContent>
      <p:sp>
        <p:nvSpPr>
          <p:cNvPr id="43" name="CuadroTexto 42">
            <a:extLst>
              <a:ext uri="{FF2B5EF4-FFF2-40B4-BE49-F238E27FC236}">
                <a16:creationId xmlns:a16="http://schemas.microsoft.com/office/drawing/2014/main" id="{EEF01C2C-2B17-43E7-8774-F9D932AFE630}"/>
              </a:ext>
            </a:extLst>
          </p:cNvPr>
          <p:cNvSpPr txBox="1"/>
          <p:nvPr/>
        </p:nvSpPr>
        <p:spPr>
          <a:xfrm>
            <a:off x="252248" y="1603029"/>
            <a:ext cx="421910" cy="461665"/>
          </a:xfrm>
          <a:prstGeom prst="rect">
            <a:avLst/>
          </a:prstGeom>
          <a:noFill/>
        </p:spPr>
        <p:txBody>
          <a:bodyPr wrap="none" rtlCol="0">
            <a:spAutoFit/>
          </a:bodyPr>
          <a:lstStyle/>
          <a:p>
            <a:r>
              <a:rPr lang="es-419" sz="2400" b="1">
                <a:solidFill>
                  <a:srgbClr val="FF0000"/>
                </a:solidFill>
              </a:rPr>
              <a:t>1.</a:t>
            </a:r>
            <a:endParaRPr lang="es-419" b="1">
              <a:solidFill>
                <a:srgbClr val="FF0000"/>
              </a:solidFill>
            </a:endParaRPr>
          </a:p>
        </p:txBody>
      </p:sp>
      <p:sp>
        <p:nvSpPr>
          <p:cNvPr id="44" name="CuadroTexto 43">
            <a:extLst>
              <a:ext uri="{FF2B5EF4-FFF2-40B4-BE49-F238E27FC236}">
                <a16:creationId xmlns:a16="http://schemas.microsoft.com/office/drawing/2014/main" id="{925774B7-C7E7-49D3-A766-D8EDEA590F24}"/>
              </a:ext>
            </a:extLst>
          </p:cNvPr>
          <p:cNvSpPr txBox="1"/>
          <p:nvPr/>
        </p:nvSpPr>
        <p:spPr>
          <a:xfrm>
            <a:off x="243799" y="2651261"/>
            <a:ext cx="421910" cy="461665"/>
          </a:xfrm>
          <a:prstGeom prst="rect">
            <a:avLst/>
          </a:prstGeom>
          <a:noFill/>
        </p:spPr>
        <p:txBody>
          <a:bodyPr wrap="none" rtlCol="0">
            <a:spAutoFit/>
          </a:bodyPr>
          <a:lstStyle/>
          <a:p>
            <a:r>
              <a:rPr lang="es-419" sz="2400" b="1">
                <a:solidFill>
                  <a:srgbClr val="FF0000"/>
                </a:solidFill>
              </a:rPr>
              <a:t>2.</a:t>
            </a:r>
            <a:endParaRPr lang="es-419" b="1">
              <a:solidFill>
                <a:srgbClr val="FF0000"/>
              </a:solidFill>
            </a:endParaRPr>
          </a:p>
        </p:txBody>
      </p:sp>
      <p:sp>
        <p:nvSpPr>
          <p:cNvPr id="45" name="CuadroTexto 44">
            <a:extLst>
              <a:ext uri="{FF2B5EF4-FFF2-40B4-BE49-F238E27FC236}">
                <a16:creationId xmlns:a16="http://schemas.microsoft.com/office/drawing/2014/main" id="{E6260611-CDDD-445D-B55C-9F5EF64A833E}"/>
              </a:ext>
            </a:extLst>
          </p:cNvPr>
          <p:cNvSpPr txBox="1"/>
          <p:nvPr/>
        </p:nvSpPr>
        <p:spPr>
          <a:xfrm>
            <a:off x="236830" y="4034694"/>
            <a:ext cx="421910" cy="461665"/>
          </a:xfrm>
          <a:prstGeom prst="rect">
            <a:avLst/>
          </a:prstGeom>
          <a:noFill/>
        </p:spPr>
        <p:txBody>
          <a:bodyPr wrap="none" rtlCol="0">
            <a:spAutoFit/>
          </a:bodyPr>
          <a:lstStyle/>
          <a:p>
            <a:r>
              <a:rPr lang="es-419" sz="2400" b="1">
                <a:solidFill>
                  <a:srgbClr val="FF0000"/>
                </a:solidFill>
              </a:rPr>
              <a:t>3.</a:t>
            </a:r>
            <a:endParaRPr lang="es-419" b="1">
              <a:solidFill>
                <a:srgbClr val="FF0000"/>
              </a:solidFill>
            </a:endParaRPr>
          </a:p>
        </p:txBody>
      </p:sp>
    </p:spTree>
    <p:extLst>
      <p:ext uri="{BB962C8B-B14F-4D97-AF65-F5344CB8AC3E}">
        <p14:creationId xmlns:p14="http://schemas.microsoft.com/office/powerpoint/2010/main" val="344858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Ejercicios</a:t>
            </a:r>
            <a:endParaRPr lang="es-419" b="1">
              <a:solidFill>
                <a:srgbClr val="FF0000"/>
              </a:solidFill>
            </a:endParaRPr>
          </a:p>
        </p:txBody>
      </p:sp>
      <p:pic>
        <p:nvPicPr>
          <p:cNvPr id="4" name="Imagen 3">
            <a:extLst>
              <a:ext uri="{FF2B5EF4-FFF2-40B4-BE49-F238E27FC236}">
                <a16:creationId xmlns:a16="http://schemas.microsoft.com/office/drawing/2014/main" id="{C0446EA2-9222-4436-9111-2DCA98ACD3CC}"/>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051232" y="1696717"/>
            <a:ext cx="4074665" cy="274286"/>
          </a:xfrm>
          <a:prstGeom prst="rect">
            <a:avLst/>
          </a:prstGeom>
        </p:spPr>
      </p:pic>
      <p:sp>
        <p:nvSpPr>
          <p:cNvPr id="43" name="CuadroTexto 42">
            <a:extLst>
              <a:ext uri="{FF2B5EF4-FFF2-40B4-BE49-F238E27FC236}">
                <a16:creationId xmlns:a16="http://schemas.microsoft.com/office/drawing/2014/main" id="{EEF01C2C-2B17-43E7-8774-F9D932AFE630}"/>
              </a:ext>
            </a:extLst>
          </p:cNvPr>
          <p:cNvSpPr txBox="1"/>
          <p:nvPr/>
        </p:nvSpPr>
        <p:spPr>
          <a:xfrm>
            <a:off x="252248" y="1603029"/>
            <a:ext cx="421910" cy="461665"/>
          </a:xfrm>
          <a:prstGeom prst="rect">
            <a:avLst/>
          </a:prstGeom>
          <a:noFill/>
        </p:spPr>
        <p:txBody>
          <a:bodyPr wrap="none" rtlCol="0">
            <a:spAutoFit/>
          </a:bodyPr>
          <a:lstStyle/>
          <a:p>
            <a:r>
              <a:rPr lang="es-419" sz="2400" b="1">
                <a:solidFill>
                  <a:srgbClr val="FF0000"/>
                </a:solidFill>
              </a:rPr>
              <a:t>1.</a:t>
            </a:r>
            <a:endParaRPr lang="es-419" b="1">
              <a:solidFill>
                <a:srgbClr val="FF0000"/>
              </a:solidFill>
            </a:endParaRPr>
          </a:p>
        </p:txBody>
      </p:sp>
      <p:sp>
        <p:nvSpPr>
          <p:cNvPr id="44" name="CuadroTexto 43">
            <a:extLst>
              <a:ext uri="{FF2B5EF4-FFF2-40B4-BE49-F238E27FC236}">
                <a16:creationId xmlns:a16="http://schemas.microsoft.com/office/drawing/2014/main" id="{925774B7-C7E7-49D3-A766-D8EDEA590F24}"/>
              </a:ext>
            </a:extLst>
          </p:cNvPr>
          <p:cNvSpPr txBox="1"/>
          <p:nvPr/>
        </p:nvSpPr>
        <p:spPr>
          <a:xfrm>
            <a:off x="243799" y="2651261"/>
            <a:ext cx="421910" cy="461665"/>
          </a:xfrm>
          <a:prstGeom prst="rect">
            <a:avLst/>
          </a:prstGeom>
          <a:noFill/>
        </p:spPr>
        <p:txBody>
          <a:bodyPr wrap="none" rtlCol="0">
            <a:spAutoFit/>
          </a:bodyPr>
          <a:lstStyle/>
          <a:p>
            <a:r>
              <a:rPr lang="es-419" sz="2400" b="1">
                <a:solidFill>
                  <a:srgbClr val="FF0000"/>
                </a:solidFill>
              </a:rPr>
              <a:t>2.</a:t>
            </a:r>
            <a:endParaRPr lang="es-419" b="1">
              <a:solidFill>
                <a:srgbClr val="FF0000"/>
              </a:solidFill>
            </a:endParaRPr>
          </a:p>
        </p:txBody>
      </p:sp>
      <p:pic>
        <p:nvPicPr>
          <p:cNvPr id="7" name="Imagen 6">
            <a:extLst>
              <a:ext uri="{FF2B5EF4-FFF2-40B4-BE49-F238E27FC236}">
                <a16:creationId xmlns:a16="http://schemas.microsoft.com/office/drawing/2014/main" id="{E49FA6AB-4AA5-463D-916A-1A62660E6668}"/>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1051232" y="2829575"/>
            <a:ext cx="3535237" cy="274286"/>
          </a:xfrm>
          <a:prstGeom prst="rect">
            <a:avLst/>
          </a:prstGeom>
        </p:spPr>
      </p:pic>
    </p:spTree>
    <p:extLst>
      <p:ext uri="{BB962C8B-B14F-4D97-AF65-F5344CB8AC3E}">
        <p14:creationId xmlns:p14="http://schemas.microsoft.com/office/powerpoint/2010/main" val="37537771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Ejercicios</a:t>
            </a:r>
            <a:endParaRPr lang="es-419" b="1">
              <a:solidFill>
                <a:srgbClr val="FF0000"/>
              </a:solidFill>
            </a:endParaRPr>
          </a:p>
        </p:txBody>
      </p:sp>
      <p:pic>
        <p:nvPicPr>
          <p:cNvPr id="5" name="Imagen 4">
            <a:extLst>
              <a:ext uri="{FF2B5EF4-FFF2-40B4-BE49-F238E27FC236}">
                <a16:creationId xmlns:a16="http://schemas.microsoft.com/office/drawing/2014/main" id="{5275FF4C-647B-452B-BC7A-AAC6DB8C35FE}"/>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1051232" y="1696717"/>
            <a:ext cx="4455618" cy="274286"/>
          </a:xfrm>
          <a:prstGeom prst="rect">
            <a:avLst/>
          </a:prstGeom>
        </p:spPr>
      </p:pic>
      <p:sp>
        <p:nvSpPr>
          <p:cNvPr id="43" name="CuadroTexto 42">
            <a:extLst>
              <a:ext uri="{FF2B5EF4-FFF2-40B4-BE49-F238E27FC236}">
                <a16:creationId xmlns:a16="http://schemas.microsoft.com/office/drawing/2014/main" id="{EEF01C2C-2B17-43E7-8774-F9D932AFE630}"/>
              </a:ext>
            </a:extLst>
          </p:cNvPr>
          <p:cNvSpPr txBox="1"/>
          <p:nvPr/>
        </p:nvSpPr>
        <p:spPr>
          <a:xfrm>
            <a:off x="252248" y="1603029"/>
            <a:ext cx="421910" cy="461665"/>
          </a:xfrm>
          <a:prstGeom prst="rect">
            <a:avLst/>
          </a:prstGeom>
          <a:noFill/>
        </p:spPr>
        <p:txBody>
          <a:bodyPr wrap="none" rtlCol="0">
            <a:spAutoFit/>
          </a:bodyPr>
          <a:lstStyle/>
          <a:p>
            <a:r>
              <a:rPr lang="es-419" sz="2400" b="1">
                <a:solidFill>
                  <a:srgbClr val="FF0000"/>
                </a:solidFill>
              </a:rPr>
              <a:t>1.</a:t>
            </a:r>
            <a:endParaRPr lang="es-419" b="1">
              <a:solidFill>
                <a:srgbClr val="FF0000"/>
              </a:solidFill>
            </a:endParaRPr>
          </a:p>
        </p:txBody>
      </p:sp>
    </p:spTree>
    <p:extLst>
      <p:ext uri="{BB962C8B-B14F-4D97-AF65-F5344CB8AC3E}">
        <p14:creationId xmlns:p14="http://schemas.microsoft.com/office/powerpoint/2010/main" val="18170555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1D96C-B29E-47B0-A162-DC280FF2305D}"/>
              </a:ext>
            </a:extLst>
          </p:cNvPr>
          <p:cNvSpPr>
            <a:spLocks noGrp="1"/>
          </p:cNvSpPr>
          <p:nvPr>
            <p:ph type="title"/>
          </p:nvPr>
        </p:nvSpPr>
        <p:spPr>
          <a:xfrm>
            <a:off x="838200" y="365125"/>
            <a:ext cx="10515600" cy="646929"/>
          </a:xfrm>
        </p:spPr>
        <p:txBody>
          <a:bodyPr>
            <a:normAutofit fontScale="90000"/>
          </a:bodyPr>
          <a:lstStyle/>
          <a:p>
            <a:r>
              <a:rPr lang="es-419" sz="4400" b="1">
                <a:solidFill>
                  <a:srgbClr val="FF0000"/>
                </a:solidFill>
              </a:rPr>
              <a:t>Ejercicios</a:t>
            </a:r>
            <a:endParaRPr lang="es-419" b="1">
              <a:solidFill>
                <a:srgbClr val="FF0000"/>
              </a:solidFill>
            </a:endParaRPr>
          </a:p>
        </p:txBody>
      </p:sp>
      <p:sp>
        <p:nvSpPr>
          <p:cNvPr id="43" name="CuadroTexto 42">
            <a:extLst>
              <a:ext uri="{FF2B5EF4-FFF2-40B4-BE49-F238E27FC236}">
                <a16:creationId xmlns:a16="http://schemas.microsoft.com/office/drawing/2014/main" id="{EEF01C2C-2B17-43E7-8774-F9D932AFE630}"/>
              </a:ext>
            </a:extLst>
          </p:cNvPr>
          <p:cNvSpPr txBox="1"/>
          <p:nvPr/>
        </p:nvSpPr>
        <p:spPr>
          <a:xfrm>
            <a:off x="252248" y="1603029"/>
            <a:ext cx="421910" cy="461665"/>
          </a:xfrm>
          <a:prstGeom prst="rect">
            <a:avLst/>
          </a:prstGeom>
          <a:noFill/>
        </p:spPr>
        <p:txBody>
          <a:bodyPr wrap="none" rtlCol="0">
            <a:spAutoFit/>
          </a:bodyPr>
          <a:lstStyle/>
          <a:p>
            <a:r>
              <a:rPr lang="es-419" sz="2400" b="1">
                <a:solidFill>
                  <a:srgbClr val="FF0000"/>
                </a:solidFill>
              </a:rPr>
              <a:t>1.</a:t>
            </a:r>
            <a:endParaRPr lang="es-419" b="1">
              <a:solidFill>
                <a:srgbClr val="FF0000"/>
              </a:solidFill>
            </a:endParaRPr>
          </a:p>
        </p:txBody>
      </p:sp>
      <p:pic>
        <p:nvPicPr>
          <p:cNvPr id="3" name="Imagen 2">
            <a:extLst>
              <a:ext uri="{FF2B5EF4-FFF2-40B4-BE49-F238E27FC236}">
                <a16:creationId xmlns:a16="http://schemas.microsoft.com/office/drawing/2014/main" id="{EF98DF73-2EBD-4F28-9BCD-32C7AE822398}"/>
              </a:ext>
            </a:extLst>
          </p:cNvPr>
          <p:cNvPicPr>
            <a:picLocks noChangeAspect="1"/>
          </p:cNvPicPr>
          <p:nvPr/>
        </p:nvPicPr>
        <p:blipFill>
          <a:blip r:embed="rId3"/>
          <a:stretch>
            <a:fillRect/>
          </a:stretch>
        </p:blipFill>
        <p:spPr>
          <a:xfrm>
            <a:off x="1245770" y="1517006"/>
            <a:ext cx="4438650" cy="1095375"/>
          </a:xfrm>
          <a:prstGeom prst="rect">
            <a:avLst/>
          </a:prstGeom>
        </p:spPr>
      </p:pic>
      <p:pic>
        <p:nvPicPr>
          <p:cNvPr id="4" name="Imagen 3">
            <a:extLst>
              <a:ext uri="{FF2B5EF4-FFF2-40B4-BE49-F238E27FC236}">
                <a16:creationId xmlns:a16="http://schemas.microsoft.com/office/drawing/2014/main" id="{8036D54E-7CA1-4410-AB4B-94F0FA1C71EC}"/>
              </a:ext>
            </a:extLst>
          </p:cNvPr>
          <p:cNvPicPr>
            <a:picLocks noChangeAspect="1"/>
          </p:cNvPicPr>
          <p:nvPr/>
        </p:nvPicPr>
        <p:blipFill>
          <a:blip r:embed="rId4"/>
          <a:stretch>
            <a:fillRect/>
          </a:stretch>
        </p:blipFill>
        <p:spPr>
          <a:xfrm>
            <a:off x="1283870" y="3264545"/>
            <a:ext cx="4400550" cy="981075"/>
          </a:xfrm>
          <a:prstGeom prst="rect">
            <a:avLst/>
          </a:prstGeom>
        </p:spPr>
      </p:pic>
      <p:sp>
        <p:nvSpPr>
          <p:cNvPr id="7" name="CuadroTexto 6">
            <a:extLst>
              <a:ext uri="{FF2B5EF4-FFF2-40B4-BE49-F238E27FC236}">
                <a16:creationId xmlns:a16="http://schemas.microsoft.com/office/drawing/2014/main" id="{5786C895-B231-4EEF-AD49-25EBA29DD05C}"/>
              </a:ext>
            </a:extLst>
          </p:cNvPr>
          <p:cNvSpPr txBox="1"/>
          <p:nvPr/>
        </p:nvSpPr>
        <p:spPr>
          <a:xfrm>
            <a:off x="252248" y="3429000"/>
            <a:ext cx="421910" cy="461665"/>
          </a:xfrm>
          <a:prstGeom prst="rect">
            <a:avLst/>
          </a:prstGeom>
          <a:noFill/>
        </p:spPr>
        <p:txBody>
          <a:bodyPr wrap="none" rtlCol="0">
            <a:spAutoFit/>
          </a:bodyPr>
          <a:lstStyle/>
          <a:p>
            <a:r>
              <a:rPr lang="es-419" sz="2400" b="1">
                <a:solidFill>
                  <a:srgbClr val="FF0000"/>
                </a:solidFill>
              </a:rPr>
              <a:t>2.</a:t>
            </a:r>
            <a:endParaRPr lang="es-419" b="1">
              <a:solidFill>
                <a:srgbClr val="FF0000"/>
              </a:solidFill>
            </a:endParaRPr>
          </a:p>
        </p:txBody>
      </p:sp>
      <p:pic>
        <p:nvPicPr>
          <p:cNvPr id="6" name="Imagen 5">
            <a:extLst>
              <a:ext uri="{FF2B5EF4-FFF2-40B4-BE49-F238E27FC236}">
                <a16:creationId xmlns:a16="http://schemas.microsoft.com/office/drawing/2014/main" id="{BE683DD5-4274-494E-8EA2-F85EE65E084A}"/>
              </a:ext>
            </a:extLst>
          </p:cNvPr>
          <p:cNvPicPr>
            <a:picLocks noChangeAspect="1"/>
          </p:cNvPicPr>
          <p:nvPr/>
        </p:nvPicPr>
        <p:blipFill>
          <a:blip r:embed="rId5"/>
          <a:stretch>
            <a:fillRect/>
          </a:stretch>
        </p:blipFill>
        <p:spPr>
          <a:xfrm>
            <a:off x="1245770" y="5113671"/>
            <a:ext cx="4791075" cy="962025"/>
          </a:xfrm>
          <a:prstGeom prst="rect">
            <a:avLst/>
          </a:prstGeom>
        </p:spPr>
      </p:pic>
      <p:sp>
        <p:nvSpPr>
          <p:cNvPr id="9" name="CuadroTexto 8">
            <a:extLst>
              <a:ext uri="{FF2B5EF4-FFF2-40B4-BE49-F238E27FC236}">
                <a16:creationId xmlns:a16="http://schemas.microsoft.com/office/drawing/2014/main" id="{D6AC6D23-9E7C-4E12-BE25-41456141766F}"/>
              </a:ext>
            </a:extLst>
          </p:cNvPr>
          <p:cNvSpPr txBox="1"/>
          <p:nvPr/>
        </p:nvSpPr>
        <p:spPr>
          <a:xfrm>
            <a:off x="315612" y="5133018"/>
            <a:ext cx="421910" cy="461665"/>
          </a:xfrm>
          <a:prstGeom prst="rect">
            <a:avLst/>
          </a:prstGeom>
          <a:noFill/>
        </p:spPr>
        <p:txBody>
          <a:bodyPr wrap="none" rtlCol="0">
            <a:spAutoFit/>
          </a:bodyPr>
          <a:lstStyle/>
          <a:p>
            <a:r>
              <a:rPr lang="es-419" sz="2400" b="1">
                <a:solidFill>
                  <a:srgbClr val="FF0000"/>
                </a:solidFill>
              </a:rPr>
              <a:t>3.</a:t>
            </a:r>
            <a:endParaRPr lang="es-419" b="1">
              <a:solidFill>
                <a:srgbClr val="FF0000"/>
              </a:solidFill>
            </a:endParaRPr>
          </a:p>
        </p:txBody>
      </p:sp>
    </p:spTree>
    <p:extLst>
      <p:ext uri="{BB962C8B-B14F-4D97-AF65-F5344CB8AC3E}">
        <p14:creationId xmlns:p14="http://schemas.microsoft.com/office/powerpoint/2010/main" val="1698415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0"/>
  <p:tag name="IGUANATEXSIZE" val="20"/>
  <p:tag name="LATEXADDIN" val="\documentclass{article}&#10;\usepackage{ae} %incluido&#10;\usepackage{multirow}&#10;\usepackage{mathrsfs} %Transformada de laplace e Fourier&#10;\usepackage{amsmath}&#10;\pagestyle{empty}&#10;&#10;\begin{document}&#10;$T(s)=\dfrac{N(s)}{a_ns^n+a_{n-1}s^{n-1}+...+a_1s+a_0}=\dfrac{N(s)}{D(s)}$&#10;&#10;\end{document}"/>
  <p:tag name="LATEXENGINEID" val="0"/>
  <p:tag name="LATEXFORMHEIGHT" val="312"/>
  <p:tag name="LATEXFORMWIDTH" val="384"/>
  <p:tag name="LATEXFORMWRAP" val="Verdadero"/>
  <p:tag name="ORIGINALHEIGHT" val="294.7131"/>
  <p:tag name="ORIGINALWIDTH" val="2677.165"/>
  <p:tag name="OUTPUTDPI" val="1200"/>
  <p:tag name="TEMPFOLDER" val="c:\temp\"/>
  <p:tag name="TRANSPARENCY" val="Verdadero"/>
</p:tagLst>
</file>

<file path=ppt/tags/tag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T(s)=\dfrac{N(s)}{D(s)}=\dfrac{C(s)G(s)}{1+C(s)G(s)}$&#10;&#10;\end{document}"/>
  <p:tag name="LATEXENGINEID" val="0"/>
  <p:tag name="LATEXFORMHEIGHT" val="312"/>
  <p:tag name="LATEXFORMWIDTH" val="384"/>
  <p:tag name="LATEXFORMWRAP" val="Verdadero"/>
  <p:tag name="ORIGINALHEIGHT" val="294.7131"/>
  <p:tag name="ORIGINALWIDTH" val="1609.299"/>
  <p:tag name="OUTPUTDPI" val="1200"/>
  <p:tag name="TEMPFOLDER" val="c:\temp\"/>
  <p:tag name="TRANSPARENCY" val="Verdadero"/>
</p:tagLst>
</file>

<file path=ppt/tags/tag1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6"/>
  <p:tag name="IGUANATEXSIZE" val="20"/>
  <p:tag name="LATEXADDIN" val="\documentclass{article}&#10;\usepackage{ae} %incluido&#10;\usepackage{multirow}&#10;\usepackage{mathrsfs} %Transformada de laplace e Fourier&#10;\usepackage{amsmath}&#10;\pagestyle{empty}&#10;&#10;\begin{document}&#10;Asumiendo $a_0\neq 0$&#10;&#10;\end{document}"/>
  <p:tag name="LATEXENGINEID" val="0"/>
  <p:tag name="LATEXFORMHEIGHT" val="312"/>
  <p:tag name="LATEXFORMWIDTH" val="384"/>
  <p:tag name="LATEXFORMWRAP" val="Verdadero"/>
  <p:tag name="ORIGINALHEIGHT" val="116.2354"/>
  <p:tag name="ORIGINALWIDTH" val="988.3765"/>
  <p:tag name="OUTPUTDPI" val="1200"/>
  <p:tag name="TEMPFOLDER" val="c:\temp\"/>
  <p:tag name="TRANSPARENCY" val="Verdadero"/>
</p:tagLst>
</file>

<file path=ppt/tags/tag1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5"/>
  <p:tag name="IGUANATEXSIZE" val="20"/>
  <p:tag name="LATEXADDIN" val="\documentclass{article}&#10;\usepackage{ae} %incluido&#10;\usepackage{multirow}&#10;\usepackage{mathrsfs} %Transformada de laplace e Fourier&#10;\usepackage{amsmath}&#10;\pagestyle{empty}&#10;&#10;\begin{document}&#10;$\begin{matrix}&#10;s^n\\&#10;s^{n-1}\\&#10;s^{n-2}\\&#10;s^{n-3}\\&#10;\vdots \\&#10;s^2\\&#10;s\\&#10;s^0&#10;\end{matrix}$&#10;&#10;\end{document}"/>
  <p:tag name="LATEXENGINEID" val="0"/>
  <p:tag name="LATEXFORMHEIGHT" val="312"/>
  <p:tag name="LATEXFORMWIDTH" val="384"/>
  <p:tag name="LATEXFORMWRAP" val="Verdadero"/>
  <p:tag name="ORIGINALHEIGHT" val="1213.348"/>
  <p:tag name="ORIGINALWIDTH" val="236.9704"/>
  <p:tag name="OUTPUTDPI" val="1200"/>
  <p:tag name="TEMPFOLDER" val="c:\temp\"/>
  <p:tag name="TRANSPARENCY" val="Verdadero"/>
</p:tagLst>
</file>

<file path=ppt/tags/tag1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1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T(s)=\dfrac{N(s)}{D(s)}=\dfrac{C(s)G(s)}{1+C(s)G(s)}$&#10;&#10;\end{document}"/>
  <p:tag name="LATEXENGINEID" val="0"/>
  <p:tag name="LATEXFORMHEIGHT" val="312"/>
  <p:tag name="LATEXFORMWIDTH" val="384"/>
  <p:tag name="LATEXFORMWRAP" val="Verdadero"/>
  <p:tag name="ORIGINALHEIGHT" val="294.7131"/>
  <p:tag name="ORIGINALWIDTH" val="1609.299"/>
  <p:tag name="OUTPUTDPI" val="1200"/>
  <p:tag name="TEMPFOLDER" val="c:\temp\"/>
  <p:tag name="TRANSPARENCY" val="Verdadero"/>
</p:tagLst>
</file>

<file path=ppt/tags/tag1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6"/>
  <p:tag name="IGUANATEXSIZE" val="20"/>
  <p:tag name="LATEXADDIN" val="\documentclass{article}&#10;\usepackage{ae} %incluido&#10;\usepackage{multirow}&#10;\usepackage{mathrsfs} %Transformada de laplace e Fourier&#10;\usepackage{amsmath}&#10;\pagestyle{empty}&#10;&#10;\begin{document}&#10;Asumiendo $a_0\neq 0$&#10;&#10;\end{document}"/>
  <p:tag name="LATEXENGINEID" val="0"/>
  <p:tag name="LATEXFORMHEIGHT" val="312"/>
  <p:tag name="LATEXFORMWIDTH" val="384"/>
  <p:tag name="LATEXFORMWRAP" val="Verdadero"/>
  <p:tag name="ORIGINALHEIGHT" val="116.2354"/>
  <p:tag name="ORIGINALWIDTH" val="988.3765"/>
  <p:tag name="OUTPUTDPI" val="1200"/>
  <p:tag name="TEMPFOLDER" val="c:\temp\"/>
  <p:tag name="TRANSPARENCY" val="Verdadero"/>
</p:tagLst>
</file>

<file path=ppt/tags/tag1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2"/>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10;s^{n-3}\\&#10;\vdots \\&#10;s^2\\&#10;s\\&#10;s^0&#10;\end{matrix}$&#10;&#10;\end{document}"/>
  <p:tag name="LATEXENGINEID" val="0"/>
  <p:tag name="LATEXFORMHEIGHT" val="312"/>
  <p:tag name="LATEXFORMWIDTH" val="384"/>
  <p:tag name="LATEXFORMWRAP" val="Verdadero"/>
  <p:tag name="ORIGINALHEIGHT" val="1213.348"/>
  <p:tag name="ORIGINALWIDTH" val="1663.292"/>
  <p:tag name="OUTPUTDPI" val="1200"/>
  <p:tag name="TEMPFOLDER" val="c:\temp\"/>
  <p:tag name="TRANSPARENCY" val="Verdadero"/>
</p:tagLst>
</file>

<file path=ppt/tags/tag1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1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2"/>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10;s^{n-3}\\&#10;\vdots \\&#10;s^2\\&#10;s\\&#10;s^0&#10;\end{matrix}$&#10;&#10;\end{document}"/>
  <p:tag name="LATEXENGINEID" val="0"/>
  <p:tag name="LATEXFORMHEIGHT" val="312"/>
  <p:tag name="LATEXFORMWIDTH" val="384"/>
  <p:tag name="LATEXFORMWRAP" val="Verdadero"/>
  <p:tag name="ORIGINALHEIGHT" val="1213.348"/>
  <p:tag name="ORIGINALWIDTH" val="1663.292"/>
  <p:tag name="OUTPUTDPI" val="1200"/>
  <p:tag name="TEMPFOLDER" val="c:\temp\"/>
  <p:tag name="TRANSPARENCY" val="Verdadero"/>
</p:tagLst>
</file>

<file path=ppt/tags/tag1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1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2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2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2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a_{n-1}a_{n-4}-a_{n}a_{n-5}}{a_{n-1}}$&#10;&#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2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2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2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2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1=\dfrac{b_1a_{n-3}-a_{n-1}b_2}{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2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a_{n-1}a_{n-4}-a_{n}a_{n-5}}{a_{n-1}}$&#10;&#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2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2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3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3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2=\dfrac{b_1a_{n-5}-a_{n-1}b_3}{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3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1=\dfrac{b_1a_{n-3}-a_{n-1}b_2}{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3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a_{n-1}a_{n-4}-a_{n}a_{n-5}}{a_{n-1}}$&#10;&#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3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3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3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3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2=\dfrac{b_1a_{n-5}-a_{n-1}b_3}{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3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1=\dfrac{b_1a_{n-3}-a_{n-1}b_2}{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3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a_{n-1}a_{n-4}-a_{n}a_{n-5}}{a_{n-1}}$&#10;&#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4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4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4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16"/>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2&amp;e_1&amp;e_2\\&#10;s&amp;f_1\\&#10;s^0&amp;g_1&#10;\end{matrix}$&#10;&#10;\end{document}"/>
  <p:tag name="LATEXENGINEID" val="0"/>
  <p:tag name="LATEXFORMHEIGHT" val="312"/>
  <p:tag name="LATEXFORMWIDTH" val="384"/>
  <p:tag name="LATEXFORMWRAP" val="Verdadero"/>
  <p:tag name="ORIGINALHEIGHT" val="1237.345"/>
  <p:tag name="ORIGINALWIDTH" val="1663.292"/>
  <p:tag name="OUTPUTDPI" val="1200"/>
  <p:tag name="TEMPFOLDER" val="c:\temp\"/>
  <p:tag name="TRANSPARENCY" val="Verdadero"/>
</p:tagLst>
</file>

<file path=ppt/tags/tag4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2=\dfrac{b_1a_{n-5}-a_{n-1}b_3}{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4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c_1=\dfrac{b_1a_{n-3}-a_{n-1}b_2}{b_1}$&#10;&#10;\end{document}"/>
  <p:tag name="LATEXENGINEID" val="0"/>
  <p:tag name="LATEXFORMHEIGHT" val="312"/>
  <p:tag name="LATEXFORMWIDTH" val="384"/>
  <p:tag name="LATEXFORMWRAP" val="Verdadero"/>
  <p:tag name="ORIGINALHEIGHT" val="274.4657"/>
  <p:tag name="ORIGINALWIDTH" val="1179.603"/>
  <p:tag name="OUTPUTDPI" val="1200"/>
  <p:tag name="TEMPFOLDER" val="c:\temp\"/>
  <p:tag name="TRANSPARENCY" val="Verdadero"/>
</p:tagLst>
</file>

<file path=ppt/tags/tag4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a_{n-1}a_{n-4}-a_{n}a_{n-5}}{a_{n-1}}$&#10;&#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4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 $D(s)=a_ns^n+a_{n-1}s^{n-1}+a_{n-2}s^{n-2}+a_{n-3}s^{n-3}+...+a_1s+a_0$&#10;&#10;\end{document}"/>
  <p:tag name="LATEXENGINEID" val="0"/>
  <p:tag name="LATEXFORMHEIGHT" val="312"/>
  <p:tag name="LATEXFORMWIDTH" val="384"/>
  <p:tag name="LATEXFORMWRAP" val="Verdadero"/>
  <p:tag name="ORIGINALHEIGHT" val="134.2332"/>
  <p:tag name="ORIGINALWIDTH" val="3534.308"/>
  <p:tag name="OUTPUTDPI" val="1200"/>
  <p:tag name="TEMPFOLDER" val="c:\temp\"/>
  <p:tag name="TRANSPARENCY" val="Verdadero"/>
</p:tagLst>
</file>

<file path=ppt/tags/tag4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7"/>
  <p:tag name="IGUANATEXSIZE" val="20"/>
  <p:tag name="LATEXADDIN" val="\documentclass{article}&#10;\usepackage{ae} %incluido&#10;\usepackage{multirow}&#10;\usepackage{mathrsfs} %Transformada de laplace e Fourier&#10;\usepackage{amsmath}&#10;\pagestyle{empty}&#10;&#10;\begin{document}&#10;&#10;$b_1=\dfrac{a_{n-1}a_{n-2}-a_{n}a_{n-3}}{a_{n-1}}$&#10;\end{document}"/>
  <p:tag name="LATEXENGINEID" val="0"/>
  <p:tag name="LATEXFORMHEIGHT" val="312"/>
  <p:tag name="LATEXFORMWIDTH" val="384"/>
  <p:tag name="LATEXFORMWRAP" val="Verdadero"/>
  <p:tag name="ORIGINALHEIGHT" val="243.7195"/>
  <p:tag name="ORIGINALWIDTH" val="1354.331"/>
  <p:tag name="OUTPUTDPI" val="1200"/>
  <p:tag name="TEMPFOLDER" val="c:\temp\"/>
  <p:tag name="TRANSPARENCY" val="Verdadero"/>
</p:tagLst>
</file>

<file path=ppt/tags/tag4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4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3"/>
  <p:tag name="IGUANATEXSIZE" val="20"/>
  <p:tag name="LATEXADDIN" val="\documentclass{article}&#10;\usepackage{ae} %incluido&#10;\usepackage{multirow}&#10;\usepackage{mathrsfs} %Transformada de laplace e Fourier&#10;\usepackage{amsmath}&#10;\pagestyle{empty}&#10;&#10;\begin{document}&#10;$\begin{matrix}&#10;s^5  \\&#10;s^4\\&#10;s^3\\&#10;s^2\\&#10;s\\&#10;s^0&#10;\end{matrix}$&#10;&#10;\end{document}"/>
  <p:tag name="LATEXENGINEID" val="0"/>
  <p:tag name="LATEXFORMHEIGHT" val="312"/>
  <p:tag name="LATEXFORMWIDTH" val="384"/>
  <p:tag name="LATEXFORMWRAP" val="Verdadero"/>
  <p:tag name="ORIGINALHEIGHT" val="851.8936"/>
  <p:tag name="ORIGINALWIDTH" val="98.98764"/>
  <p:tag name="OUTPUTDPI" val="1200"/>
  <p:tag name="TEMPFOLDER" val="c:\temp\"/>
  <p:tag name="TRANSPARENCY" val="Verdadero"/>
</p:tagLst>
</file>

<file path=ppt/tags/tag5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3"/>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10;s^2\\&#10;s\\&#10;s^0&#10;\end{matrix}$&#10;&#10;\end{document}"/>
  <p:tag name="LATEXENGINEID" val="0"/>
  <p:tag name="LATEXFORMHEIGHT" val="312"/>
  <p:tag name="LATEXFORMWIDTH" val="384"/>
  <p:tag name="LATEXFORMWRAP" val="Verdadero"/>
  <p:tag name="ORIGINALHEIGHT" val="851.8936"/>
  <p:tag name="ORIGINALWIDTH" val="724.4094"/>
  <p:tag name="OUTPUTDPI" val="1200"/>
  <p:tag name="TEMPFOLDER" val="c:\temp\"/>
  <p:tag name="TRANSPARENCY" val="Verdadero"/>
</p:tagLst>
</file>

<file path=ppt/tags/tag5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5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7"/>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b_1\\&#10;s^2\\&#10;s\\&#10;s^0&#10;\end{matrix}$&#10;&#10;\end{document}"/>
  <p:tag name="LATEXENGINEID" val="0"/>
  <p:tag name="LATEXFORMHEIGHT" val="312"/>
  <p:tag name="LATEXFORMWIDTH" val="384"/>
  <p:tag name="LATEXFORMWRAP" val="Verdadero"/>
  <p:tag name="ORIGINALHEIGHT" val="851.8936"/>
  <p:tag name="ORIGINALWIDTH" val="771.6536"/>
  <p:tag name="OUTPUTDPI" val="1200"/>
  <p:tag name="TEMPFOLDER" val="c:\temp\"/>
  <p:tag name="TRANSPARENCY" val="Verdadero"/>
</p:tagLst>
</file>

<file path=ppt/tags/tag5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5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7"/>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b_1\\&#10;s^2\\&#10;s\\&#10;s^0&#10;\end{matrix}$&#10;&#10;\end{document}"/>
  <p:tag name="LATEXENGINEID" val="0"/>
  <p:tag name="LATEXFORMHEIGHT" val="312"/>
  <p:tag name="LATEXFORMWIDTH" val="384"/>
  <p:tag name="LATEXFORMWRAP" val="Verdadero"/>
  <p:tag name="ORIGINALHEIGHT" val="851.8936"/>
  <p:tag name="ORIGINALWIDTH" val="771.6536"/>
  <p:tag name="OUTPUTDPI" val="1200"/>
  <p:tag name="TEMPFOLDER" val="c:\temp\"/>
  <p:tag name="TRANSPARENCY" val="Verdadero"/>
</p:tagLst>
</file>

<file path=ppt/tags/tag5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5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5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5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9"/>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b_2\\&#10;s^2\\&#10;s\\&#10;s^0&#10;\end{matrix}$&#10;&#10;\end{document}"/>
  <p:tag name="LATEXENGINEID" val="0"/>
  <p:tag name="LATEXFORMHEIGHT" val="312"/>
  <p:tag name="LATEXFORMWIDTH" val="384"/>
  <p:tag name="LATEXFORMWRAP" val="Verdadero"/>
  <p:tag name="ORIGINALHEIGHT" val="851.8936"/>
  <p:tag name="ORIGINALWIDTH" val="771.6536"/>
  <p:tag name="OUTPUTDPI" val="1200"/>
  <p:tag name="TEMPFOLDER" val="c:\temp\"/>
  <p:tag name="TRANSPARENCY" val="Verdadero"/>
</p:tagLst>
</file>

<file path=ppt/tags/tag5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6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6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c_1=\dfrac{(1)(6)-(2)(2)}{1}=\dfrac{6-4}{1}=2$&#10;&#10;\end{document}"/>
  <p:tag name="LATEXENGINEID" val="0"/>
  <p:tag name="LATEXFORMHEIGHT" val="312"/>
  <p:tag name="LATEXFORMWIDTH" val="384"/>
  <p:tag name="LATEXFORMWRAP" val="Verdadero"/>
  <p:tag name="ORIGINALHEIGHT" val="263.2171"/>
  <p:tag name="ORIGINALWIDTH" val="1784.027"/>
  <p:tag name="OUTPUTDPI" val="1200"/>
  <p:tag name="TEMPFOLDER" val="c:\temp\"/>
  <p:tag name="TRANSPARENCY" val="Verdadero"/>
</p:tagLst>
</file>

<file path=ppt/tags/tag6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6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7"/>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2\\&#10;s^2&amp;c_1\\&#10;s\\&#10;s^0&#10;\end{matrix}$&#10;&#10;\end{document}"/>
  <p:tag name="LATEXENGINEID" val="0"/>
  <p:tag name="LATEXFORMHEIGHT" val="312"/>
  <p:tag name="LATEXFORMWIDTH" val="384"/>
  <p:tag name="LATEXFORMWRAP" val="Verdadero"/>
  <p:tag name="ORIGINALHEIGHT" val="851.8936"/>
  <p:tag name="ORIGINALWIDTH" val="772.4034"/>
  <p:tag name="OUTPUTDPI" val="1200"/>
  <p:tag name="TEMPFOLDER" val="c:\temp\"/>
  <p:tag name="TRANSPARENCY" val="Verdadero"/>
</p:tagLst>
</file>

<file path=ppt/tags/tag6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6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6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9"/>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2\\&#10;s^2&amp;2&amp;c_2\\&#10;s\\&#10;s^0&#10;\end{matrix}$&#10;&#10;\end{document}"/>
  <p:tag name="LATEXENGINEID" val="0"/>
  <p:tag name="LATEXFORMHEIGHT" val="312"/>
  <p:tag name="LATEXFORMWIDTH" val="384"/>
  <p:tag name="LATEXFORMWRAP" val="Verdadero"/>
  <p:tag name="ORIGINALHEIGHT" val="851.8936"/>
  <p:tag name="ORIGINALWIDTH" val="772.4034"/>
  <p:tag name="OUTPUTDPI" val="1200"/>
  <p:tag name="TEMPFOLDER" val="c:\temp\"/>
  <p:tag name="TRANSPARENCY" val="Verdadero"/>
</p:tagLst>
</file>

<file path=ppt/tags/tag6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c_2=\dfrac{(1)(12)-(2)(0)}{1}=12$&#10;&#10;\end{document}"/>
  <p:tag name="LATEXENGINEID" val="0"/>
  <p:tag name="LATEXFORMHEIGHT" val="312"/>
  <p:tag name="LATEXFORMWIDTH" val="384"/>
  <p:tag name="LATEXFORMWRAP" val="Verdadero"/>
  <p:tag name="ORIGINALHEIGHT" val="263.2171"/>
  <p:tag name="ORIGINALWIDTH" val="1436.071"/>
  <p:tag name="OUTPUTDPI" val="1200"/>
  <p:tag name="TEMPFOLDER" val="c:\temp\"/>
  <p:tag name="TRANSPARENCY" val="Verdadero"/>
</p:tagLst>
</file>

<file path=ppt/tags/tag6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c_1=\dfrac{(1)(6)-(2)(2)}{1}=\dfrac{6-4}{1}=2$&#10;&#10;\end{document}"/>
  <p:tag name="LATEXENGINEID" val="0"/>
  <p:tag name="LATEXFORMHEIGHT" val="312"/>
  <p:tag name="LATEXFORMWIDTH" val="384"/>
  <p:tag name="LATEXFORMWRAP" val="Verdadero"/>
  <p:tag name="ORIGINALHEIGHT" val="263.2171"/>
  <p:tag name="ORIGINALWIDTH" val="1784.027"/>
  <p:tag name="OUTPUTDPI" val="1200"/>
  <p:tag name="TEMPFOLDER" val="c:\temp\"/>
  <p:tag name="TRANSPARENCY" val="Verdadero"/>
</p:tagLst>
</file>

<file path=ppt/tags/tag6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7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7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7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6"/>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2\\&#10;s^2&amp;2&amp;12\\&#10;s&amp;d_1\\&#10;s^0&#10;\end{matrix}$&#10;&#10;\end{document}"/>
  <p:tag name="LATEXENGINEID" val="0"/>
  <p:tag name="LATEXFORMHEIGHT" val="312"/>
  <p:tag name="LATEXFORMWIDTH" val="384"/>
  <p:tag name="LATEXFORMWRAP" val="Verdadero"/>
  <p:tag name="ORIGINALHEIGHT" val="851.8936"/>
  <p:tag name="ORIGINALWIDTH" val="845.1443"/>
  <p:tag name="OUTPUTDPI" val="1200"/>
  <p:tag name="TEMPFOLDER" val="c:\temp\"/>
  <p:tag name="TRANSPARENCY" val="Verdadero"/>
</p:tagLst>
</file>

<file path=ppt/tags/tag7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d_1=\dfrac{(2)(2)-(1)(12)}{2}=\dfrac{4-12}{1}=-8$&#10;&#10;\end{document}"/>
  <p:tag name="LATEXENGINEID" val="0"/>
  <p:tag name="LATEXFORMHEIGHT" val="312"/>
  <p:tag name="LATEXFORMWIDTH" val="384"/>
  <p:tag name="LATEXFORMWRAP" val="Verdadero"/>
  <p:tag name="ORIGINALHEIGHT" val="263.2171"/>
  <p:tag name="ORIGINALWIDTH" val="2017.248"/>
  <p:tag name="OUTPUTDPI" val="1200"/>
  <p:tag name="TEMPFOLDER" val="c:\temp\"/>
  <p:tag name="TRANSPARENCY" val="Verdadero"/>
</p:tagLst>
</file>

<file path=ppt/tags/tag7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c_2=\dfrac{(1)(12)-(2)(0)}{1}=12$&#10;&#10;\end{document}"/>
  <p:tag name="LATEXENGINEID" val="0"/>
  <p:tag name="LATEXFORMHEIGHT" val="312"/>
  <p:tag name="LATEXFORMWIDTH" val="384"/>
  <p:tag name="LATEXFORMWRAP" val="Verdadero"/>
  <p:tag name="ORIGINALHEIGHT" val="263.2171"/>
  <p:tag name="ORIGINALWIDTH" val="1436.071"/>
  <p:tag name="OUTPUTDPI" val="1200"/>
  <p:tag name="TEMPFOLDER" val="c:\temp\"/>
  <p:tag name="TRANSPARENCY" val="Verdadero"/>
</p:tagLst>
</file>

<file path=ppt/tags/tag7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c_1=\dfrac{(1)(6)-(2)(2)}{1}=\dfrac{6-4}{1}=2$&#10;&#10;\end{document}"/>
  <p:tag name="LATEXENGINEID" val="0"/>
  <p:tag name="LATEXFORMHEIGHT" val="312"/>
  <p:tag name="LATEXFORMWIDTH" val="384"/>
  <p:tag name="LATEXFORMWRAP" val="Verdadero"/>
  <p:tag name="ORIGINALHEIGHT" val="263.2171"/>
  <p:tag name="ORIGINALWIDTH" val="1784.027"/>
  <p:tag name="OUTPUTDPI" val="1200"/>
  <p:tag name="TEMPFOLDER" val="c:\temp\"/>
  <p:tag name="TRANSPARENCY" val="Verdadero"/>
</p:tagLst>
</file>

<file path=ppt/tags/tag7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7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7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7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5"/>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2\\&#10;s^2&amp;2&amp;12\\&#10;s&amp;-4\\&#10;s^0&amp;e_1&#10;\end{matrix}$&#10;&#10;\end{document}"/>
  <p:tag name="LATEXENGINEID" val="0"/>
  <p:tag name="LATEXFORMHEIGHT" val="312"/>
  <p:tag name="LATEXFORMWIDTH" val="384"/>
  <p:tag name="LATEXFORMWRAP" val="Verdadero"/>
  <p:tag name="ORIGINALHEIGHT" val="869.1414"/>
  <p:tag name="ORIGINALWIDTH" val="884.1395"/>
  <p:tag name="OUTPUTDPI" val="1200"/>
  <p:tag name="TEMPFOLDER" val="c:\temp\"/>
  <p:tag name="TRANSPARENCY" val="Verdadero"/>
</p:tagLst>
</file>

<file path=ppt/tags/tag8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e_1=\dfrac{(-4)(12)-(2)(0)}{-4}=12$&#10;&#10;\end{document}"/>
  <p:tag name="LATEXENGINEID" val="0"/>
  <p:tag name="LATEXFORMHEIGHT" val="312"/>
  <p:tag name="LATEXFORMWIDTH" val="384"/>
  <p:tag name="LATEXFORMWRAP" val="Verdadero"/>
  <p:tag name="ORIGINALHEIGHT" val="263.2171"/>
  <p:tag name="ORIGINALWIDTH" val="1536.558"/>
  <p:tag name="OUTPUTDPI" val="1200"/>
  <p:tag name="TEMPFOLDER" val="c:\temp\"/>
  <p:tag name="TRANSPARENCY" val="Verdadero"/>
</p:tagLst>
</file>

<file path=ppt/tags/tag8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5"/>
  <p:tag name="IGUANATEXSIZE" val="20"/>
  <p:tag name="LATEXADDIN" val="\documentclass{article}&#10;\usepackage{ae} %incluido&#10;\usepackage{multirow}&#10;\usepackage{mathrsfs} %Transformada de laplace e Fourier&#10;\usepackage{amsmath}&#10;\pagestyle{empty}&#10;&#10;\begin{document}&#10;$d_1=\dfrac{(2)(2)-(1)(12)}{2}=\dfrac{4-12}{2}=-4$&#10;&#10;\end{document}"/>
  <p:tag name="LATEXENGINEID" val="0"/>
  <p:tag name="LATEXFORMHEIGHT" val="312"/>
  <p:tag name="LATEXFORMWIDTH" val="384"/>
  <p:tag name="LATEXFORMWRAP" val="Verdadero"/>
  <p:tag name="ORIGINALHEIGHT" val="263.2171"/>
  <p:tag name="ORIGINALWIDTH" val="2019.498"/>
  <p:tag name="OUTPUTDPI" val="1200"/>
  <p:tag name="TEMPFOLDER" val="c:\temp\"/>
  <p:tag name="TRANSPARENCY" val="Verdadero"/>
</p:tagLst>
</file>

<file path=ppt/tags/tag8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c_2=\dfrac{(1)(12)-(2)(0)}{1}=12$&#10;&#10;\end{document}"/>
  <p:tag name="LATEXENGINEID" val="0"/>
  <p:tag name="LATEXFORMHEIGHT" val="312"/>
  <p:tag name="LATEXFORMWIDTH" val="384"/>
  <p:tag name="LATEXFORMWRAP" val="Verdadero"/>
  <p:tag name="ORIGINALHEIGHT" val="263.2171"/>
  <p:tag name="ORIGINALWIDTH" val="1436.071"/>
  <p:tag name="OUTPUTDPI" val="1200"/>
  <p:tag name="TEMPFOLDER" val="c:\temp\"/>
  <p:tag name="TRANSPARENCY" val="Verdadero"/>
</p:tagLst>
</file>

<file path=ppt/tags/tag8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c_1=\dfrac{(1)(6)-(2)(2)}{1}=\dfrac{6-4}{1}=2$&#10;&#10;\end{document}"/>
  <p:tag name="LATEXENGINEID" val="0"/>
  <p:tag name="LATEXFORMHEIGHT" val="312"/>
  <p:tag name="LATEXFORMWIDTH" val="384"/>
  <p:tag name="LATEXFORMWRAP" val="Verdadero"/>
  <p:tag name="ORIGINALHEIGHT" val="263.2171"/>
  <p:tag name="ORIGINALWIDTH" val="1784.027"/>
  <p:tag name="OUTPUTDPI" val="1200"/>
  <p:tag name="TEMPFOLDER" val="c:\temp\"/>
  <p:tag name="TRANSPARENCY" val="Verdadero"/>
</p:tagLst>
</file>

<file path=ppt/tags/tag8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8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8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8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5"/>
  <p:tag name="IGUANATEXSIZE" val="20"/>
  <p:tag name="LATEXADDIN" val="\documentclass{article}&#10;\usepackage{ae} %incluido&#10;\usepackage{multirow}&#10;\usepackage{mathrsfs} %Transformada de laplace e Fourier&#10;\usepackage{amsmath}&#10;\pagestyle{empty}&#10;&#10;\begin{document}&#10;$\begin{matrix}&#10;s^5 &amp; 1 &amp; 4 &amp; 8 \\&#10;s^4 &amp; 2 &amp; 6 &amp; 12\\&#10;s^3&amp;1&amp;2\\&#10;s^2&amp;2&amp;12\\&#10;s&amp;-4\\&#10;s^0&amp;12&#10;\end{matrix}$&#10;&#10;\end{document}"/>
  <p:tag name="LATEXENGINEID" val="0"/>
  <p:tag name="LATEXFORMHEIGHT" val="312"/>
  <p:tag name="LATEXFORMWIDTH" val="384"/>
  <p:tag name="LATEXFORMWRAP" val="Verdadero"/>
  <p:tag name="ORIGINALHEIGHT" val="851.8936"/>
  <p:tag name="ORIGINALWIDTH" val="884.1395"/>
  <p:tag name="OUTPUTDPI" val="1200"/>
  <p:tag name="TEMPFOLDER" val="c:\temp\"/>
  <p:tag name="TRANSPARENCY" val="Verdadero"/>
</p:tagLst>
</file>

<file path=ppt/tags/tag8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e_1=\dfrac{(-4)(12)-(2)(0)}{-4}=12$&#10;&#10;\end{document}"/>
  <p:tag name="LATEXENGINEID" val="0"/>
  <p:tag name="LATEXFORMHEIGHT" val="312"/>
  <p:tag name="LATEXFORMWIDTH" val="384"/>
  <p:tag name="LATEXFORMWRAP" val="Verdadero"/>
  <p:tag name="ORIGINALHEIGHT" val="263.2171"/>
  <p:tag name="ORIGINALWIDTH" val="1536.558"/>
  <p:tag name="OUTPUTDPI" val="1200"/>
  <p:tag name="TEMPFOLDER" val="c:\temp\"/>
  <p:tag name="TRANSPARENCY" val="Verdadero"/>
</p:tagLst>
</file>

<file path=ppt/tags/tag8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5"/>
  <p:tag name="IGUANATEXSIZE" val="20"/>
  <p:tag name="LATEXADDIN" val="\documentclass{article}&#10;\usepackage{ae} %incluido&#10;\usepackage{multirow}&#10;\usepackage{mathrsfs} %Transformada de laplace e Fourier&#10;\usepackage{amsmath}&#10;\pagestyle{empty}&#10;&#10;\begin{document}&#10;$d_1=\dfrac{(2)(2)-(1)(12)}{2}=\dfrac{4-12}{2}=-4$&#10;&#10;\end{document}"/>
  <p:tag name="LATEXENGINEID" val="0"/>
  <p:tag name="LATEXFORMHEIGHT" val="312"/>
  <p:tag name="LATEXFORMWIDTH" val="384"/>
  <p:tag name="LATEXFORMWRAP" val="Verdadero"/>
  <p:tag name="ORIGINALHEIGHT" val="263.2171"/>
  <p:tag name="ORIGINALWIDTH" val="2019.498"/>
  <p:tag name="OUTPUTDPI" val="1200"/>
  <p:tag name="TEMPFOLDER" val="c:\temp\"/>
  <p:tag name="TRANSPARENCY" val="Verdadero"/>
</p:tagLst>
</file>

<file path=ppt/tags/tag9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c_2=\dfrac{(1)(12)-(2)(0)}{1}=12$&#10;&#10;\end{document}"/>
  <p:tag name="LATEXENGINEID" val="0"/>
  <p:tag name="LATEXFORMHEIGHT" val="312"/>
  <p:tag name="LATEXFORMWIDTH" val="384"/>
  <p:tag name="LATEXFORMWRAP" val="Verdadero"/>
  <p:tag name="ORIGINALHEIGHT" val="263.2171"/>
  <p:tag name="ORIGINALWIDTH" val="1436.071"/>
  <p:tag name="OUTPUTDPI" val="1200"/>
  <p:tag name="TEMPFOLDER" val="c:\temp\"/>
  <p:tag name="TRANSPARENCY" val="Verdadero"/>
</p:tagLst>
</file>

<file path=ppt/tags/tag9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c_1=\dfrac{(1)(6)-(2)(2)}{1}=\dfrac{6-4}{1}=2$&#10;&#10;\end{document}"/>
  <p:tag name="LATEXENGINEID" val="0"/>
  <p:tag name="LATEXFORMHEIGHT" val="312"/>
  <p:tag name="LATEXFORMWIDTH" val="384"/>
  <p:tag name="LATEXFORMWRAP" val="Verdadero"/>
  <p:tag name="ORIGINALHEIGHT" val="263.2171"/>
  <p:tag name="ORIGINALWIDTH" val="1784.027"/>
  <p:tag name="OUTPUTDPI" val="1200"/>
  <p:tag name="TEMPFOLDER" val="c:\temp\"/>
  <p:tag name="TRANSPARENCY" val="Verdadero"/>
</p:tagLst>
</file>

<file path=ppt/tags/tag9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6"/>
  <p:tag name="IGUANATEXSIZE" val="20"/>
  <p:tag name="LATEXADDIN" val="\documentclass{article}&#10;\usepackage{ae} %incluido&#10;\usepackage{multirow}&#10;\usepackage{mathrsfs} %Transformada de laplace e Fourier&#10;\usepackage{amsmath}&#10;\pagestyle{empty}&#10;&#10;\begin{document}&#10;$b_2=\dfrac{(2)(8)-(1)(12)}{2}=\dfrac{16-12}{2}=2$&#10;&#10;\end{document}"/>
  <p:tag name="LATEXENGINEID" val="0"/>
  <p:tag name="LATEXFORMHEIGHT" val="312"/>
  <p:tag name="LATEXFORMWIDTH" val="384"/>
  <p:tag name="LATEXFORMWRAP" val="Verdadero"/>
  <p:tag name="ORIGINALHEIGHT" val="263.2171"/>
  <p:tag name="ORIGINALWIDTH" val="1970.004"/>
  <p:tag name="OUTPUTDPI" val="1200"/>
  <p:tag name="TEMPFOLDER" val="c:\temp\"/>
  <p:tag name="TRANSPARENCY" val="Verdadero"/>
</p:tagLst>
</file>

<file path=ppt/tags/tag9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4s^3+6s^2+8s+12$&#10;&#10;\end{document}"/>
  <p:tag name="LATEXENGINEID" val="0"/>
  <p:tag name="LATEXFORMHEIGHT" val="312"/>
  <p:tag name="LATEXFORMWIDTH" val="384"/>
  <p:tag name="LATEXFORMWRAP" val="Verdadero"/>
  <p:tag name="ORIGINALHEIGHT" val="134.9832"/>
  <p:tag name="ORIGINALWIDTH" val="2066.742"/>
  <p:tag name="OUTPUTDPI" val="1200"/>
  <p:tag name="TEMPFOLDER" val="c:\temp\"/>
  <p:tag name="TRANSPARENCY" val="Verdadero"/>
</p:tagLst>
</file>

<file path=ppt/tags/tag9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3"/>
  <p:tag name="IGUANATEXSIZE" val="20"/>
  <p:tag name="LATEXADDIN" val="\documentclass{article}&#10;\usepackage{ae} %incluido&#10;\usepackage{multirow}&#10;\usepackage{mathrsfs} %Transformada de laplace e Fourier&#10;\usepackage{amsmath}&#10;\pagestyle{empty}&#10;&#10;\begin{document}&#10;$b_1=\dfrac{(2)(4)-(1)(6)}{2}=\dfrac{8-6}{2}=1$&#10;&#10;\end{document}"/>
  <p:tag name="LATEXENGINEID" val="0"/>
  <p:tag name="LATEXFORMHEIGHT" val="312"/>
  <p:tag name="LATEXFORMWIDTH" val="384"/>
  <p:tag name="LATEXFORMWRAP" val="Verdadero"/>
  <p:tag name="ORIGINALHEIGHT" val="263.2171"/>
  <p:tag name="ORIGINALWIDTH" val="1779.528"/>
  <p:tag name="OUTPUTDPI" val="1200"/>
  <p:tag name="TEMPFOLDER" val="c:\temp\"/>
  <p:tag name="TRANSPARENCY" val="Verdadero"/>
</p:tagLst>
</file>

<file path=ppt/tags/tag9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D(s)=s^3+14s^2+55s+42$&#10;&#10;\end{document}"/>
  <p:tag name="LATEXENGINEID" val="0"/>
  <p:tag name="LATEXFORMHEIGHT" val="312"/>
  <p:tag name="LATEXFORMWIDTH" val="384"/>
  <p:tag name="LATEXFORMWRAP" val="Verdadero"/>
  <p:tag name="ORIGINALHEIGHT" val="134.2332"/>
  <p:tag name="ORIGINALWIDTH" val="1534.308"/>
  <p:tag name="OUTPUTDPI" val="1200"/>
  <p:tag name="TEMPFOLDER" val="c:\temp\"/>
  <p:tag name="TRANSPARENCY" val="Verdadero"/>
</p:tagLst>
</file>

<file path=ppt/tags/tag9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begin{matrix}&#10;s^3\\&#10;s^2\\&#10;s \\&#10;s^0&#10;\end{matrix}$&#10;&#10;\end{document}"/>
  <p:tag name="LATEXENGINEID" val="0"/>
  <p:tag name="LATEXFORMHEIGHT" val="312"/>
  <p:tag name="LATEXFORMWIDTH" val="384"/>
  <p:tag name="LATEXFORMWRAP" val="Verdadero"/>
  <p:tag name="ORIGINALHEIGHT" val="552.681"/>
  <p:tag name="ORIGINALWIDTH" val="97.48779"/>
  <p:tag name="OUTPUTDPI" val="1200"/>
  <p:tag name="TEMPFOLDER" val="c:\temp\"/>
  <p:tag name="TRANSPARENCY" val="Verdadero"/>
</p:tagLst>
</file>

<file path=ppt/tags/tag9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4"/>
  <p:tag name="IGUANATEXSIZE" val="20"/>
  <p:tag name="LATEXADDIN" val="\documentclass{article}&#10;\usepackage{ae} %incluido&#10;\usepackage{multirow}&#10;\usepackage{mathrsfs} %Transformada de laplace e Fourier&#10;\usepackage{amsmath}&#10;\pagestyle{empty}&#10;&#10;\begin{document}&#10;$\begin{matrix}&#10;s^3&amp; 1 &amp; 55 \\&#10;s^2&amp; 14 &amp; 42\\&#10;s &amp; c_1\\&#10;s^0&amp; d_1&#10;\end{matrix}$&#10;&#10;\end{document}"/>
  <p:tag name="LATEXENGINEID" val="0"/>
  <p:tag name="LATEXFORMHEIGHT" val="312"/>
  <p:tag name="LATEXFORMWIDTH" val="384"/>
  <p:tag name="LATEXFORMWRAP" val="Verdadero"/>
  <p:tag name="ORIGINALHEIGHT" val="569.9287"/>
  <p:tag name="ORIGINALWIDTH" val="599.925"/>
  <p:tag name="OUTPUTDPI" val="1200"/>
  <p:tag name="TEMPFOLDER" val="c:\temp\"/>
  <p:tag name="TRANSPARENCY" val="Verdadero"/>
</p:tagLst>
</file>

<file path=ppt/tags/tag9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D(s)=s^3+14s^2+55s+42$&#10;&#10;\end{document}"/>
  <p:tag name="LATEXENGINEID" val="0"/>
  <p:tag name="LATEXFORMHEIGHT" val="312"/>
  <p:tag name="LATEXFORMWIDTH" val="384"/>
  <p:tag name="LATEXFORMWRAP" val="Verdadero"/>
  <p:tag name="ORIGINALHEIGHT" val="134.2332"/>
  <p:tag name="ORIGINALWIDTH" val="1534.308"/>
  <p:tag name="OUTPUTDPI" val="1200"/>
  <p:tag name="TEMPFOLDER" val="c:\temp\"/>
  <p:tag name="TRANSPARENCY" val="Verdadero"/>
</p:tagLst>
</file>

<file path=ppt/tags/tag9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4"/>
  <p:tag name="IGUANATEXSIZE" val="20"/>
  <p:tag name="LATEXADDIN" val="\documentclass{article}&#10;\usepackage{ae} %incluido&#10;\usepackage{multirow}&#10;\usepackage{mathrsfs} %Transformada de laplace e Fourier&#10;\usepackage{amsmath}&#10;\pagestyle{empty}&#10;&#10;\begin{document}&#10;$\begin{matrix}&#10;s^3&amp; 1 &amp; 55 \\&#10;s^2&amp; 14 &amp; 42\\&#10;s &amp; c_1\\&#10;s^0&amp; d_1&#10;\end{matrix}$&#10;&#10;\end{document}"/>
  <p:tag name="LATEXENGINEID" val="0"/>
  <p:tag name="LATEXFORMHEIGHT" val="312"/>
  <p:tag name="LATEXFORMWIDTH" val="384"/>
  <p:tag name="LATEXFORMWRAP" val="Verdadero"/>
  <p:tag name="ORIGINALHEIGHT" val="569.9287"/>
  <p:tag name="ORIGINALWIDTH" val="599.925"/>
  <p:tag name="OUTPUTDPI" val="1200"/>
  <p:tag name="TEMPFOLDER" val="c:\temp\"/>
  <p:tag name="TRANSPARENCY" val="Verdadero"/>
</p:tagLst>
</file>

<file path=ppt/tags/tag10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D(s)=s^3+14s^2+55s+42$&#10;&#10;\end{document}"/>
  <p:tag name="LATEXENGINEID" val="0"/>
  <p:tag name="LATEXFORMHEIGHT" val="312"/>
  <p:tag name="LATEXFORMWIDTH" val="384"/>
  <p:tag name="LATEXFORMWRAP" val="Verdadero"/>
  <p:tag name="ORIGINALHEIGHT" val="134.2332"/>
  <p:tag name="ORIGINALWIDTH" val="1534.308"/>
  <p:tag name="OUTPUTDPI" val="1200"/>
  <p:tag name="TEMPFOLDER" val="c:\temp\"/>
  <p:tag name="TRANSPARENCY" val="Verdadero"/>
</p:tagLst>
</file>

<file path=ppt/tags/tag10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2"/>
  <p:tag name="IGUANATEXSIZE" val="20"/>
  <p:tag name="LATEXADDIN" val="\documentclass{article}&#10;\usepackage{ae} %incluido&#10;\usepackage{multirow}&#10;\usepackage{mathrsfs} %Transformada de laplace e Fourier&#10;\usepackage{amsmath}&#10;\pagestyle{empty}&#10;&#10;\begin{document}&#10;$c_1=\dfrac{(14)(55)-(1)(42)}{14}=\dfrac{770-42}{14}=52$&#10;&#10;\end{document}"/>
  <p:tag name="LATEXENGINEID" val="0"/>
  <p:tag name="LATEXFORMHEIGHT" val="312"/>
  <p:tag name="LATEXFORMWIDTH" val="384"/>
  <p:tag name="LATEXFORMWRAP" val="Verdadero"/>
  <p:tag name="ORIGINALHEIGHT" val="263.2171"/>
  <p:tag name="ORIGINALWIDTH" val="2219.722"/>
  <p:tag name="OUTPUTDPI" val="1200"/>
  <p:tag name="TEMPFOLDER" val="c:\temp\"/>
  <p:tag name="TRANSPARENCY" val="Verdadero"/>
</p:tagLst>
</file>

<file path=ppt/tags/tag10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3"/>
  <p:tag name="IGUANATEXSIZE" val="20"/>
  <p:tag name="LATEXADDIN" val="\documentclass{article}&#10;\usepackage{ae} %incluido&#10;\usepackage{multirow}&#10;\usepackage{mathrsfs} %Transformada de laplace e Fourier&#10;\usepackage{amsmath}&#10;\pagestyle{empty}&#10;&#10;\begin{document}&#10;$d_1=\dfrac{(52)(42)-(14)(0)}{52}=42$&#10;&#10;\end{document}"/>
  <p:tag name="LATEXENGINEID" val="0"/>
  <p:tag name="LATEXFORMHEIGHT" val="312"/>
  <p:tag name="LATEXFORMWIDTH" val="384"/>
  <p:tag name="LATEXFORMWRAP" val="Verdadero"/>
  <p:tag name="ORIGINALHEIGHT" val="266.2167"/>
  <p:tag name="ORIGINALWIDTH" val="1571.803"/>
  <p:tag name="OUTPUTDPI" val="1200"/>
  <p:tag name="TEMPFOLDER" val="c:\temp\"/>
  <p:tag name="TRANSPARENCY" val="Verdadero"/>
</p:tagLst>
</file>

<file path=ppt/tags/tag10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8"/>
  <p:tag name="IGUANATEXSIZE" val="20"/>
  <p:tag name="LATEXADDIN" val="\documentclass{article}&#10;\usepackage{ae} %incluido&#10;\usepackage{multirow}&#10;\usepackage{mathrsfs} %Transformada de laplace e Fourier&#10;\usepackage{amsmath}&#10;\pagestyle{empty}&#10;&#10;\begin{document}&#10;$\begin{matrix}&#10;s^3&amp; 1 &amp; 55 \\&#10;s^2&amp; 14 &amp; 42\\&#10;s &amp; 52\\&#10;s^0&amp; d_1&#10;\end{matrix}$&#10;&#10;\end{document}"/>
  <p:tag name="LATEXENGINEID" val="0"/>
  <p:tag name="LATEXFORMHEIGHT" val="312"/>
  <p:tag name="LATEXFORMWIDTH" val="384"/>
  <p:tag name="LATEXFORMWRAP" val="Verdadero"/>
  <p:tag name="ORIGINALHEIGHT" val="569.9287"/>
  <p:tag name="ORIGINALWIDTH" val="599.925"/>
  <p:tag name="OUTPUTDPI" val="1200"/>
  <p:tag name="TEMPFOLDER" val="c:\temp\"/>
  <p:tag name="TRANSPARENCY" val="Verdadero"/>
</p:tagLst>
</file>

<file path=ppt/tags/tag10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D(s)=s^3+14s^2+55s+42$&#10;&#10;\end{document}"/>
  <p:tag name="LATEXENGINEID" val="0"/>
  <p:tag name="LATEXFORMHEIGHT" val="312"/>
  <p:tag name="LATEXFORMWIDTH" val="384"/>
  <p:tag name="LATEXFORMWRAP" val="Verdadero"/>
  <p:tag name="ORIGINALHEIGHT" val="134.2332"/>
  <p:tag name="ORIGINALWIDTH" val="1534.308"/>
  <p:tag name="OUTPUTDPI" val="1200"/>
  <p:tag name="TEMPFOLDER" val="c:\temp\"/>
  <p:tag name="TRANSPARENCY" val="Verdadero"/>
</p:tagLst>
</file>

<file path=ppt/tags/tag10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2"/>
  <p:tag name="IGUANATEXSIZE" val="20"/>
  <p:tag name="LATEXADDIN" val="\documentclass{article}&#10;\usepackage{ae} %incluido&#10;\usepackage{multirow}&#10;\usepackage{mathrsfs} %Transformada de laplace e Fourier&#10;\usepackage{amsmath}&#10;\pagestyle{empty}&#10;&#10;\begin{document}&#10;$c_1=\dfrac{(14)(55)-(1)(42)}{14}=\dfrac{770-42}{14}=52$&#10;&#10;\end{document}"/>
  <p:tag name="LATEXENGINEID" val="0"/>
  <p:tag name="LATEXFORMHEIGHT" val="312"/>
  <p:tag name="LATEXFORMWIDTH" val="384"/>
  <p:tag name="LATEXFORMWRAP" val="Verdadero"/>
  <p:tag name="ORIGINALHEIGHT" val="263.2171"/>
  <p:tag name="ORIGINALWIDTH" val="2219.722"/>
  <p:tag name="OUTPUTDPI" val="1200"/>
  <p:tag name="TEMPFOLDER" val="c:\temp\"/>
  <p:tag name="TRANSPARENCY" val="Verdadero"/>
</p:tagLst>
</file>

<file path=ppt/tags/tag10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3"/>
  <p:tag name="IGUANATEXSIZE" val="20"/>
  <p:tag name="LATEXADDIN" val="\documentclass{article}&#10;\usepackage{ae} %incluido&#10;\usepackage{multirow}&#10;\usepackage{mathrsfs} %Transformada de laplace e Fourier&#10;\usepackage{amsmath}&#10;\pagestyle{empty}&#10;&#10;\begin{document}&#10;$d_1=\dfrac{(52)(42)-(14)(0)}{52}=42$&#10;&#10;\end{document}"/>
  <p:tag name="LATEXENGINEID" val="0"/>
  <p:tag name="LATEXFORMHEIGHT" val="312"/>
  <p:tag name="LATEXFORMWIDTH" val="384"/>
  <p:tag name="LATEXFORMWRAP" val="Verdadero"/>
  <p:tag name="ORIGINALHEIGHT" val="266.2167"/>
  <p:tag name="ORIGINALWIDTH" val="1571.803"/>
  <p:tag name="OUTPUTDPI" val="1200"/>
  <p:tag name="TEMPFOLDER" val="c:\temp\"/>
  <p:tag name="TRANSPARENCY" val="Verdadero"/>
</p:tagLst>
</file>

<file path=ppt/tags/tag10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8"/>
  <p:tag name="IGUANATEXSIZE" val="20"/>
  <p:tag name="LATEXADDIN" val="\documentclass{article}&#10;\usepackage{ae} %incluido&#10;\usepackage{multirow}&#10;\usepackage{mathrsfs} %Transformada de laplace e Fourier&#10;\usepackage{amsmath}&#10;\pagestyle{empty}&#10;&#10;\begin{document}&#10;$\begin{matrix}&#10;s^3&amp; 1 &amp; 55 \\&#10;s^2&amp; 14 &amp; 42\\&#10;s &amp; 52\\&#10;s^0&amp; 42&#10;\end{matrix}$&#10;&#10;\end{document}"/>
  <p:tag name="LATEXENGINEID" val="0"/>
  <p:tag name="LATEXFORMHEIGHT" val="312"/>
  <p:tag name="LATEXFORMWIDTH" val="384"/>
  <p:tag name="LATEXFORMWRAP" val="Verdadero"/>
  <p:tag name="ORIGINALHEIGHT" val="552.681"/>
  <p:tag name="ORIGINALWIDTH" val="599.925"/>
  <p:tag name="OUTPUTDPI" val="1200"/>
  <p:tag name="TEMPFOLDER" val="c:\temp\"/>
  <p:tag name="TRANSPARENCY" val="Verdadero"/>
</p:tagLst>
</file>

<file path=ppt/tags/tag10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9"/>
  <p:tag name="IGUANATEXSIZE" val="20"/>
  <p:tag name="LATEXADDIN" val="\documentclass{article}&#10;\usepackage{ae} %incluido&#10;\usepackage{multirow}&#10;\usepackage{mathrsfs} %Transformada de laplace e Fourier&#10;\usepackage{amsmath}&#10;\pagestyle{empty}&#10;&#10;\begin{document}&#10;$D(s)=s^3+14s^2+55s+42$&#10;&#10;\end{document}"/>
  <p:tag name="LATEXENGINEID" val="0"/>
  <p:tag name="LATEXFORMHEIGHT" val="312"/>
  <p:tag name="LATEXFORMWIDTH" val="384"/>
  <p:tag name="LATEXFORMWRAP" val="Verdadero"/>
  <p:tag name="ORIGINALHEIGHT" val="134.2332"/>
  <p:tag name="ORIGINALWIDTH" val="1534.308"/>
  <p:tag name="OUTPUTDPI" val="1200"/>
  <p:tag name="TEMPFOLDER" val="c:\temp\"/>
  <p:tag name="TRANSPARENCY" val="Verdadero"/>
</p:tagLst>
</file>

<file path=ppt/tags/tag10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2"/>
  <p:tag name="IGUANATEXSIZE" val="20"/>
  <p:tag name="LATEXADDIN" val="\documentclass{article}&#10;\usepackage{ae} %incluido&#10;\usepackage{multirow}&#10;\usepackage{mathrsfs} %Transformada de laplace e Fourier&#10;\usepackage{amsmath}&#10;\pagestyle{empty}&#10;&#10;\begin{document}&#10;$c_1=\dfrac{(14)(55)-(1)(42)}{14}=\dfrac{770-42}{14}=52$&#10;&#10;\end{document}"/>
  <p:tag name="LATEXENGINEID" val="0"/>
  <p:tag name="LATEXFORMHEIGHT" val="312"/>
  <p:tag name="LATEXFORMWIDTH" val="384"/>
  <p:tag name="LATEXFORMWRAP" val="Verdadero"/>
  <p:tag name="ORIGINALHEIGHT" val="263.2171"/>
  <p:tag name="ORIGINALWIDTH" val="2219.722"/>
  <p:tag name="OUTPUTDPI" val="1200"/>
  <p:tag name="TEMPFOLDER" val="c:\temp\"/>
  <p:tag name="TRANSPARENCY" val="Verdadero"/>
</p:tagLst>
</file>

<file path=ppt/tags/tag11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50"/>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0}\\&#10;s^{n-7}\\&#10;\vdots &amp;\vdots&amp;\vdots\\&#10;s\\&#10;s^0&#10;\end{matrix}$&#10;&#10;\end{document}"/>
  <p:tag name="LATEXENGINEID" val="0"/>
  <p:tag name="LATEXFORMHEIGHT" val="312"/>
  <p:tag name="LATEXFORMWIDTH" val="384"/>
  <p:tag name="LATEXFORMWRAP" val="Verdadero"/>
  <p:tag name="ORIGINALHEIGHT" val="1595.051"/>
  <p:tag name="ORIGINALWIDTH" val="1663.292"/>
  <p:tag name="OUTPUTDPI" val="1200"/>
  <p:tag name="TEMPFOLDER" val="c:\temp\"/>
  <p:tag name="TRANSPARENCY" val="Verdadero"/>
</p:tagLst>
</file>

<file path=ppt/tags/tag11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08"/>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varepsilon} &amp; e_2&amp; e_3&amp;\cdots\\&#10;s^{n-7}&amp; f_1&amp; f_2&amp; f_3&amp;\cdots\\&#10;\vdots &amp;\vdots&amp;\vdots\\&#10;s&amp;g_1\\&#10;s^0&amp;h_1&#10;\end{matrix}$&#10;&#10;\end{document}"/>
  <p:tag name="LATEXENGINEID" val="0"/>
  <p:tag name="LATEXFORMHEIGHT" val="312"/>
  <p:tag name="LATEXFORMWIDTH" val="384"/>
  <p:tag name="LATEXFORMWRAP" val="Verdadero"/>
  <p:tag name="ORIGINALHEIGHT" val="1612.298"/>
  <p:tag name="ORIGINALWIDTH" val="1663.292"/>
  <p:tag name="OUTPUTDPI" val="1200"/>
  <p:tag name="TEMPFOLDER" val="c:\temp\"/>
  <p:tag name="TRANSPARENCY" val="Verdadero"/>
</p:tagLst>
</file>

<file path=ppt/tags/tag11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22"/>
  <p:tag name="IGUANATEXSIZE" val="20"/>
  <p:tag name="LATEXADDIN" val="\documentclass{article}&#10;\usepackage{ae} %incluido&#10;\usepackage{multirow}&#10;\usepackage{mathrsfs} %Transformada de laplace e Fourier&#10;\usepackage{amsmath}&#10;\pagestyle{empty}&#10;&#10;\begin{document}&#10;$\underset{\varepsilon \to 0}{\rm lim}\ f_1$&#10;&#10;$\underset{\varepsilon \to 0}{\rm lim}\ g_1$&#10;&#10;$\underset{\varepsilon \to 0}{\rm lim}\ h_1$&#10;&#10;\end{document}"/>
  <p:tag name="LATEXENGINEID" val="0"/>
  <p:tag name="LATEXFORMHEIGHT" val="312"/>
  <p:tag name="LATEXFORMWIDTH" val="384"/>
  <p:tag name="LATEXFORMWRAP" val="Verdadero"/>
  <p:tag name="ORIGINALHEIGHT" val="542.1822"/>
  <p:tag name="ORIGINALWIDTH" val="347.2066"/>
  <p:tag name="OUTPUTDPI" val="1200"/>
  <p:tag name="TEMPFOLDER" val="c:\temp\"/>
  <p:tag name="TRANSPARENCY" val="Verdadero"/>
</p:tagLst>
</file>

<file path=ppt/tags/tag11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T(s)=\dfrac{10}{s^5+2s^4+3s^3+6s^2+5s+3}$&#10;&#10;\end{document}"/>
  <p:tag name="LATEXENGINEID" val="0"/>
  <p:tag name="LATEXFORMHEIGHT" val="312"/>
  <p:tag name="LATEXFORMWIDTH" val="384"/>
  <p:tag name="LATEXFORMWRAP" val="Verdadero"/>
  <p:tag name="ORIGINALHEIGHT" val="262.4672"/>
  <p:tag name="ORIGINALWIDTH" val="2011.249"/>
  <p:tag name="OUTPUTDPI" val="1200"/>
  <p:tag name="TEMPFOLDER" val="c:\temp\"/>
  <p:tag name="TRANSPARENCY" val="Verdadero"/>
</p:tagLst>
</file>

<file path=ppt/tags/tag11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1"/>
  <p:tag name="IGUANATEXSIZE" val="20"/>
  <p:tag name="LATEXADDIN" val="\documentclass{article}&#10;\usepackage{ae} %incluido&#10;\usepackage{multirow}&#10;\usepackage{mathrsfs} %Transformada de laplace e Fourier&#10;\usepackage{amsmath}&#10;\pagestyle{empty}&#10;&#10;\begin{document}&#10;$\begin{matrix}&#10;s^5 &amp; 1 &amp; 3 &amp; 5 \\&#10;s^4 &amp; 2 &amp; 6 &amp; 3\\&#10;s^3 &amp; \varepsilon&amp; 3.5&amp;0\\&#10;s^2&amp;c_1&amp;c_2\\&#10;s\\&#10;s^0&#10;\end{matrix}$&#10;&#10;\end{document}"/>
  <p:tag name="LATEXENGINEID" val="0"/>
  <p:tag name="LATEXFORMHEIGHT" val="312"/>
  <p:tag name="LATEXFORMWIDTH" val="384"/>
  <p:tag name="LATEXFORMWRAP" val="Verdadero"/>
  <p:tag name="ORIGINALHEIGHT" val="851.8936"/>
  <p:tag name="ORIGINALWIDTH" val="808.399"/>
  <p:tag name="OUTPUTDPI" val="1200"/>
  <p:tag name="TEMPFOLDER" val="c:\temp\"/>
  <p:tag name="TRANSPARENCY" val="Verdadero"/>
</p:tagLst>
</file>

<file path=ppt/tags/tag11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1=\dfrac{(2)(3)-(1)(6)}{2}=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1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b_2=\dfrac{(2)(5)-(1)(3)}{2}=3.5$&#10;&#10;\end{document}"/>
  <p:tag name="LATEXENGINEID" val="0"/>
  <p:tag name="LATEXFORMHEIGHT" val="312"/>
  <p:tag name="LATEXFORMWIDTH" val="384"/>
  <p:tag name="LATEXFORMWRAP" val="Verdadero"/>
  <p:tag name="ORIGINALHEIGHT" val="263.2171"/>
  <p:tag name="ORIGINALWIDTH" val="1407.574"/>
  <p:tag name="OUTPUTDPI" val="1200"/>
  <p:tag name="TEMPFOLDER" val="c:\temp\"/>
  <p:tag name="TRANSPARENCY" val="Verdadero"/>
</p:tagLst>
</file>

<file path=ppt/tags/tag11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0"/>
  <p:tag name="IGUANATEXSIZE" val="20"/>
  <p:tag name="LATEXADDIN" val="\documentclass{article}&#10;\usepackage{ae} %incluido&#10;\usepackage{multirow}&#10;\usepackage{mathrsfs} %Transformada de laplace e Fourier&#10;\usepackage{amsmath}&#10;\pagestyle{empty}&#10;&#10;\begin{document}&#10;$c_1=\dfrac{6\varepsilon-(2)(3.5)}{\varepsilon}=\dfrac{6\varepsilon-7}{\varepsilon}$&#10;&#10;\end{document}"/>
  <p:tag name="LATEXENGINEID" val="0"/>
  <p:tag name="LATEXFORMHEIGHT" val="312"/>
  <p:tag name="LATEXFORMWIDTH" val="384"/>
  <p:tag name="LATEXFORMWRAP" val="Verdadero"/>
  <p:tag name="ORIGINALHEIGHT" val="266.2167"/>
  <p:tag name="ORIGINALWIDTH" val="1505.062"/>
  <p:tag name="OUTPUTDPI" val="1200"/>
  <p:tag name="TEMPFOLDER" val="c:\temp\"/>
  <p:tag name="TRANSPARENCY" val="Verdadero"/>
</p:tagLst>
</file>

<file path=ppt/tags/tag11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4"/>
  <p:tag name="IGUANATEXSIZE" val="20"/>
  <p:tag name="LATEXADDIN" val="\documentclass{article}&#10;\usepackage{ae} %incluido&#10;\usepackage{multirow}&#10;\usepackage{mathrsfs} %Transformada de laplace e Fourier&#10;\usepackage{amsmath}&#10;\pagestyle{empty}&#10;&#10;\begin{document}&#10;$c_2=\dfrac{3\varepsilon-(2)(0)}{\varepsilon}=3$&#10;&#10;\end{document}"/>
  <p:tag name="LATEXENGINEID" val="0"/>
  <p:tag name="LATEXFORMHEIGHT" val="312"/>
  <p:tag name="LATEXFORMWIDTH" val="384"/>
  <p:tag name="LATEXFORMWRAP" val="Verdadero"/>
  <p:tag name="ORIGINALHEIGHT" val="266.2167"/>
  <p:tag name="ORIGINALWIDTH" val="1114.361"/>
  <p:tag name="OUTPUTDPI" val="1200"/>
  <p:tag name="TEMPFOLDER" val="c:\temp\"/>
  <p:tag name="TRANSPARENCY" val="Verdadero"/>
</p:tagLst>
</file>

<file path=ppt/tags/tag11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T(s)=\dfrac{10}{s^5+2s^4+3s^3+6s^2+5s+3}$&#10;&#10;\end{document}"/>
  <p:tag name="LATEXENGINEID" val="0"/>
  <p:tag name="LATEXFORMHEIGHT" val="312"/>
  <p:tag name="LATEXFORMWIDTH" val="384"/>
  <p:tag name="LATEXFORMWRAP" val="Verdadero"/>
  <p:tag name="ORIGINALHEIGHT" val="262.4672"/>
  <p:tag name="ORIGINALWIDTH" val="2011.249"/>
  <p:tag name="OUTPUTDPI" val="1200"/>
  <p:tag name="TEMPFOLDER" val="c:\temp\"/>
  <p:tag name="TRANSPARENCY" val="Verdadero"/>
</p:tagLst>
</file>

<file path=ppt/tags/tag12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3"/>
  <p:tag name="IGUANATEXSIZE" val="20"/>
  <p:tag name="LATEXADDIN" val="\documentclass{article}&#10;\usepackage{ae} %incluido&#10;\usepackage{multirow}&#10;\usepackage{mathrsfs} %Transformada de laplace e Fourier&#10;\usepackage{amsmath}&#10;\pagestyle{empty}&#10;&#10;\begin{document}&#10;$\begin{matrix}&#10;s^5 &amp; 1 &amp; 3 &amp; 5 \\&#10;s^4 &amp; 2 &amp; 6 &amp; 3\\&#10;s^3 &amp; \varepsilon&amp; 3.5&amp;0\\&#10;s^2&amp;\dfrac{6\varepsilon-7}{\varepsilon}&amp;3&amp;0\\\\&#10;s&amp;d_1&amp;0&amp;0\\&#10;s^0&#10;\end{matrix}$&#10;&#10;\end{document}"/>
  <p:tag name="LATEXENGINEID" val="0"/>
  <p:tag name="LATEXFORMHEIGHT" val="312"/>
  <p:tag name="LATEXFORMWIDTH" val="384"/>
  <p:tag name="LATEXFORMWRAP" val="Verdadero"/>
  <p:tag name="ORIGINALHEIGHT" val="1101.612"/>
  <p:tag name="ORIGINALWIDTH" val="1063.367"/>
  <p:tag name="OUTPUTDPI" val="1200"/>
  <p:tag name="TEMPFOLDER" val="c:\temp\"/>
  <p:tag name="TRANSPARENCY" val="Verdadero"/>
</p:tagLst>
</file>

<file path=ppt/tags/tag12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61"/>
  <p:tag name="IGUANATEXSIZE" val="20"/>
  <p:tag name="LATEXADDIN" val="\documentclass{article}&#10;\usepackage{ae} %incluido&#10;\usepackage{multirow}&#10;\usepackage{mathrsfs} %Transformada de laplace e Fourier&#10;\usepackage{amsmath}&#10;\pagestyle{empty}&#10;&#10;\begin{document}&#10;$d_1=\dfrac{3.5\left( \dfrac{6\varepsilon-7}{\varepsilon}\right)-3\varepsilon}{\dfrac{6\varepsilon-7}{\varepsilon}}=\dfrac{42\varepsilon-49-6\varepsilon^2}{12\varepsilon-14}$&#10;&#10;&#10;\end{document}"/>
  <p:tag name="LATEXENGINEID" val="0"/>
  <p:tag name="LATEXFORMHEIGHT" val="312"/>
  <p:tag name="LATEXFORMWIDTH" val="384"/>
  <p:tag name="LATEXFORMWRAP" val="Verdadero"/>
  <p:tag name="ORIGINALHEIGHT" val="587.1766"/>
  <p:tag name="ORIGINALWIDTH" val="2281.215"/>
  <p:tag name="OUTPUTDPI" val="1200"/>
  <p:tag name="TEMPFOLDER" val="c:\temp\"/>
  <p:tag name="TRANSPARENCY" val="Verdadero"/>
</p:tagLst>
</file>

<file path=ppt/tags/tag12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9"/>
  <p:tag name="IGUANATEXSIZE" val="20"/>
  <p:tag name="LATEXADDIN" val="\documentclass{article}&#10;\usepackage{ae} %incluido&#10;\usepackage{multirow}&#10;\usepackage{mathrsfs} %Transformada de laplace e Fourier&#10;\usepackage{amsmath}&#10;\pagestyle{empty}&#10;&#10;\begin{document}&#10;$e_1=\dfrac{3\dfrac{42\varepsilon-49-6\varepsilon^2}{12\varepsilon-14}}{\dfrac{42\varepsilon-49-6\varepsilon^2}{12\varepsilon-14}}=3$&#10;&#10;\end{document}"/>
  <p:tag name="LATEXENGINEID" val="0"/>
  <p:tag name="LATEXFORMHEIGHT" val="312"/>
  <p:tag name="LATEXFORMWIDTH" val="384"/>
  <p:tag name="LATEXFORMWRAP" val="Verdadero"/>
  <p:tag name="ORIGINALHEIGHT" val="591.6761"/>
  <p:tag name="ORIGINALWIDTH" val="1406.824"/>
  <p:tag name="OUTPUTDPI" val="1200"/>
  <p:tag name="TEMPFOLDER" val="c:\temp\"/>
  <p:tag name="TRANSPARENCY" val="Verdadero"/>
</p:tagLst>
</file>

<file path=ppt/tags/tag12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T(s)=\dfrac{10}{s^5+2s^4+3s^3+6s^2+5s+3}$&#10;&#10;\end{document}"/>
  <p:tag name="LATEXENGINEID" val="0"/>
  <p:tag name="LATEXFORMHEIGHT" val="312"/>
  <p:tag name="LATEXFORMWIDTH" val="384"/>
  <p:tag name="LATEXFORMWRAP" val="Verdadero"/>
  <p:tag name="ORIGINALHEIGHT" val="262.4672"/>
  <p:tag name="ORIGINALWIDTH" val="2011.249"/>
  <p:tag name="OUTPUTDPI" val="1200"/>
  <p:tag name="TEMPFOLDER" val="c:\temp\"/>
  <p:tag name="TRANSPARENCY" val="Verdadero"/>
</p:tagLst>
</file>

<file path=ppt/tags/tag12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09"/>
  <p:tag name="IGUANATEXSIZE" val="20"/>
  <p:tag name="LATEXADDIN" val="\documentclass{article}&#10;\usepackage{ae} %incluido&#10;\usepackage{multirow}&#10;\usepackage{mathrsfs} %Transformada de laplace e Fourier&#10;\usepackage{amsmath}&#10;\pagestyle{empty}&#10;&#10;\begin{document}&#10;$\begin{matrix}&#10;s^5 &amp; 1 &amp; 3 &amp; 5 \\&#10;s^4 &amp; 2 &amp; 6 &amp; 3\\&#10;s^3 &amp; \varepsilon&amp; 3.5&amp;0\\\\&#10;s^2&amp;\dfrac{6\varepsilon-7}{\varepsilon}&amp;3&amp;0\\\\&#10;s&amp;\dfrac{42\varepsilon-49-6\varepsilon^2}{12\varepsilon-14}&amp;0&amp;0\\\\&#10;s^0&amp;e_1&amp;0&amp;0&#10;\end{matrix}$&#10;&#10;\end{document}"/>
  <p:tag name="LATEXENGINEID" val="0"/>
  <p:tag name="LATEXFORMHEIGHT" val="312"/>
  <p:tag name="LATEXFORMWIDTH" val="384"/>
  <p:tag name="LATEXFORMWRAP" val="Verdadero"/>
  <p:tag name="ORIGINALHEIGHT" val="1550.056"/>
  <p:tag name="ORIGINALWIDTH" val="1515.561"/>
  <p:tag name="OUTPUTDPI" val="1200"/>
  <p:tag name="TEMPFOLDER" val="c:\temp\"/>
  <p:tag name="TRANSPARENCY" val="Verdadero"/>
</p:tagLst>
</file>

<file path=ppt/tags/tag12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61"/>
  <p:tag name="IGUANATEXSIZE" val="20"/>
  <p:tag name="LATEXADDIN" val="\documentclass{article}&#10;\usepackage{ae} %incluido&#10;\usepackage{multirow}&#10;\usepackage{mathrsfs} %Transformada de laplace e Fourier&#10;\usepackage{amsmath}&#10;\pagestyle{empty}&#10;&#10;\begin{document}&#10;$d_1=\dfrac{3.5\left( \dfrac{6\varepsilon-7}{\varepsilon}\right)-3\varepsilon}{\dfrac{6\varepsilon-7}{\varepsilon}}=\dfrac{42\varepsilon-49-6\varepsilon^2}{12\varepsilon-14}$&#10;&#10;&#10;\end{document}"/>
  <p:tag name="LATEXENGINEID" val="0"/>
  <p:tag name="LATEXFORMHEIGHT" val="312"/>
  <p:tag name="LATEXFORMWIDTH" val="384"/>
  <p:tag name="LATEXFORMWRAP" val="Verdadero"/>
  <p:tag name="ORIGINALHEIGHT" val="587.1766"/>
  <p:tag name="ORIGINALWIDTH" val="2281.215"/>
  <p:tag name="OUTPUTDPI" val="1200"/>
  <p:tag name="TEMPFOLDER" val="c:\temp\"/>
  <p:tag name="TRANSPARENCY" val="Verdadero"/>
</p:tagLst>
</file>

<file path=ppt/tags/tag12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62"/>
  <p:tag name="IGUANATEXSIZE" val="20"/>
  <p:tag name="LATEXADDIN" val="\documentclass{article}&#10;\usepackage{ae} %incluido&#10;\usepackage{multirow}&#10;\usepackage{mathrsfs} %Transformada de laplace e Fourier&#10;\usepackage{amsmath}&#10;\pagestyle{empty}&#10;&#10;\begin{document}&#10;$\underset{\varepsilon \to 0}{\rm lim}\ \dfrac{42\varepsilon-49-6\varepsilon^2}{12\varepsilon-14}=\underset{\varepsilon \to 0}{\rm lim}\ \dfrac{-49}{-14}=3.5&gt;0$ Número positivo&#10;&#10;\end{document}"/>
  <p:tag name="LATEXENGINEID" val="0"/>
  <p:tag name="LATEXFORMHEIGHT" val="312"/>
  <p:tag name="LATEXFORMWIDTH" val="384"/>
  <p:tag name="LATEXFORMWRAP" val="Verdadero"/>
  <p:tag name="ORIGINALHEIGHT" val="275.2156"/>
  <p:tag name="ORIGINALWIDTH" val="3196.85"/>
  <p:tag name="OUTPUTDPI" val="1200"/>
  <p:tag name="TEMPFOLDER" val="c:\temp\"/>
  <p:tag name="TRANSPARENCY" val="Verdadero"/>
</p:tagLst>
</file>

<file path=ppt/tags/tag12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T(s)=\dfrac{10}{s^5+2s^4+3s^3+6s^2+5s+3}$&#10;&#10;\end{document}"/>
  <p:tag name="LATEXENGINEID" val="0"/>
  <p:tag name="LATEXFORMHEIGHT" val="312"/>
  <p:tag name="LATEXFORMWIDTH" val="384"/>
  <p:tag name="LATEXFORMWRAP" val="Verdadero"/>
  <p:tag name="ORIGINALHEIGHT" val="262.4672"/>
  <p:tag name="ORIGINALWIDTH" val="2011.249"/>
  <p:tag name="OUTPUTDPI" val="1200"/>
  <p:tag name="TEMPFOLDER" val="c:\temp\"/>
  <p:tag name="TRANSPARENCY" val="Verdadero"/>
</p:tagLst>
</file>

<file path=ppt/tags/tag12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9"/>
  <p:tag name="IGUANATEXSIZE" val="20"/>
  <p:tag name="LATEXADDIN" val="\documentclass{article}&#10;\usepackage{ae} %incluido&#10;\usepackage{multirow}&#10;\usepackage{mathrsfs} %Transformada de laplace e Fourier&#10;\usepackage{amsmath}&#10;\pagestyle{empty}&#10;&#10;\begin{document}&#10;$\begin{matrix}&#10;s^5 &amp; 1 &amp; 3 &amp; 5 \\&#10;s^4 &amp; 2 &amp; 6 &amp; 3\\&#10;s^3 &amp; \varepsilon&amp; 3.5&amp;0\\\\&#10;s^2&amp;\dfrac{6\varepsilon-7}{\varepsilon}&lt;0&amp;3&amp;0\\\\&#10;s&amp;\dfrac{42\varepsilon-49-6\varepsilon^2}{12\varepsilon-14}&amp;0&amp;0\\\\&#10;s^0&amp;3&amp;0&amp;0&#10;\end{matrix}$&#10;&#10;\end{document}"/>
  <p:tag name="LATEXENGINEID" val="0"/>
  <p:tag name="LATEXFORMHEIGHT" val="312"/>
  <p:tag name="LATEXFORMWIDTH" val="384"/>
  <p:tag name="LATEXFORMWRAP" val="Verdadero"/>
  <p:tag name="ORIGINALHEIGHT" val="1534.308"/>
  <p:tag name="ORIGINALWIDTH" val="1515.561"/>
  <p:tag name="OUTPUTDPI" val="1200"/>
  <p:tag name="TEMPFOLDER" val="c:\temp\"/>
  <p:tag name="TRANSPARENCY" val="Verdadero"/>
</p:tagLst>
</file>

<file path=ppt/tags/tag12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43"/>
  <p:tag name="IGUANATEXSIZE" val="20"/>
  <p:tag name="LATEXADDIN" val="\documentclass{article}&#10;\usepackage{ae} %incluido&#10;\usepackage{multirow}&#10;\usepackage{mathrsfs} %Transformada de laplace e Fourier&#10;\usepackage{amsmath}&#10;\pagestyle{empty}&#10;&#10;\begin{document}&#10;$\underset{\varepsilon \to 0}{\rm lim}\ \dfrac{6\varepsilon-7}{\varepsilon}=\underset{\varepsilon \to 0}{\rm lim}\ \dfrac{-7}{\varepsilon}&lt;0$ Número negativo&#10;&#10;\end{document}"/>
  <p:tag name="LATEXENGINEID" val="0"/>
  <p:tag name="LATEXFORMHEIGHT" val="312"/>
  <p:tag name="LATEXFORMWIDTH" val="384"/>
  <p:tag name="LATEXFORMWRAP" val="Verdadero"/>
  <p:tag name="ORIGINALHEIGHT" val="257.2179"/>
  <p:tag name="ORIGINALWIDTH" val="2386.951"/>
  <p:tag name="OUTPUTDPI" val="1200"/>
  <p:tag name="TEMPFOLDER" val="c:\temp\"/>
  <p:tag name="TRANSPARENCY" val="Verdadero"/>
</p:tagLst>
</file>

<file path=ppt/tags/tag13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T(s)=\dfrac{10}{s^5+2s^4+3s^3+6s^2+5s+3}$&#10;&#10;\end{document}"/>
  <p:tag name="LATEXENGINEID" val="0"/>
  <p:tag name="LATEXFORMHEIGHT" val="312"/>
  <p:tag name="LATEXFORMWIDTH" val="384"/>
  <p:tag name="LATEXFORMWRAP" val="Verdadero"/>
  <p:tag name="ORIGINALHEIGHT" val="262.4672"/>
  <p:tag name="ORIGINALWIDTH" val="2011.249"/>
  <p:tag name="OUTPUTDPI" val="1200"/>
  <p:tag name="TEMPFOLDER" val="c:\temp\"/>
  <p:tag name="TRANSPARENCY" val="Verdadero"/>
</p:tagLst>
</file>

<file path=ppt/tags/tag13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23"/>
  <p:tag name="IGUANATEXSIZE" val="20"/>
  <p:tag name="LATEXADDIN" val="\documentclass{article}&#10;\usepackage{ae} %incluido&#10;\usepackage{multirow}&#10;\usepackage{mathrsfs} %Transformada de laplace e Fourier&#10;\usepackage{amsmath}&#10;\pagestyle{empty}&#10;&#10;\begin{document}&#10;$\begin{matrix}&#10;s^5 &amp; 1 &amp; 3 &amp; 5 \\&#10;s^4 &amp; 2 &amp; 6 &amp; 3\\&#10;s^3 &amp; \varepsilon&amp; 3.5&amp;0\\\\&#10;s^2&amp;\dfrac{6\varepsilon-7}{\varepsilon}&lt;0&amp;3&amp;0\\\\&#10;s&amp;3.5&amp;0&amp;0\\\\&#10;s^0&amp;3&amp;0&amp;0&#10;\end{matrix}$&#10;&#10;\end{document}"/>
  <p:tag name="LATEXENGINEID" val="0"/>
  <p:tag name="LATEXFORMHEIGHT" val="312"/>
  <p:tag name="LATEXFORMWIDTH" val="384"/>
  <p:tag name="LATEXFORMWRAP" val="Verdadero"/>
  <p:tag name="ORIGINALHEIGHT" val="1402.325"/>
  <p:tag name="ORIGINALWIDTH" val="1291.339"/>
  <p:tag name="OUTPUTDPI" val="1200"/>
  <p:tag name="TEMPFOLDER" val="c:\temp\"/>
  <p:tag name="TRANSPARENCY" val="Verdadero"/>
</p:tagLst>
</file>

<file path=ppt/tags/tag13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71"/>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0}&amp; \mathbf{0}&amp; \mathbf{0}&amp;\cdots\\&#10;\vdots &amp;\vdots&amp;\vdots\\&#10;s\\&#10;s^0&#10;\end{matrix}$&#10;&#10;\end{document}"/>
  <p:tag name="LATEXENGINEID" val="0"/>
  <p:tag name="LATEXFORMHEIGHT" val="312"/>
  <p:tag name="LATEXFORMWIDTH" val="384"/>
  <p:tag name="LATEXFORMWRAP" val="Verdadero"/>
  <p:tag name="ORIGINALHEIGHT" val="1445.819"/>
  <p:tag name="ORIGINALWIDTH" val="1663.292"/>
  <p:tag name="OUTPUTDPI" val="1200"/>
  <p:tag name="TEMPFOLDER" val="c:\temp\"/>
  <p:tag name="TRANSPARENCY" val="Verdadero"/>
</p:tagLst>
</file>

<file path=ppt/tags/tag13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71"/>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0}&amp; \mathbf{0}&amp; \mathbf{0}&amp;\cdots\\&#10;\vdots &amp;\vdots&amp;\vdots\\&#10;s\\&#10;s^0&#10;\end{matrix}$&#10;&#10;\end{document}"/>
  <p:tag name="LATEXENGINEID" val="0"/>
  <p:tag name="LATEXFORMHEIGHT" val="312"/>
  <p:tag name="LATEXFORMWIDTH" val="384"/>
  <p:tag name="LATEXFORMWRAP" val="Verdadero"/>
  <p:tag name="ORIGINALHEIGHT" val="1445.819"/>
  <p:tag name="ORIGINALWIDTH" val="1663.292"/>
  <p:tag name="OUTPUTDPI" val="1200"/>
  <p:tag name="TEMPFOLDER" val="c:\temp\"/>
  <p:tag name="TRANSPARENCY" val="Verdadero"/>
</p:tagLst>
</file>

<file path=ppt/tags/tag13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6"/>
  <p:tag name="LATEXADDIN" val="\documentclass{article}&#10;\usepackage{ae} %incluido&#10;\usepackage{multirow}&#10;\usepackage{mathrsfs} %Transformada de laplace e Fourier&#10;\usepackage{amsmath}&#10;\pagestyle{empty}&#10;&#10;\begin{document}&#10;$P(s)=a_{n-5}s^{n-5}+a_{n-7}s^{n-7}+a_{n-9}s^{n-9}+...+a_2s^2+a_0$&#10;&#10;\end{document}"/>
  <p:tag name="LATEXENGINEID" val="0"/>
  <p:tag name="LATEXFORMHEIGHT" val="312"/>
  <p:tag name="LATEXFORMWIDTH" val="384"/>
  <p:tag name="LATEXFORMWRAP" val="Verdadero"/>
  <p:tag name="ORIGINALHEIGHT" val="135.7331"/>
  <p:tag name="ORIGINALWIDTH" val="3169.104"/>
  <p:tag name="OUTPUTDPI" val="1200"/>
  <p:tag name="TEMPFOLDER" val="c:\temp\"/>
  <p:tag name="TRANSPARENCY" val="Verdadero"/>
</p:tagLst>
</file>

<file path=ppt/tags/tag13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71"/>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0}&amp; \mathbf{0}&amp; \mathbf{0}&amp;\cdots\\&#10;\vdots &amp;\vdots&amp;\vdots\\&#10;s\\&#10;s^0&#10;\end{matrix}$&#10;&#10;\end{document}"/>
  <p:tag name="LATEXENGINEID" val="0"/>
  <p:tag name="LATEXFORMHEIGHT" val="312"/>
  <p:tag name="LATEXFORMWIDTH" val="384"/>
  <p:tag name="LATEXFORMWRAP" val="Verdadero"/>
  <p:tag name="ORIGINALHEIGHT" val="1445.819"/>
  <p:tag name="ORIGINALWIDTH" val="1663.292"/>
  <p:tag name="OUTPUTDPI" val="1200"/>
  <p:tag name="TEMPFOLDER" val="c:\temp\"/>
  <p:tag name="TRANSPARENCY" val="Verdadero"/>
</p:tagLst>
</file>

<file path=ppt/tags/tag13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6"/>
  <p:tag name="LATEXADDIN" val="\documentclass{article}&#10;\usepackage{ae} %incluido&#10;\usepackage{multirow}&#10;\usepackage{mathrsfs} %Transformada de laplace e Fourier&#10;\usepackage{amsmath}&#10;\pagestyle{empty}&#10;&#10;\begin{document}&#10;$P(s)=a_{n-5}s^{n-5}+a_{n-7}s^{n-7}+a_{n-9}s^{n-9}+...+a_2s^2+a_0$&#10;&#10;\end{document}"/>
  <p:tag name="LATEXENGINEID" val="0"/>
  <p:tag name="LATEXFORMHEIGHT" val="312"/>
  <p:tag name="LATEXFORMWIDTH" val="384"/>
  <p:tag name="LATEXFORMWRAP" val="Verdadero"/>
  <p:tag name="ORIGINALHEIGHT" val="135.7331"/>
  <p:tag name="ORIGINALWIDTH" val="3169.104"/>
  <p:tag name="OUTPUTDPI" val="1200"/>
  <p:tag name="TEMPFOLDER" val="c:\temp\"/>
  <p:tag name="TRANSPARENCY" val="Verdadero"/>
</p:tagLst>
</file>

<file path=ppt/tags/tag13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8"/>
  <p:tag name="IGUANATEXSIZE" val="20"/>
  <p:tag name="LATEXADDIN" val="\documentclass{article}&#10;\usepackage{ae} %incluido&#10;\usepackage{multirow}&#10;\usepackage{mathrsfs} %Transformada de laplace e Fourier&#10;\usepackage{amsmath}&#10;\pagestyle{empty}&#10;&#10;\begin{document}&#10;$\dfrac{dP(s)}{ds}=a_{n-5}(n-5)s^{n-6}+a_{n-7}(n-7)s^{n-8}+a_{n-9}(n-9)s^{n-10}+...+2a_2s+0$&#10;&#10;\end{document}"/>
  <p:tag name="LATEXENGINEID" val="0"/>
  <p:tag name="LATEXFORMHEIGHT" val="312"/>
  <p:tag name="LATEXFORMWIDTH" val="384"/>
  <p:tag name="LATEXFORMWRAP" val="Verdadero"/>
  <p:tag name="ORIGINALHEIGHT" val="264.7169"/>
  <p:tag name="ORIGINALWIDTH" val="4088.489"/>
  <p:tag name="OUTPUTDPI" val="1200"/>
  <p:tag name="TEMPFOLDER" val="c:\temp\"/>
  <p:tag name="TRANSPARENCY" val="Verdadero"/>
</p:tagLst>
</file>

<file path=ppt/tags/tag13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471"/>
  <p:tag name="IGUANATEXSIZE" val="20"/>
  <p:tag name="LATEXADDIN" val="\documentclass{article}&#10;\usepackage{ae} %incluido&#10;\usepackage{multirow}&#10;\usepackage{mathrsfs} %Transformada de laplace e Fourier&#10;\usepackage{amsmath}&#10;\pagestyle{empty}&#10;&#10;\begin{document}&#10;$\begin{matrix}&#10;s^n &amp; a_n &amp; a_{n-2}&amp; a_{n-4}&amp;\cdots \\&#10;s^{n-1}&amp; a_{n-1}&amp; a_{n-3}&amp; a_{n-5}&amp;\cdots\\&#10;s^{n-2}&amp; b_1&amp; b_2&amp; b_3&amp;\cdots\\&#10;s^{n-3}&amp; c_1&amp; c_2&amp; c_3&amp;\cdots\\&#10;\vdots &amp;\vdots&amp;\vdots\\&#10;s^{n-6}&amp; \mathbf{0}&amp; \mathbf{0}&amp; \mathbf{0}&amp;\cdots\\&#10;\vdots &amp;\vdots&amp;\vdots\\&#10;s\\&#10;s^0&#10;\end{matrix}$&#10;&#10;\end{document}"/>
  <p:tag name="LATEXENGINEID" val="0"/>
  <p:tag name="LATEXFORMHEIGHT" val="312"/>
  <p:tag name="LATEXFORMWIDTH" val="384"/>
  <p:tag name="LATEXFORMWRAP" val="Verdadero"/>
  <p:tag name="ORIGINALHEIGHT" val="1445.819"/>
  <p:tag name="ORIGINALWIDTH" val="1663.292"/>
  <p:tag name="OUTPUTDPI" val="1200"/>
  <p:tag name="TEMPFOLDER" val="c:\temp\"/>
  <p:tag name="TRANSPARENCY" val="Verdadero"/>
</p:tagLst>
</file>

<file path=ppt/tags/tag13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6"/>
  <p:tag name="LATEXADDIN" val="\documentclass{article}&#10;\usepackage{ae} %incluido&#10;\usepackage{multirow}&#10;\usepackage{mathrsfs} %Transformada de laplace e Fourier&#10;\usepackage{amsmath}&#10;\pagestyle{empty}&#10;&#10;\begin{document}&#10;$P(s)=a_{n-5}s^{n-5}+a_{n-7}s^{n-7}+a_{n-9}s^{n-9}+...+a_2s^2+a_0$&#10;&#10;\end{document}"/>
  <p:tag name="LATEXENGINEID" val="0"/>
  <p:tag name="LATEXFORMHEIGHT" val="312"/>
  <p:tag name="LATEXFORMWIDTH" val="384"/>
  <p:tag name="LATEXFORMWRAP" val="Verdadero"/>
  <p:tag name="ORIGINALHEIGHT" val="135.7331"/>
  <p:tag name="ORIGINALWIDTH" val="3169.104"/>
  <p:tag name="OUTPUTDPI" val="1200"/>
  <p:tag name="TEMPFOLDER" val="c:\temp\"/>
  <p:tag name="TRANSPARENCY" val="Verdadero"/>
</p:tagLst>
</file>

<file path=ppt/tags/tag14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8"/>
  <p:tag name="IGUANATEXSIZE" val="20"/>
  <p:tag name="LATEXADDIN" val="\documentclass{article}&#10;\usepackage{ae} %incluido&#10;\usepackage{multirow}&#10;\usepackage{mathrsfs} %Transformada de laplace e Fourier&#10;\usepackage{amsmath}&#10;\pagestyle{empty}&#10;&#10;\begin{document}&#10;$\dfrac{dP(s)}{ds}=a_{n-5}(n-5)s^{n-6}+a_{n-7}(n-7)s^{n-8}+a_{n-9}(n-9)s^{n-10}+...+2a_2s+0$&#10;&#10;\end{document}"/>
  <p:tag name="LATEXENGINEID" val="0"/>
  <p:tag name="LATEXFORMHEIGHT" val="312"/>
  <p:tag name="LATEXFORMWIDTH" val="384"/>
  <p:tag name="LATEXFORMWRAP" val="Verdadero"/>
  <p:tag name="ORIGINALHEIGHT" val="264.7169"/>
  <p:tag name="ORIGINALWIDTH" val="4088.489"/>
  <p:tag name="OUTPUTDPI" val="1200"/>
  <p:tag name="TEMPFOLDER" val="c:\temp\"/>
  <p:tag name="TRANSPARENCY" val="Verdadero"/>
</p:tagLst>
</file>

<file path=ppt/tags/tag14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519"/>
  <p:tag name="IGUANATEXSIZE" val="20"/>
  <p:tag name="LATEXADDIN" val="\documentclass{article}&#10;\usepackage{ae} %incluido&#10;\usepackage{multirow}&#10;\usepackage{mathrsfs} %Transformada de laplace e Fourier&#10;\usepackage{amsmath}&#10;\pagestyle{empty}&#10;&#10;\begin{document}&#10; $\begin{matrix}&#10;s^n &amp; a_n &amp; a_{n-2}&amp; a_{n-4}&amp;\cdots \\&#10;s^{n-1}&amp; a_{n-1}&amp; a_{n-3}&amp; a_{n-5}&amp;\cdots\\&#10;s^{n-2}&amp; b_1&amp; b_2&amp; b_3&amp;\cdots\\&#10;s^{n-3}&amp; c_1&amp; c_2&amp; c_3&amp;\cdots\\&#10;\vdots &amp;\vdots&amp;\vdots\\&#10;s^{n-6}&amp; a_{n-5}(n-5) &amp; a_{n-7}(n-7)&amp; a_{n-9}(n-9)&amp;\cdots\\&#10;s^{n-7}&amp; f_1&amp; f_2&amp; f_3&amp;\cdots\\&#10;\vdots &amp;\vdots&amp;\vdots\\&#10;s&amp;g_1\\&#10;s^0&amp;h_1&#10;\end{matrix}$&#10;&#10;\end{document}"/>
  <p:tag name="LATEXENGINEID" val="0"/>
  <p:tag name="LATEXFORMHEIGHT" val="312"/>
  <p:tag name="LATEXFORMWIDTH" val="384"/>
  <p:tag name="LATEXFORMWRAP" val="Verdadero"/>
  <p:tag name="ORIGINALHEIGHT" val="1612.298"/>
  <p:tag name="ORIGINALWIDTH" val="2821.147"/>
  <p:tag name="OUTPUTDPI" val="1200"/>
  <p:tag name="TEMPFOLDER" val="c:\temp\"/>
  <p:tag name="TRANSPARENCY" val="Verdadero"/>
</p:tagLst>
</file>

<file path=ppt/tags/tag14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2"/>
  <p:tag name="IGUANATEXSIZE" val="26"/>
  <p:tag name="LATEXADDIN" val="\documentclass{article}&#10;\usepackage{ae} %incluido&#10;\usepackage{multirow}&#10;\usepackage{mathrsfs} %Transformada de laplace e Fourier&#10;\usepackage{amsmath}&#10;\pagestyle{empty}&#10;&#10;\begin{document}&#10;$P(s)=a_{n-5}s^{n-5}+a_{n-7}s^{n-7}+a_{n-9}s^{n-9}+...+a_2s^2+a_0$&#10;&#10;\end{document}"/>
  <p:tag name="LATEXENGINEID" val="0"/>
  <p:tag name="LATEXFORMHEIGHT" val="312"/>
  <p:tag name="LATEXFORMWIDTH" val="384"/>
  <p:tag name="LATEXFORMWRAP" val="Verdadero"/>
  <p:tag name="ORIGINALHEIGHT" val="135.7331"/>
  <p:tag name="ORIGINALWIDTH" val="3169.104"/>
  <p:tag name="OUTPUTDPI" val="1200"/>
  <p:tag name="TEMPFOLDER" val="c:\temp\"/>
  <p:tag name="TRANSPARENCY" val="Verdadero"/>
</p:tagLst>
</file>

<file path=ppt/tags/tag14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8"/>
  <p:tag name="IGUANATEXSIZE" val="20"/>
  <p:tag name="LATEXADDIN" val="\documentclass{article}&#10;\usepackage{ae} %incluido&#10;\usepackage{multirow}&#10;\usepackage{mathrsfs} %Transformada de laplace e Fourier&#10;\usepackage{amsmath}&#10;\pagestyle{empty}&#10;&#10;\begin{document}&#10;$\dfrac{dP(s)}{ds}=a_{n-5}(n-5)s^{n-6}+a_{n-7}(n-7)s^{n-8}+a_{n-9}(n-9)s^{n-10}+...+2a_2s+0$&#10;&#10;\end{document}"/>
  <p:tag name="LATEXENGINEID" val="0"/>
  <p:tag name="LATEXFORMHEIGHT" val="312"/>
  <p:tag name="LATEXFORMWIDTH" val="384"/>
  <p:tag name="LATEXFORMWRAP" val="Verdadero"/>
  <p:tag name="ORIGINALHEIGHT" val="264.7169"/>
  <p:tag name="ORIGINALWIDTH" val="4088.489"/>
  <p:tag name="OUTPUTDPI" val="1200"/>
  <p:tag name="TEMPFOLDER" val="c:\temp\"/>
  <p:tag name="TRANSPARENCY" val="Verdadero"/>
</p:tagLst>
</file>

<file path=ppt/tags/tag14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4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6"/>
  <p:tag name="IGUANATEXSIZE" val="20"/>
  <p:tag name="LATEXADDIN" val="\documentclass{article}&#10;\usepackage{ae} %incluido&#10;\usepackage{multirow}&#10;\usepackage{mathrsfs} %Transformada de laplace e Fourier&#10;\usepackage{amsmath}&#10;\pagestyle{empty}&#10;&#10;\begin{document}&#10;$\begin{matrix}&#10;s^5  \\&#10;s^4 \\&#10;s^3\\&#10;s^2\\&#10;s\\&#10;s^0&#10;\end{matrix}$&#10;&#10;\end{document}"/>
  <p:tag name="LATEXENGINEID" val="0"/>
  <p:tag name="LATEXFORMHEIGHT" val="312"/>
  <p:tag name="LATEXFORMWIDTH" val="384"/>
  <p:tag name="LATEXFORMWRAP" val="Verdadero"/>
  <p:tag name="ORIGINALHEIGHT" val="851.8936"/>
  <p:tag name="ORIGINALWIDTH" val="98.98764"/>
  <p:tag name="OUTPUTDPI" val="1200"/>
  <p:tag name="TEMPFOLDER" val="c:\temp\"/>
  <p:tag name="TRANSPARENCY" val="Verdadero"/>
</p:tagLst>
</file>

<file path=ppt/tags/tag14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4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74"/>
  <p:tag name="IGUANATEXSIZE" val="20"/>
  <p:tag name="LATEXADDIN" val="\documentclass{article}&#10;\usepackage{ae} %incluido&#10;\usepackage{multirow}&#10;\usepackage{mathrsfs} %Transformada de laplace e Fourier&#10;\usepackage{amsmath}&#10;\pagestyle{empty}&#10;&#10;\begin{document}&#10;$\begin{matrix}&#10;s^5 &amp; 1 &amp; 6 &amp; 8 \\&#10;s^4 &amp; 7 &amp; 42 &amp; 56\\&#10;s^3\\&#10;s^2\\&#10;s\\&#10;s^0&#10;\end{matrix}$&#10;&#10;\end{document}"/>
  <p:tag name="LATEXENGINEID" val="0"/>
  <p:tag name="LATEXFORMHEIGHT" val="312"/>
  <p:tag name="LATEXFORMWIDTH" val="384"/>
  <p:tag name="LATEXFORMWRAP" val="Verdadero"/>
  <p:tag name="ORIGINALHEIGHT" val="851.8936"/>
  <p:tag name="ORIGINALWIDTH" val="787.4016"/>
  <p:tag name="OUTPUTDPI" val="1200"/>
  <p:tag name="TEMPFOLDER" val="c:\temp\"/>
  <p:tag name="TRANSPARENCY" val="Verdadero"/>
</p:tagLst>
</file>

<file path=ppt/tags/tag14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4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47"/>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amp;b_1 \\&#10;s^2\\&#10;s\\&#10;s^0&#10;\end{matrix}$&#10;&#10;\end{document}"/>
  <p:tag name="LATEXENGINEID" val="0"/>
  <p:tag name="LATEXFORMHEIGHT" val="312"/>
  <p:tag name="LATEXFORMWIDTH" val="384"/>
  <p:tag name="LATEXFORMWRAP" val="Verdadero"/>
  <p:tag name="ORIGINALHEIGHT" val="851.8936"/>
  <p:tag name="ORIGINALWIDTH" val="710.1613"/>
  <p:tag name="OUTPUTDPI" val="1200"/>
  <p:tag name="TEMPFOLDER" val="c:\temp\"/>
  <p:tag name="TRANSPARENCY" val="Verdadero"/>
</p:tagLst>
</file>

<file path=ppt/tags/tag15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1=\dfrac{(1)(6)-(1)(6)}{1}=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5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5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58"/>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amp;\varepsilon&amp;b_2 \\&#10;s^2\\&#10;s\\&#10;s^0&#10;\end{matrix}$&#10;&#10;\end{document}"/>
  <p:tag name="LATEXENGINEID" val="0"/>
  <p:tag name="LATEXFORMHEIGHT" val="312"/>
  <p:tag name="LATEXFORMWIDTH" val="384"/>
  <p:tag name="LATEXFORMWRAP" val="Verdadero"/>
  <p:tag name="ORIGINALHEIGHT" val="851.8936"/>
  <p:tag name="ORIGINALWIDTH" val="710.1613"/>
  <p:tag name="OUTPUTDPI" val="1200"/>
  <p:tag name="TEMPFOLDER" val="c:\temp\"/>
  <p:tag name="TRANSPARENCY" val="Verdadero"/>
</p:tagLst>
</file>

<file path=ppt/tags/tag15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1=\dfrac{(1)(6)-(1)(6)}{1}=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5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2=\dfrac{(1)(8)-(1)(8)}{1}=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5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5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2"/>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amp;0 &amp; 0 &amp; 0\\&#10;s^2\\&#10;s\\&#10;s^0&#10;\end{matrix}$&#10;&#10;\end{document}"/>
  <p:tag name="LATEXENGINEID" val="0"/>
  <p:tag name="LATEXFORMHEIGHT" val="312"/>
  <p:tag name="LATEXFORMWIDTH" val="384"/>
  <p:tag name="LATEXFORMWRAP" val="Verdadero"/>
  <p:tag name="ORIGINALHEIGHT" val="851.8936"/>
  <p:tag name="ORIGINALWIDTH" val="663.667"/>
  <p:tag name="OUTPUTDPI" val="1200"/>
  <p:tag name="TEMPFOLDER" val="c:\temp\"/>
  <p:tag name="TRANSPARENCY" val="Verdadero"/>
</p:tagLst>
</file>

<file path=ppt/tags/tag15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1=\dfrac{(1)(6)-(1)(6)}{1}=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5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b_2=\dfrac{(1)(8)-(1)(8)}{1}=0$&#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5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6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2"/>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amp;0 &amp; 0 &amp; 0\\&#10;s^2\\&#10;s\\&#10;s^0&#10;\end{matrix}$&#10;&#10;\end{document}"/>
  <p:tag name="LATEXENGINEID" val="0"/>
  <p:tag name="LATEXFORMHEIGHT" val="312"/>
  <p:tag name="LATEXFORMWIDTH" val="384"/>
  <p:tag name="LATEXFORMWRAP" val="Verdadero"/>
  <p:tag name="ORIGINALHEIGHT" val="851.8936"/>
  <p:tag name="ORIGINALWIDTH" val="663.667"/>
  <p:tag name="OUTPUTDPI" val="1200"/>
  <p:tag name="TEMPFOLDER" val="c:\temp\"/>
  <p:tag name="TRANSPARENCY" val="Verdadero"/>
</p:tagLst>
</file>

<file path=ppt/tags/tag16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0"/>
  <p:tag name="LATEXADDIN" val="\documentclass{article}&#10;\usepackage{ae} %incluido&#10;\usepackage{multirow}&#10;\usepackage{mathrsfs} %Transformada de laplace e Fourier&#10;\usepackage{amsmath}&#10;\pagestyle{empty}&#10;&#10;\begin{document}&#10;$P(s)=s^{4}+6s^{2}+8$&#10;&#10;\end{document}"/>
  <p:tag name="LATEXENGINEID" val="0"/>
  <p:tag name="LATEXFORMHEIGHT" val="312"/>
  <p:tag name="LATEXFORMWIDTH" val="384"/>
  <p:tag name="LATEXFORMWRAP" val="Verdadero"/>
  <p:tag name="ORIGINALHEIGHT" val="134.9832"/>
  <p:tag name="ORIGINALWIDTH" val="1065.617"/>
  <p:tag name="OUTPUTDPI" val="1200"/>
  <p:tag name="TEMPFOLDER" val="c:\temp\"/>
  <p:tag name="TRANSPARENCY" val="Verdadero"/>
</p:tagLst>
</file>

<file path=ppt/tags/tag16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dfrac{dP(s)}{ds}=4s^{3}+12s+0$&#10;&#10;\end{document}"/>
  <p:tag name="LATEXENGINEID" val="0"/>
  <p:tag name="LATEXFORMHEIGHT" val="312"/>
  <p:tag name="LATEXFORMWIDTH" val="384"/>
  <p:tag name="LATEXFORMWRAP" val="Verdadero"/>
  <p:tag name="ORIGINALHEIGHT" val="264.7169"/>
  <p:tag name="ORIGINALWIDTH" val="1219.348"/>
  <p:tag name="OUTPUTDPI" val="1200"/>
  <p:tag name="TEMPFOLDER" val="c:\temp\"/>
  <p:tag name="TRANSPARENCY" val="Verdadero"/>
</p:tagLst>
</file>

<file path=ppt/tags/tag16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6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83"/>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amp;4 &amp; 12 &amp; 0\\&#10;s^2\\&#10;s\\&#10;s^0&#10;\end{matrix}$&#10;&#10;\end{document}"/>
  <p:tag name="LATEXENGINEID" val="0"/>
  <p:tag name="LATEXFORMHEIGHT" val="312"/>
  <p:tag name="LATEXFORMWIDTH" val="384"/>
  <p:tag name="LATEXFORMWRAP" val="Verdadero"/>
  <p:tag name="ORIGINALHEIGHT" val="851.8936"/>
  <p:tag name="ORIGINALWIDTH" val="725.9093"/>
  <p:tag name="OUTPUTDPI" val="1200"/>
  <p:tag name="TEMPFOLDER" val="c:\temp\"/>
  <p:tag name="TRANSPARENCY" val="Verdadero"/>
</p:tagLst>
</file>

<file path=ppt/tags/tag16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7"/>
  <p:tag name="IGUANATEXSIZE" val="20"/>
  <p:tag name="LATEXADDIN" val="\documentclass{article}&#10;\usepackage{ae} %incluido&#10;\usepackage{multirow}&#10;\usepackage{mathrsfs} %Transformada de laplace e Fourier&#10;\usepackage{amsmath}&#10;\pagestyle{empty}&#10;&#10;\begin{document}&#10;$P(s)=s^{4}+6s^{2}+8$&#10;&#10;\end{document}"/>
  <p:tag name="LATEXENGINEID" val="0"/>
  <p:tag name="LATEXFORMHEIGHT" val="312"/>
  <p:tag name="LATEXFORMWIDTH" val="384"/>
  <p:tag name="LATEXFORMWRAP" val="Verdadero"/>
  <p:tag name="ORIGINALHEIGHT" val="134.9832"/>
  <p:tag name="ORIGINALWIDTH" val="1065.617"/>
  <p:tag name="OUTPUTDPI" val="1200"/>
  <p:tag name="TEMPFOLDER" val="c:\temp\"/>
  <p:tag name="TRANSPARENCY" val="Verdadero"/>
</p:tagLst>
</file>

<file path=ppt/tags/tag16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dfrac{dP(s)}{ds}=4s^{3}+12s+0$&#10;&#10;\end{document}"/>
  <p:tag name="LATEXENGINEID" val="0"/>
  <p:tag name="LATEXFORMHEIGHT" val="312"/>
  <p:tag name="LATEXFORMWIDTH" val="384"/>
  <p:tag name="LATEXFORMWRAP" val="Verdadero"/>
  <p:tag name="ORIGINALHEIGHT" val="264.7169"/>
  <p:tag name="ORIGINALWIDTH" val="1219.348"/>
  <p:tag name="OUTPUTDPI" val="1200"/>
  <p:tag name="TEMPFOLDER" val="c:\temp\"/>
  <p:tag name="TRANSPARENCY" val="Verdadero"/>
</p:tagLst>
</file>

<file path=ppt/tags/tag16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6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94"/>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 &amp; 1 &amp; 3 &amp; 0\\&#10;s^2 &amp; c_1&amp;c_2\\&#10;s\\&#10;s^0&#10;\end{matrix}$&#10;&#10;\end{document}"/>
  <p:tag name="LATEXENGINEID" val="0"/>
  <p:tag name="LATEXFORMHEIGHT" val="312"/>
  <p:tag name="LATEXFORMWIDTH" val="384"/>
  <p:tag name="LATEXFORMWRAP" val="Verdadero"/>
  <p:tag name="ORIGINALHEIGHT" val="851.8936"/>
  <p:tag name="ORIGINALWIDTH" val="758.9051"/>
  <p:tag name="OUTPUTDPI" val="1200"/>
  <p:tag name="TEMPFOLDER" val="c:\temp\"/>
  <p:tag name="TRANSPARENCY" val="Verdadero"/>
</p:tagLst>
</file>

<file path=ppt/tags/tag16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1=\dfrac{(1)(6)-(1)(3)}{1}=3$&#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7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7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64"/>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 &amp; 1 &amp; 3 &amp; 0\\&#10;s^2 &amp; 3&amp;c_2\\&#10;s\\&#10;s^0&#10;\end{matrix}$&#10;&#10;\end{document}"/>
  <p:tag name="LATEXENGINEID" val="0"/>
  <p:tag name="LATEXFORMHEIGHT" val="312"/>
  <p:tag name="LATEXFORMWIDTH" val="384"/>
  <p:tag name="LATEXFORMWRAP" val="Verdadero"/>
  <p:tag name="ORIGINALHEIGHT" val="851.8936"/>
  <p:tag name="ORIGINALWIDTH" val="711.661"/>
  <p:tag name="OUTPUTDPI" val="1200"/>
  <p:tag name="TEMPFOLDER" val="c:\temp\"/>
  <p:tag name="TRANSPARENCY" val="Verdadero"/>
</p:tagLst>
</file>

<file path=ppt/tags/tag17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1=\dfrac{(1)(6)-(1)(3)}{1}=3$&#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7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2=\dfrac{(1)(8)-(1)(0)}{1}=8$&#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7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7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0"/>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 &amp; 1 &amp; 3 &amp; 0\\&#10;s^2 &amp; 3 &amp; 8\\&#10;s   &amp; d_1\\&#10;s^0&#10;\end{matrix}$&#10;&#10;\end{document}"/>
  <p:tag name="LATEXENGINEID" val="0"/>
  <p:tag name="LATEXFORMHEIGHT" val="312"/>
  <p:tag name="LATEXFORMWIDTH" val="384"/>
  <p:tag name="LATEXFORMWRAP" val="Verdadero"/>
  <p:tag name="ORIGINALHEIGHT" val="851.8936"/>
  <p:tag name="ORIGINALWIDTH" val="722.1597"/>
  <p:tag name="OUTPUTDPI" val="1200"/>
  <p:tag name="TEMPFOLDER" val="c:\temp\"/>
  <p:tag name="TRANSPARENCY" val="Verdadero"/>
</p:tagLst>
</file>

<file path=ppt/tags/tag17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1=\dfrac{(1)(6)-(1)(3)}{1}=3$&#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7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2=\dfrac{(1)(8)-(1)(0)}{1}=8$&#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7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d_1=\dfrac{(3)(3)-(1)(8)}{3}=1/3$&#10;&#10;\end{document}"/>
  <p:tag name="LATEXENGINEID" val="0"/>
  <p:tag name="LATEXFORMHEIGHT" val="312"/>
  <p:tag name="LATEXFORMWIDTH" val="384"/>
  <p:tag name="LATEXFORMWRAP" val="Verdadero"/>
  <p:tag name="ORIGINALHEIGHT" val="266.2167"/>
  <p:tag name="ORIGINALWIDTH" val="1448.069"/>
  <p:tag name="OUTPUTDPI" val="1200"/>
  <p:tag name="TEMPFOLDER" val="c:\temp\"/>
  <p:tag name="TRANSPARENCY" val="Verdadero"/>
</p:tagLst>
</file>

<file path=ppt/tags/tag17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8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6"/>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 &amp; 1 &amp; 3 &amp; 0\\&#10;s^2 &amp; 3 &amp; 8\\&#10;s   &amp; 1/3\\&#10;s^0 &amp; e_1&#10;\end{matrix}$&#10;&#10;\end{document}"/>
  <p:tag name="LATEXENGINEID" val="0"/>
  <p:tag name="LATEXFORMHEIGHT" val="312"/>
  <p:tag name="LATEXFORMWIDTH" val="384"/>
  <p:tag name="LATEXFORMWRAP" val="Verdadero"/>
  <p:tag name="ORIGINALHEIGHT" val="869.1414"/>
  <p:tag name="ORIGINALWIDTH" val="788.1515"/>
  <p:tag name="OUTPUTDPI" val="1200"/>
  <p:tag name="TEMPFOLDER" val="c:\temp\"/>
  <p:tag name="TRANSPARENCY" val="Verdadero"/>
</p:tagLst>
</file>

<file path=ppt/tags/tag18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1=\dfrac{(1)(6)-(1)(3)}{1}=3$&#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8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2=\dfrac{(1)(8)-(1)(0)}{1}=8$&#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8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d_1=\dfrac{(3)(3)-(1)(8)}{3}=1/3$&#10;&#10;\end{document}"/>
  <p:tag name="LATEXENGINEID" val="0"/>
  <p:tag name="LATEXFORMHEIGHT" val="312"/>
  <p:tag name="LATEXFORMWIDTH" val="384"/>
  <p:tag name="LATEXFORMWRAP" val="Verdadero"/>
  <p:tag name="ORIGINALHEIGHT" val="266.2167"/>
  <p:tag name="ORIGINALWIDTH" val="1448.069"/>
  <p:tag name="OUTPUTDPI" val="1200"/>
  <p:tag name="TEMPFOLDER" val="c:\temp\"/>
  <p:tag name="TRANSPARENCY" val="Verdadero"/>
</p:tagLst>
</file>

<file path=ppt/tags/tag18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e_1=\dfrac{(1/3)(8)-(3)(0)}{1/3}=8$&#10;&#10;\end{document}"/>
  <p:tag name="LATEXENGINEID" val="0"/>
  <p:tag name="LATEXFORMHEIGHT" val="312"/>
  <p:tag name="LATEXFORMWIDTH" val="384"/>
  <p:tag name="LATEXFORMWRAP" val="Verdadero"/>
  <p:tag name="ORIGINALHEIGHT" val="294.7131"/>
  <p:tag name="ORIGINALWIDTH" val="1440.57"/>
  <p:tag name="OUTPUTDPI" val="1200"/>
  <p:tag name="TEMPFOLDER" val="c:\temp\"/>
  <p:tag name="TRANSPARENCY" val="Verdadero"/>
</p:tagLst>
</file>

<file path=ppt/tags/tag18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0"/>
  <p:tag name="IGUANATEXSIZE" val="20"/>
  <p:tag name="LATEXADDIN" val="\documentclass{article}&#10;\usepackage{ae} %incluido&#10;\usepackage{multirow}&#10;\usepackage{mathrsfs} %Transformada de laplace e Fourier&#10;\usepackage{amsmath}&#10;\pagestyle{empty}&#10;&#10;\begin{document}&#10;$T(s)=\dfrac{10}{s^5+7s^4+6s^3+42s^2+8s+56}$&#10;&#10;\end{document}"/>
  <p:tag name="LATEXENGINEID" val="0"/>
  <p:tag name="LATEXFORMHEIGHT" val="312"/>
  <p:tag name="LATEXFORMWIDTH" val="384"/>
  <p:tag name="LATEXFORMWRAP" val="Verdadero"/>
  <p:tag name="ORIGINALHEIGHT" val="262.4672"/>
  <p:tag name="ORIGINALWIDTH" val="2135.733"/>
  <p:tag name="OUTPUTDPI" val="1200"/>
  <p:tag name="TEMPFOLDER" val="c:\temp\"/>
  <p:tag name="TRANSPARENCY" val="Verdadero"/>
</p:tagLst>
</file>

<file path=ppt/tags/tag18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4"/>
  <p:tag name="IGUANATEXSIZE" val="20"/>
  <p:tag name="LATEXADDIN" val="\documentclass{article}&#10;\usepackage{ae} %incluido&#10;\usepackage{multirow}&#10;\usepackage{mathrsfs} %Transformada de laplace e Fourier&#10;\usepackage{amsmath}&#10;\pagestyle{empty}&#10;&#10;\begin{document}&#10;$\begin{matrix}&#10;s^5 &amp; 1 &amp; 6 &amp; 8 \\&#10;s^4 &amp; 1 &amp; 6 &amp; 8\\&#10;s^3 &amp; 1 &amp; 3 &amp; 0\\&#10;s^2 &amp; 3 &amp; 8\\&#10;s   &amp; 1/3\\&#10;s^0 &amp; 8&#10;\end{matrix}$&#10;&#10;\end{document}"/>
  <p:tag name="LATEXENGINEID" val="0"/>
  <p:tag name="LATEXFORMHEIGHT" val="312"/>
  <p:tag name="LATEXFORMWIDTH" val="384"/>
  <p:tag name="LATEXFORMWRAP" val="Verdadero"/>
  <p:tag name="ORIGINALHEIGHT" val="853.3933"/>
  <p:tag name="ORIGINALWIDTH" val="788.1515"/>
  <p:tag name="OUTPUTDPI" val="1200"/>
  <p:tag name="TEMPFOLDER" val="c:\temp\"/>
  <p:tag name="TRANSPARENCY" val="Verdadero"/>
</p:tagLst>
</file>

<file path=ppt/tags/tag18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1=\dfrac{(1)(6)-(1)(3)}{1}=3$&#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8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c_2=\dfrac{(1)(8)-(1)(0)}{1}=8$&#10;&#10;\end{document}"/>
  <p:tag name="LATEXENGINEID" val="0"/>
  <p:tag name="LATEXFORMHEIGHT" val="312"/>
  <p:tag name="LATEXFORMWIDTH" val="384"/>
  <p:tag name="LATEXFORMWRAP" val="Verdadero"/>
  <p:tag name="ORIGINALHEIGHT" val="263.2171"/>
  <p:tag name="ORIGINALWIDTH" val="1312.336"/>
  <p:tag name="OUTPUTDPI" val="1200"/>
  <p:tag name="TEMPFOLDER" val="c:\temp\"/>
  <p:tag name="TRANSPARENCY" val="Verdadero"/>
</p:tagLst>
</file>

<file path=ppt/tags/tag18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0"/>
  <p:tag name="IGUANATEXSIZE" val="20"/>
  <p:tag name="LATEXADDIN" val="\documentclass{article}&#10;\usepackage{ae} %incluido&#10;\usepackage{multirow}&#10;\usepackage{mathrsfs} %Transformada de laplace e Fourier&#10;\usepackage{amsmath}&#10;\pagestyle{empty}&#10;&#10;\begin{document}&#10;$d_1=\dfrac{(3)(3)-(1)(8)}{3}=1/3$&#10;&#10;\end{document}"/>
  <p:tag name="LATEXENGINEID" val="0"/>
  <p:tag name="LATEXFORMHEIGHT" val="312"/>
  <p:tag name="LATEXFORMWIDTH" val="384"/>
  <p:tag name="LATEXFORMWRAP" val="Verdadero"/>
  <p:tag name="ORIGINALHEIGHT" val="266.2167"/>
  <p:tag name="ORIGINALWIDTH" val="1448.069"/>
  <p:tag name="OUTPUTDPI" val="1200"/>
  <p:tag name="TEMPFOLDER" val="c:\temp\"/>
  <p:tag name="TRANSPARENCY" val="Verdadero"/>
</p:tagLst>
</file>

<file path=ppt/tags/tag19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e_1=\dfrac{(1/3)(8)-(3)(0)}{1/3}=8$&#10;&#10;\end{document}"/>
  <p:tag name="LATEXENGINEID" val="0"/>
  <p:tag name="LATEXFORMHEIGHT" val="312"/>
  <p:tag name="LATEXFORMWIDTH" val="384"/>
  <p:tag name="LATEXFORMWRAP" val="Verdadero"/>
  <p:tag name="ORIGINALHEIGHT" val="294.7131"/>
  <p:tag name="ORIGINALWIDTH" val="1440.57"/>
  <p:tag name="OUTPUTDPI" val="1200"/>
  <p:tag name="TEMPFOLDER" val="c:\temp\"/>
  <p:tag name="TRANSPARENCY" val="Verdadero"/>
</p:tagLst>
</file>

<file path=ppt/tags/tag19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87"/>
  <p:tag name="IGUANATEXSIZE" val="20"/>
  <p:tag name="LATEXADDIN" val="\documentclass{article}&#10;\usepackage{ae} %incluido&#10;\usepackage{multirow}&#10;\usepackage{mathrsfs} %Transformada de laplace e Fourier&#10;\usepackage{amsmath}&#10;\pagestyle{empty}&#10;&#10;\begin{document}&#10;$\dfrac{s+0.6}{(s+0.1)(s+1)(s+2)(s+3)}$&#10;&#10;\end{document}"/>
  <p:tag name="LATEXENGINEID" val="0"/>
  <p:tag name="LATEXFORMHEIGHT" val="312"/>
  <p:tag name="LATEXFORMWIDTH" val="384"/>
  <p:tag name="LATEXFORMWRAP" val="Verdadero"/>
  <p:tag name="ORIGINALHEIGHT" val="283.4646"/>
  <p:tag name="ORIGINALWIDTH" val="1575.553"/>
  <p:tag name="OUTPUTDPI" val="1200"/>
  <p:tag name="TEMPFOLDER" val="c:\temp\"/>
  <p:tag name="TRANSPARENCY" val="Verdadero"/>
</p:tagLst>
</file>

<file path=ppt/tags/tag19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87"/>
  <p:tag name="IGUANATEXSIZE" val="20"/>
  <p:tag name="LATEXADDIN" val="\documentclass{article}&#10;\usepackage{ae} %incluido&#10;\usepackage{multirow}&#10;\usepackage{mathrsfs} %Transformada de laplace e Fourier&#10;\usepackage{amsmath}&#10;\pagestyle{empty}&#10;&#10;\begin{document}&#10;$\dfrac{s+0.6}{(s+0.1)(s+1)(s+2)(s+3)}$&#10;&#10;\end{document}"/>
  <p:tag name="LATEXENGINEID" val="0"/>
  <p:tag name="LATEXFORMHEIGHT" val="312"/>
  <p:tag name="LATEXFORMWIDTH" val="384"/>
  <p:tag name="LATEXFORMWRAP" val="Verdadero"/>
  <p:tag name="ORIGINALHEIGHT" val="283.4646"/>
  <p:tag name="ORIGINALWIDTH" val="1575.553"/>
  <p:tag name="OUTPUTDPI" val="1200"/>
  <p:tag name="TEMPFOLDER" val="c:\temp\"/>
  <p:tag name="TRANSPARENCY" val="Verdadero"/>
</p:tagLst>
</file>

<file path=ppt/tags/tag19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9"/>
  <p:tag name="IGUANATEXSIZE" val="20"/>
  <p:tag name="LATEXADDIN" val="\documentclass{article}&#10;\usepackage{ae} %incluido&#10;\usepackage{multirow}&#10;\usepackage{mathrsfs} %Transformada de laplace e Fourier&#10;\usepackage{amsmath}&#10;\pagestyle{empty}&#10;&#10;\begin{document}&#10;$\dfrac{s+0.6}{s^4+6.1s^3+11.6s^2+7.1s+0.6}$&#10;&#10;\end{document}"/>
  <p:tag name="LATEXENGINEID" val="0"/>
  <p:tag name="LATEXFORMHEIGHT" val="312"/>
  <p:tag name="LATEXFORMWIDTH" val="384"/>
  <p:tag name="LATEXFORMWRAP" val="Verdadero"/>
  <p:tag name="ORIGINALHEIGHT" val="262.4672"/>
  <p:tag name="ORIGINALWIDTH" val="1708.286"/>
  <p:tag name="OUTPUTDPI" val="1200"/>
  <p:tag name="TEMPFOLDER" val="c:\temp\"/>
  <p:tag name="TRANSPARENCY" val="Verdadero"/>
</p:tagLst>
</file>

<file path=ppt/tags/tag19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9"/>
  <p:tag name="IGUANATEXSIZE" val="20"/>
  <p:tag name="LATEXADDIN" val="\documentclass{article}&#10;\usepackage{ae} %incluido&#10;\usepackage{multirow}&#10;\usepackage{mathrsfs} %Transformada de laplace e Fourier&#10;\usepackage{amsmath}&#10;\pagestyle{empty}&#10;&#10;\begin{document}&#10;$\dfrac{s+0.6}{s^4+6.1s^3+11.6s^2+7.1s+0.6}$&#10;&#10;\end{document}"/>
  <p:tag name="LATEXENGINEID" val="0"/>
  <p:tag name="LATEXFORMHEIGHT" val="312"/>
  <p:tag name="LATEXFORMWIDTH" val="384"/>
  <p:tag name="LATEXFORMWRAP" val="Verdadero"/>
  <p:tag name="ORIGINALHEIGHT" val="262.4672"/>
  <p:tag name="ORIGINALWIDTH" val="1708.286"/>
  <p:tag name="OUTPUTDPI" val="1200"/>
  <p:tag name="TEMPFOLDER" val="c:\temp\"/>
  <p:tag name="TRANSPARENCY" val="Verdadero"/>
</p:tagLst>
</file>

<file path=ppt/tags/tag19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10;$T(s)=\dfrac{C(s)G(s)}{1+C(s)G(s)}$&#10;\end{document}"/>
  <p:tag name="LATEXENGINEID" val="0"/>
  <p:tag name="LATEXFORMHEIGHT" val="312"/>
  <p:tag name="LATEXFORMWIDTH" val="384"/>
  <p:tag name="LATEXFORMWRAP" val="Verdadero"/>
  <p:tag name="ORIGINALHEIGHT" val="294.7131"/>
  <p:tag name="ORIGINALWIDTH" val="1144.357"/>
  <p:tag name="OUTPUTDPI" val="1200"/>
  <p:tag name="TEMPFOLDER" val="c:\temp\"/>
  <p:tag name="TRANSPARENCY" val="Verdadero"/>
</p:tagLst>
</file>

<file path=ppt/tags/tag19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0"/>
  <p:tag name="LATEXADDIN" val="\documentclass{article}&#10;\usepackage{ae} %incluido&#10;\usepackage{multirow}&#10;\usepackage{mathrsfs} %Transformada de laplace e Fourier&#10;\usepackage{amsmath}&#10;\pagestyle{empty}&#10;&#10;\begin{document}&#10;$1+C(s)G(s)=0$&#10;&#10;\end{document}"/>
  <p:tag name="LATEXENGINEID" val="0"/>
  <p:tag name="LATEXFORMHEIGHT" val="312"/>
  <p:tag name="LATEXFORMWIDTH" val="384"/>
  <p:tag name="LATEXFORMWRAP" val="Verdadero"/>
  <p:tag name="ORIGINALHEIGHT" val="125.2343"/>
  <p:tag name="ORIGINALWIDTH" val="933.6333"/>
  <p:tag name="OUTPUTDPI" val="1200"/>
  <p:tag name="TEMPFOLDER" val="c:\temp\"/>
  <p:tag name="TRANSPARENCY" val="Verdadero"/>
</p:tagLst>
</file>

<file path=ppt/tags/tag19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5"/>
  <p:tag name="IGUANATEXSIZE" val="20"/>
  <p:tag name="LATEXADDIN" val="\documentclass{article}&#10;\usepackage{ae} %incluido&#10;\usepackage{multirow}&#10;\usepackage{mathrsfs} %Transformada de laplace e Fourier&#10;\usepackage{amsmath}&#10;\pagestyle{empty}&#10;&#10;\begin{document}&#10;$1+k\dfrac{s+0.6}{s^4+6.1s^3+11.6s^2+7.1s+0.6}=0$&#10;&#10;\end{document}"/>
  <p:tag name="LATEXENGINEID" val="0"/>
  <p:tag name="LATEXFORMHEIGHT" val="312"/>
  <p:tag name="LATEXFORMWIDTH" val="384"/>
  <p:tag name="LATEXFORMWRAP" val="Verdadero"/>
  <p:tag name="ORIGINALHEIGHT" val="262.4672"/>
  <p:tag name="ORIGINALWIDTH" val="2234.721"/>
  <p:tag name="OUTPUTDPI" val="1200"/>
  <p:tag name="TEMPFOLDER" val="c:\temp\"/>
  <p:tag name="TRANSPARENCY" val="Verdadero"/>
</p:tagLst>
</file>

<file path=ppt/tags/tag19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5"/>
  <p:tag name="IGUANATEXSIZE" val="20"/>
  <p:tag name="LATEXADDIN" val="\documentclass{article}&#10;\usepackage{ae} %incluido&#10;\usepackage{multirow}&#10;\usepackage{mathrsfs} %Transformada de laplace e Fourier&#10;\usepackage{amsmath}&#10;\pagestyle{empty}&#10;&#10;\begin{document}&#10;$1+k\dfrac{s+0.6}{s^4+6.1s^3+11.6s^2+7.1s+0.6}=0$&#10;&#10;\end{document}"/>
  <p:tag name="LATEXENGINEID" val="0"/>
  <p:tag name="LATEXFORMHEIGHT" val="312"/>
  <p:tag name="LATEXFORMWIDTH" val="384"/>
  <p:tag name="LATEXFORMWRAP" val="Verdadero"/>
  <p:tag name="ORIGINALHEIGHT" val="262.4672"/>
  <p:tag name="ORIGINALWIDTH" val="2234.721"/>
  <p:tag name="OUTPUTDPI" val="1200"/>
  <p:tag name="TEMPFOLDER" val="c:\temp\"/>
  <p:tag name="TRANSPARENCY" val="Verdadero"/>
</p:tagLst>
</file>

<file path=ppt/tags/tag19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s+0.6+k(s+0.6)=0$&#10;&#10;\end{document}"/>
  <p:tag name="LATEXENGINEID" val="0"/>
  <p:tag name="LATEXFORMHEIGHT" val="312"/>
  <p:tag name="LATEXFORMWIDTH" val="384"/>
  <p:tag name="LATEXFORMWRAP" val="Verdadero"/>
  <p:tag name="ORIGINALHEIGHT" val="134.9832"/>
  <p:tag name="ORIGINALWIDTH" val="2613.423"/>
  <p:tag name="OUTPUTDPI" val="1200"/>
  <p:tag name="TEMPFOLDER" val="c:\temp\"/>
  <p:tag name="TRANSPARENCY" val="Verdadero"/>
</p:tagLst>
</file>

<file path=ppt/tags/tag20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0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b_2\\&#10;s   &amp; c_1\\&#10;s^0 &amp; e_1&#10;\end{matrix}$&#10;&#10;\end{document}"/>
  <p:tag name="LATEXENGINEID" val="0"/>
  <p:tag name="LATEXFORMHEIGHT" val="312"/>
  <p:tag name="LATEXFORMWIDTH" val="384"/>
  <p:tag name="LATEXFORMWRAP" val="Verdadero"/>
  <p:tag name="ORIGINALHEIGHT" val="719.91"/>
  <p:tag name="ORIGINALWIDTH" val="1547.057"/>
  <p:tag name="OUTPUTDPI" val="1200"/>
  <p:tag name="TEMPFOLDER" val="c:\temp\"/>
  <p:tag name="TRANSPARENCY" val="Verdadero"/>
</p:tagLst>
</file>

<file path=ppt/tags/tag20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0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b_2\\&#10;s   &amp; c_1\\&#10;s^0 &amp; e_1&#10;\end{matrix}$&#10;&#10;\end{document}"/>
  <p:tag name="LATEXENGINEID" val="0"/>
  <p:tag name="LATEXFORMHEIGHT" val="312"/>
  <p:tag name="LATEXFORMWIDTH" val="384"/>
  <p:tag name="LATEXFORMWRAP" val="Verdadero"/>
  <p:tag name="ORIGINALHEIGHT" val="719.91"/>
  <p:tag name="ORIGINALWIDTH" val="1547.057"/>
  <p:tag name="OUTPUTDPI" val="1200"/>
  <p:tag name="TEMPFOLDER" val="c:\temp\"/>
  <p:tag name="TRANSPARENCY" val="Verdadero"/>
</p:tagLst>
</file>

<file path=ppt/tags/tag20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0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7"/>
  <p:tag name="IGUANATEXSIZE" val="20"/>
  <p:tag name="LATEXADDIN" val="\documentclass{article}&#10;\usepackage{ae} %incluido&#10;\usepackage{multirow}&#10;\usepackage{mathrsfs} %Transformada de laplace e Fourier&#10;\usepackage{amsmath}&#10;\pagestyle{empty}&#10;&#10;\begin{document}&#10;$b_1=\dfrac{(6.1)(11.6)-(1)(7.1+k)}{6.1}$&#10;&#10;\end{document}"/>
  <p:tag name="LATEXENGINEID" val="0"/>
  <p:tag name="LATEXFORMHEIGHT" val="312"/>
  <p:tag name="LATEXFORMWIDTH" val="384"/>
  <p:tag name="LATEXFORMWRAP" val="Verdadero"/>
  <p:tag name="ORIGINALHEIGHT" val="266.2167"/>
  <p:tag name="ORIGINALWIDTH" val="1647.544"/>
  <p:tag name="OUTPUTDPI" val="1200"/>
  <p:tag name="TEMPFOLDER" val="c:\temp\"/>
  <p:tag name="TRANSPARENCY" val="Verdadero"/>
</p:tagLst>
</file>

<file path=ppt/tags/tag20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0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b_2\\&#10;s   &amp; c_1\\&#10;s^0 &amp; e_1&#10;\end{matrix}$&#10;&#10;\end{document}"/>
  <p:tag name="LATEXENGINEID" val="0"/>
  <p:tag name="LATEXFORMHEIGHT" val="312"/>
  <p:tag name="LATEXFORMWIDTH" val="384"/>
  <p:tag name="LATEXFORMWRAP" val="Verdadero"/>
  <p:tag name="ORIGINALHEIGHT" val="719.91"/>
  <p:tag name="ORIGINALWIDTH" val="1547.057"/>
  <p:tag name="OUTPUTDPI" val="1200"/>
  <p:tag name="TEMPFOLDER" val="c:\temp\"/>
  <p:tag name="TRANSPARENCY" val="Verdadero"/>
</p:tagLst>
</file>

<file path=ppt/tags/tag20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0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1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7"/>
  <p:tag name="IGUANATEXSIZE" val="20"/>
  <p:tag name="LATEXADDIN" val="\documentclass{article}&#10;\usepackage{ae} %incluido&#10;\usepackage{multirow}&#10;\usepackage{mathrsfs} %Transformada de laplace e Fourier&#10;\usepackage{amsmath}&#10;\pagestyle{empty}&#10;&#10;\begin{document}&#10;$b_2=\dfrac{(6.1)(0.6+0.6k)-(1)(0)}{6.1}$&#10;&#10;\end{document}"/>
  <p:tag name="LATEXENGINEID" val="0"/>
  <p:tag name="LATEXFORMHEIGHT" val="312"/>
  <p:tag name="LATEXFORMWIDTH" val="384"/>
  <p:tag name="LATEXFORMWRAP" val="Verdadero"/>
  <p:tag name="ORIGINALHEIGHT" val="266.2167"/>
  <p:tag name="ORIGINALWIDTH" val="1647.544"/>
  <p:tag name="OUTPUTDPI" val="1200"/>
  <p:tag name="TEMPFOLDER" val="c:\temp\"/>
  <p:tag name="TRANSPARENCY" val="Verdadero"/>
</p:tagLst>
</file>

<file path=ppt/tags/tag21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0"/>
  <p:tag name="LATEXADDIN" val="\documentclass{article}&#10;\usepackage{ae} %incluido&#10;\usepackage{multirow}&#10;\usepackage{mathrsfs} %Transformada de laplace e Fourier&#10;\usepackage{amsmath}&#10;\pagestyle{empty}&#10;&#10;\begin{document}&#10;$b_2=0.6(1+k)$&#10;&#10;\end{document}"/>
  <p:tag name="LATEXENGINEID" val="0"/>
  <p:tag name="LATEXFORMHEIGHT" val="312"/>
  <p:tag name="LATEXFORMWIDTH" val="384"/>
  <p:tag name="LATEXFORMWRAP" val="Verdadero"/>
  <p:tag name="ORIGINALHEIGHT" val="125.2343"/>
  <p:tag name="ORIGINALWIDTH" val="796.4005"/>
  <p:tag name="OUTPUTDPI" val="1200"/>
  <p:tag name="TEMPFOLDER" val="c:\temp\"/>
  <p:tag name="TRANSPARENCY" val="Verdadero"/>
</p:tagLst>
</file>

<file path=ppt/tags/tag21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b_2\\&#10;s   &amp; c_1\\&#10;s^0 &amp; e_1&#10;\end{matrix}$&#10;&#10;\end{document}"/>
  <p:tag name="LATEXENGINEID" val="0"/>
  <p:tag name="LATEXFORMHEIGHT" val="312"/>
  <p:tag name="LATEXFORMWIDTH" val="384"/>
  <p:tag name="LATEXFORMWRAP" val="Verdadero"/>
  <p:tag name="ORIGINALHEIGHT" val="719.91"/>
  <p:tag name="ORIGINALWIDTH" val="1547.057"/>
  <p:tag name="OUTPUTDPI" val="1200"/>
  <p:tag name="TEMPFOLDER" val="c:\temp\"/>
  <p:tag name="TRANSPARENCY" val="Verdadero"/>
</p:tagLst>
</file>

<file path=ppt/tags/tag21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1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1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0"/>
  <p:tag name="LATEXADDIN" val="\documentclass{article}&#10;\usepackage{ae} %incluido&#10;\usepackage{multirow}&#10;\usepackage{mathrsfs} %Transformada de laplace e Fourier&#10;\usepackage{amsmath}&#10;\pagestyle{empty}&#10;&#10;\begin{document}&#10;$b_2=0.6(1+k)$&#10;&#10;\end{document}"/>
  <p:tag name="LATEXENGINEID" val="0"/>
  <p:tag name="LATEXFORMHEIGHT" val="312"/>
  <p:tag name="LATEXFORMWIDTH" val="384"/>
  <p:tag name="LATEXFORMWRAP" val="Verdadero"/>
  <p:tag name="ORIGINALHEIGHT" val="125.2343"/>
  <p:tag name="ORIGINALWIDTH" val="796.4005"/>
  <p:tag name="OUTPUTDPI" val="1200"/>
  <p:tag name="TEMPFOLDER" val="c:\temp\"/>
  <p:tag name="TRANSPARENCY" val="Verdadero"/>
</p:tagLst>
</file>

<file path=ppt/tags/tag21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1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0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b_2\\&#10;s   &amp; c_1\\&#10;s^0 &amp; e_1&#10;\end{matrix}$&#10;&#10;\end{document}"/>
  <p:tag name="LATEXENGINEID" val="0"/>
  <p:tag name="LATEXFORMHEIGHT" val="312"/>
  <p:tag name="LATEXFORMWIDTH" val="384"/>
  <p:tag name="LATEXFORMWRAP" val="Verdadero"/>
  <p:tag name="ORIGINALHEIGHT" val="719.91"/>
  <p:tag name="ORIGINALWIDTH" val="1547.057"/>
  <p:tag name="OUTPUTDPI" val="1200"/>
  <p:tag name="TEMPFOLDER" val="c:\temp\"/>
  <p:tag name="TRANSPARENCY" val="Verdadero"/>
</p:tagLst>
</file>

<file path=ppt/tags/tag21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1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2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0"/>
  <p:tag name="LATEXADDIN" val="\documentclass{article}&#10;\usepackage{ae} %incluido&#10;\usepackage{multirow}&#10;\usepackage{mathrsfs} %Transformada de laplace e Fourier&#10;\usepackage{amsmath}&#10;\pagestyle{empty}&#10;&#10;\begin{document}&#10;$b_2=0.6(1+k)$&#10;&#10;\end{document}"/>
  <p:tag name="LATEXENGINEID" val="0"/>
  <p:tag name="LATEXFORMHEIGHT" val="312"/>
  <p:tag name="LATEXFORMWIDTH" val="384"/>
  <p:tag name="LATEXFORMWRAP" val="Verdadero"/>
  <p:tag name="ORIGINALHEIGHT" val="125.2343"/>
  <p:tag name="ORIGINALWIDTH" val="796.4005"/>
  <p:tag name="OUTPUTDPI" val="1200"/>
  <p:tag name="TEMPFOLDER" val="c:\temp\"/>
  <p:tag name="TRANSPARENCY" val="Verdadero"/>
</p:tagLst>
</file>

<file path=ppt/tags/tag22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2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4"/>
  <p:tag name="IGUANATEXSIZE" val="20"/>
  <p:tag name="LATEXADDIN" val="\documentclass{article}&#10;\usepackage{ae} %incluido&#10;\usepackage{multirow}&#10;\usepackage{mathrsfs} %Transformada de laplace e Fourier&#10;\usepackage{amsmath}&#10;\pagestyle{empty}&#10;&#10;\begin{document}&#10;$e_1=\dfrac{(c_1)(b_2)-(b_1)(0)}{c_1}$&#10;&#10;\end{document}"/>
  <p:tag name="LATEXENGINEID" val="0"/>
  <p:tag name="LATEXFORMHEIGHT" val="312"/>
  <p:tag name="LATEXFORMWIDTH" val="384"/>
  <p:tag name="LATEXFORMWRAP" val="Verdadero"/>
  <p:tag name="ORIGINALHEIGHT" val="281.9647"/>
  <p:tag name="ORIGINALWIDTH" val="1220.098"/>
  <p:tag name="OUTPUTDPI" val="1200"/>
  <p:tag name="TEMPFOLDER" val="c:\temp\"/>
  <p:tag name="TRANSPARENCY" val="Verdadero"/>
</p:tagLst>
</file>

<file path=ppt/tags/tag22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5"/>
  <p:tag name="IGUANATEXSIZE" val="20"/>
  <p:tag name="LATEXADDIN" val="\documentclass{article}&#10;\usepackage{ae} %incluido&#10;\usepackage{multirow}&#10;\usepackage{mathrsfs} %Transformada de laplace e Fourier&#10;\usepackage{amsmath}&#10;\pagestyle{empty}&#10;&#10;\begin{document}&#10;$e_1=b_2$&#10;&#10;\end{document}"/>
  <p:tag name="LATEXENGINEID" val="0"/>
  <p:tag name="LATEXFORMHEIGHT" val="312"/>
  <p:tag name="LATEXFORMWIDTH" val="384"/>
  <p:tag name="LATEXFORMWRAP" val="Verdadero"/>
  <p:tag name="ORIGINALHEIGHT" val="104.9868"/>
  <p:tag name="ORIGINALWIDTH" val="371.9535"/>
  <p:tag name="OUTPUTDPI" val="1200"/>
  <p:tag name="TEMPFOLDER" val="c:\temp\"/>
  <p:tag name="TRANSPARENCY" val="Verdadero"/>
</p:tagLst>
</file>

<file path=ppt/tags/tag22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2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2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2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0"/>
  <p:tag name="IGUANATEXSIZE" val="20"/>
  <p:tag name="LATEXADDIN" val="\documentclass{article}&#10;\usepackage{ae} %incluido&#10;\usepackage{multirow}&#10;\usepackage{mathrsfs} %Transformada de laplace e Fourier&#10;\usepackage{amsmath}&#10;\pagestyle{empty}&#10;&#10;\begin{document}&#10;$b_2=0.6(1+k)$&#10;&#10;\end{document}"/>
  <p:tag name="LATEXENGINEID" val="0"/>
  <p:tag name="LATEXFORMHEIGHT" val="312"/>
  <p:tag name="LATEXFORMWIDTH" val="384"/>
  <p:tag name="LATEXFORMWRAP" val="Verdadero"/>
  <p:tag name="ORIGINALHEIGHT" val="125.2343"/>
  <p:tag name="ORIGINALWIDTH" val="796.4005"/>
  <p:tag name="OUTPUTDPI" val="1200"/>
  <p:tag name="TEMPFOLDER" val="c:\temp\"/>
  <p:tag name="TRANSPARENCY" val="Verdadero"/>
</p:tagLst>
</file>

<file path=ppt/tags/tag22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2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5"/>
  <p:tag name="IGUANATEXSIZE" val="20"/>
  <p:tag name="LATEXADDIN" val="\documentclass{article}&#10;\usepackage{ae} %incluido&#10;\usepackage{multirow}&#10;\usepackage{mathrsfs} %Transformada de laplace e Fourier&#10;\usepackage{amsmath}&#10;\pagestyle{empty}&#10;&#10;\begin{document}&#10;$e_1=b_2$&#10;&#10;\end{document}"/>
  <p:tag name="LATEXENGINEID" val="0"/>
  <p:tag name="LATEXFORMHEIGHT" val="312"/>
  <p:tag name="LATEXFORMWIDTH" val="384"/>
  <p:tag name="LATEXFORMWRAP" val="Verdadero"/>
  <p:tag name="ORIGINALHEIGHT" val="104.9868"/>
  <p:tag name="ORIGINALWIDTH" val="371.9535"/>
  <p:tag name="OUTPUTDPI" val="1200"/>
  <p:tag name="TEMPFOLDER" val="c:\temp\"/>
  <p:tag name="TRANSPARENCY" val="Verdadero"/>
</p:tagLst>
</file>

<file path=ppt/tags/tag23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3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3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3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3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1"/>
  <p:tag name="IGUANATEXSIZE" val="20"/>
  <p:tag name="LATEXADDIN" val="\documentclass{article}&#10;\usepackage{ae} %incluido&#10;\usepackage{multirow}&#10;\usepackage{mathrsfs} %Transformada de laplace e Fourier&#10;\usepackage{amsmath}&#10;\pagestyle{empty}&#10;&#10;\begin{document}&#10;$63.66-k\geq 0$&#10;&#10;\end{document}"/>
  <p:tag name="LATEXENGINEID" val="0"/>
  <p:tag name="LATEXFORMHEIGHT" val="312"/>
  <p:tag name="LATEXFORMWIDTH" val="384"/>
  <p:tag name="LATEXFORMWRAP" val="Verdadero"/>
  <p:tag name="ORIGINALHEIGHT" val="103.4871"/>
  <p:tag name="ORIGINALWIDTH" val="723.6595"/>
  <p:tag name="OUTPUTDPI" val="1200"/>
  <p:tag name="TEMPFOLDER" val="c:\temp\"/>
  <p:tag name="TRANSPARENCY" val="Verdadero"/>
</p:tagLst>
</file>

<file path=ppt/tags/tag23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9"/>
  <p:tag name="IGUANATEXSIZE" val="20"/>
  <p:tag name="LATEXADDIN" val="\documentclass{article}&#10;\usepackage{ae} %incluido&#10;\usepackage{multirow}&#10;\usepackage{mathrsfs} %Transformada de laplace e Fourier&#10;\usepackage{amsmath}&#10;\pagestyle{empty}&#10;&#10;\begin{document}&#10;$63.66\geq k$&#10;&#10;\end{document}"/>
  <p:tag name="LATEXENGINEID" val="0"/>
  <p:tag name="LATEXFORMHEIGHT" val="312"/>
  <p:tag name="LATEXFORMWIDTH" val="384"/>
  <p:tag name="LATEXFORMWRAP" val="Verdadero"/>
  <p:tag name="ORIGINALHEIGHT" val="103.4871"/>
  <p:tag name="ORIGINALWIDTH" val="509.1864"/>
  <p:tag name="OUTPUTDPI" val="1200"/>
  <p:tag name="TEMPFOLDER" val="c:\temp\"/>
  <p:tag name="TRANSPARENCY" val="Verdadero"/>
</p:tagLst>
</file>

<file path=ppt/tags/tag23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3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3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3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4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b_1)(7.1+k)-(6.1)(b_2)\geq 0$&#10;&#10;\end{document}"/>
  <p:tag name="LATEXENGINEID" val="0"/>
  <p:tag name="LATEXFORMHEIGHT" val="312"/>
  <p:tag name="LATEXFORMWIDTH" val="384"/>
  <p:tag name="LATEXFORMWRAP" val="Verdadero"/>
  <p:tag name="ORIGINALHEIGHT" val="125.2343"/>
  <p:tag name="ORIGINALWIDTH" val="1508.811"/>
  <p:tag name="OUTPUTDPI" val="1200"/>
  <p:tag name="TEMPFOLDER" val="c:\temp\"/>
  <p:tag name="TRANSPARENCY" val="Verdadero"/>
</p:tagLst>
</file>

<file path=ppt/tags/tag24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9"/>
  <p:tag name="IGUANATEXSIZE" val="20"/>
  <p:tag name="LATEXADDIN" val="\documentclass{article}&#10;\usepackage{ae} %incluido&#10;\usepackage{multirow}&#10;\usepackage{mathrsfs} %Transformada de laplace e Fourier&#10;\usepackage{amsmath}&#10;\pagestyle{empty}&#10;&#10;\begin{document}&#10;$(\dfrac{63.66-k}{6.1})(7.1+k)-(6.1)(0.6(1+k))\geq 0$&#10;&#10;\end{document}"/>
  <p:tag name="LATEXENGINEID" val="0"/>
  <p:tag name="LATEXFORMHEIGHT" val="312"/>
  <p:tag name="LATEXFORMWIDTH" val="384"/>
  <p:tag name="LATEXFORMWRAP" val="Verdadero"/>
  <p:tag name="ORIGINALHEIGHT" val="258.7177"/>
  <p:tag name="ORIGINALWIDTH" val="2363.705"/>
  <p:tag name="OUTPUTDPI" val="1200"/>
  <p:tag name="TEMPFOLDER" val="c:\temp\"/>
  <p:tag name="TRANSPARENCY" val="Verdadero"/>
</p:tagLst>
</file>

<file path=ppt/tags/tag24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63.66-k)(7.1+k)-22.326(1+k)\geq 0$&#10;&#10;\end{document}"/>
  <p:tag name="LATEXENGINEID" val="0"/>
  <p:tag name="LATEXFORMHEIGHT" val="312"/>
  <p:tag name="LATEXFORMWIDTH" val="384"/>
  <p:tag name="LATEXFORMWRAP" val="Verdadero"/>
  <p:tag name="ORIGINALHEIGHT" val="125.2343"/>
  <p:tag name="ORIGINALWIDTH" val="2167.979"/>
  <p:tag name="OUTPUTDPI" val="1200"/>
  <p:tag name="TEMPFOLDER" val="c:\temp\"/>
  <p:tag name="TRANSPARENCY" val="Verdadero"/>
</p:tagLst>
</file>

<file path=ppt/tags/tag24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k^2+34.23k+429.66\geq 0$&#10;&#10;\end{document}"/>
  <p:tag name="LATEXENGINEID" val="0"/>
  <p:tag name="LATEXFORMHEIGHT" val="312"/>
  <p:tag name="LATEXFORMWIDTH" val="384"/>
  <p:tag name="LATEXFORMWRAP" val="Verdadero"/>
  <p:tag name="ORIGINALHEIGHT" val="119.985"/>
  <p:tag name="ORIGINALWIDTH" val="1437.57"/>
  <p:tag name="OUTPUTDPI" val="1200"/>
  <p:tag name="TEMPFOLDER" val="c:\temp\"/>
  <p:tag name="TRANSPARENCY" val="Verdadero"/>
</p:tagLst>
</file>

<file path=ppt/tags/tag24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0"/>
  <p:tag name="LATEXADDIN" val="\documentclass{article}&#10;\usepackage{ae} %incluido&#10;\usepackage{multirow}&#10;\usepackage{mathrsfs} %Transformada de laplace e Fourier&#10;\usepackage{amsmath}&#10;\pagestyle{empty}&#10;&#10;\begin{document}&#10;$k^2-34.23k-429.66\leq 0$&#10;&#10;\end{document}"/>
  <p:tag name="LATEXENGINEID" val="0"/>
  <p:tag name="LATEXFORMHEIGHT" val="312"/>
  <p:tag name="LATEXFORMWIDTH" val="384"/>
  <p:tag name="LATEXFORMWRAP" val="Verdadero"/>
  <p:tag name="ORIGINALHEIGHT" val="119.985"/>
  <p:tag name="ORIGINALWIDTH" val="1343.832"/>
  <p:tag name="OUTPUTDPI" val="1200"/>
  <p:tag name="TEMPFOLDER" val="c:\temp\"/>
  <p:tag name="TRANSPARENCY" val="Verdadero"/>
</p:tagLst>
</file>

<file path=ppt/tags/tag24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9.7659\leq k\leq43.9959$&#10;&#10;\end{document}"/>
  <p:tag name="LATEXENGINEID" val="0"/>
  <p:tag name="LATEXFORMHEIGHT" val="312"/>
  <p:tag name="LATEXFORMWIDTH" val="384"/>
  <p:tag name="LATEXFORMWRAP" val="Verdadero"/>
  <p:tag name="ORIGINALHEIGHT" val="103.4871"/>
  <p:tag name="ORIGINALWIDTH" val="1236.595"/>
  <p:tag name="OUTPUTDPI" val="1200"/>
  <p:tag name="TEMPFOLDER" val="c:\temp\"/>
  <p:tag name="TRANSPARENCY" val="Verdadero"/>
</p:tagLst>
</file>

<file path=ppt/tags/tag24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4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4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4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5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b_1)(7.1+k)-(6.1)(b_2)\geq 0$&#10;&#10;\end{document}"/>
  <p:tag name="LATEXENGINEID" val="0"/>
  <p:tag name="LATEXFORMHEIGHT" val="312"/>
  <p:tag name="LATEXFORMWIDTH" val="384"/>
  <p:tag name="LATEXFORMWRAP" val="Verdadero"/>
  <p:tag name="ORIGINALHEIGHT" val="125.2343"/>
  <p:tag name="ORIGINALWIDTH" val="1508.811"/>
  <p:tag name="OUTPUTDPI" val="1200"/>
  <p:tag name="TEMPFOLDER" val="c:\temp\"/>
  <p:tag name="TRANSPARENCY" val="Verdadero"/>
</p:tagLst>
</file>

<file path=ppt/tags/tag25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39"/>
  <p:tag name="IGUANATEXSIZE" val="20"/>
  <p:tag name="LATEXADDIN" val="\documentclass{article}&#10;\usepackage{ae} %incluido&#10;\usepackage{multirow}&#10;\usepackage{mathrsfs} %Transformada de laplace e Fourier&#10;\usepackage{amsmath}&#10;\pagestyle{empty}&#10;&#10;\begin{document}&#10;$(\dfrac{63.66-k}{6.1})(7.1+k)-(6.1)(0.6(1+k))\geq 0$&#10;&#10;\end{document}"/>
  <p:tag name="LATEXENGINEID" val="0"/>
  <p:tag name="LATEXFORMHEIGHT" val="312"/>
  <p:tag name="LATEXFORMWIDTH" val="384"/>
  <p:tag name="LATEXFORMWRAP" val="Verdadero"/>
  <p:tag name="ORIGINALHEIGHT" val="258.7177"/>
  <p:tag name="ORIGINALWIDTH" val="2363.705"/>
  <p:tag name="OUTPUTDPI" val="1200"/>
  <p:tag name="TEMPFOLDER" val="c:\temp\"/>
  <p:tag name="TRANSPARENCY" val="Verdadero"/>
</p:tagLst>
</file>

<file path=ppt/tags/tag25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2"/>
  <p:tag name="IGUANATEXSIZE" val="20"/>
  <p:tag name="LATEXADDIN" val="\documentclass{article}&#10;\usepackage{ae} %incluido&#10;\usepackage{multirow}&#10;\usepackage{mathrsfs} %Transformada de laplace e Fourier&#10;\usepackage{amsmath}&#10;\pagestyle{empty}&#10;&#10;\begin{document}&#10;$(63.66-k)(7.1+k)-22.326(1+k)\geq 0$&#10;&#10;\end{document}"/>
  <p:tag name="LATEXENGINEID" val="0"/>
  <p:tag name="LATEXFORMHEIGHT" val="312"/>
  <p:tag name="LATEXFORMWIDTH" val="384"/>
  <p:tag name="LATEXFORMWRAP" val="Verdadero"/>
  <p:tag name="ORIGINALHEIGHT" val="125.2343"/>
  <p:tag name="ORIGINALWIDTH" val="2167.979"/>
  <p:tag name="OUTPUTDPI" val="1200"/>
  <p:tag name="TEMPFOLDER" val="c:\temp\"/>
  <p:tag name="TRANSPARENCY" val="Verdadero"/>
</p:tagLst>
</file>

<file path=ppt/tags/tag25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k^2+34.23k+429.66\geq 0$&#10;&#10;\end{document}"/>
  <p:tag name="LATEXENGINEID" val="0"/>
  <p:tag name="LATEXFORMHEIGHT" val="312"/>
  <p:tag name="LATEXFORMWIDTH" val="384"/>
  <p:tag name="LATEXFORMWRAP" val="Verdadero"/>
  <p:tag name="ORIGINALHEIGHT" val="119.985"/>
  <p:tag name="ORIGINALWIDTH" val="1437.57"/>
  <p:tag name="OUTPUTDPI" val="1200"/>
  <p:tag name="TEMPFOLDER" val="c:\temp\"/>
  <p:tag name="TRANSPARENCY" val="Verdadero"/>
</p:tagLst>
</file>

<file path=ppt/tags/tag25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0"/>
  <p:tag name="LATEXADDIN" val="\documentclass{article}&#10;\usepackage{ae} %incluido&#10;\usepackage{multirow}&#10;\usepackage{mathrsfs} %Transformada de laplace e Fourier&#10;\usepackage{amsmath}&#10;\pagestyle{empty}&#10;&#10;\begin{document}&#10;$k^2-34.23k-429.66\leq 0$&#10;&#10;\end{document}"/>
  <p:tag name="LATEXENGINEID" val="0"/>
  <p:tag name="LATEXFORMHEIGHT" val="312"/>
  <p:tag name="LATEXFORMWIDTH" val="384"/>
  <p:tag name="LATEXFORMWRAP" val="Verdadero"/>
  <p:tag name="ORIGINALHEIGHT" val="119.985"/>
  <p:tag name="ORIGINALWIDTH" val="1343.832"/>
  <p:tag name="OUTPUTDPI" val="1200"/>
  <p:tag name="TEMPFOLDER" val="c:\temp\"/>
  <p:tag name="TRANSPARENCY" val="Verdadero"/>
</p:tagLst>
</file>

<file path=ppt/tags/tag25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9.7659\leq k\leq43.9959$&#10;&#10;\end{document}"/>
  <p:tag name="LATEXENGINEID" val="0"/>
  <p:tag name="LATEXFORMHEIGHT" val="312"/>
  <p:tag name="LATEXFORMWIDTH" val="384"/>
  <p:tag name="LATEXFORMWRAP" val="Verdadero"/>
  <p:tag name="ORIGINALHEIGHT" val="103.4871"/>
  <p:tag name="ORIGINALWIDTH" val="1236.595"/>
  <p:tag name="OUTPUTDPI" val="1200"/>
  <p:tag name="TEMPFOLDER" val="c:\temp\"/>
  <p:tag name="TRANSPARENCY" val="Verdadero"/>
</p:tagLst>
</file>

<file path=ppt/tags/tag25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5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5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5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6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2"/>
  <p:tag name="IGUANATEXSIZE" val="20"/>
  <p:tag name="LATEXADDIN" val="\documentclass{article}&#10;\usepackage{ae} %incluido&#10;\usepackage{multirow}&#10;\usepackage{mathrsfs} %Transformada de laplace e Fourier&#10;\usepackage{amsmath}&#10;\pagestyle{empty}&#10;&#10;\begin{document}&#10;$0.6(1+k)\geq 0$&#10;&#10;\end{document}"/>
  <p:tag name="LATEXENGINEID" val="0"/>
  <p:tag name="LATEXFORMHEIGHT" val="312"/>
  <p:tag name="LATEXFORMWIDTH" val="384"/>
  <p:tag name="LATEXFORMWRAP" val="Verdadero"/>
  <p:tag name="ORIGINALHEIGHT" val="125.2343"/>
  <p:tag name="ORIGINALWIDTH" val="758.1552"/>
  <p:tag name="OUTPUTDPI" val="1200"/>
  <p:tag name="TEMPFOLDER" val="c:\temp\"/>
  <p:tag name="TRANSPARENCY" val="Verdadero"/>
</p:tagLst>
</file>

<file path=ppt/tags/tag26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5"/>
  <p:tag name="IGUANATEXSIZE" val="20"/>
  <p:tag name="LATEXADDIN" val="\documentclass{article}&#10;\usepackage{ae} %incluido&#10;\usepackage{multirow}&#10;\usepackage{mathrsfs} %Transformada de laplace e Fourier&#10;\usepackage{amsmath}&#10;\pagestyle{empty}&#10;&#10;\begin{document}&#10;$k\geq-1$&#10;&#10;\end{document}"/>
  <p:tag name="LATEXENGINEID" val="0"/>
  <p:tag name="LATEXFORMHEIGHT" val="312"/>
  <p:tag name="LATEXFORMWIDTH" val="384"/>
  <p:tag name="LATEXFORMWRAP" val="Verdadero"/>
  <p:tag name="ORIGINALHEIGHT" val="103.4871"/>
  <p:tag name="ORIGINALWIDTH" val="377.2028"/>
  <p:tag name="OUTPUTDPI" val="1200"/>
  <p:tag name="TEMPFOLDER" val="c:\temp\"/>
  <p:tag name="TRANSPARENCY" val="Verdadero"/>
</p:tagLst>
</file>

<file path=ppt/tags/tag26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6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6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6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6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2"/>
  <p:tag name="IGUANATEXSIZE" val="20"/>
  <p:tag name="LATEXADDIN" val="\documentclass{article}&#10;\usepackage{ae} %incluido&#10;\usepackage{multirow}&#10;\usepackage{mathrsfs} %Transformada de laplace e Fourier&#10;\usepackage{amsmath}&#10;\pagestyle{empty}&#10;&#10;\begin{document}&#10;$0.6(1+k)\geq 0$&#10;&#10;\end{document}"/>
  <p:tag name="LATEXENGINEID" val="0"/>
  <p:tag name="LATEXFORMHEIGHT" val="312"/>
  <p:tag name="LATEXFORMWIDTH" val="384"/>
  <p:tag name="LATEXFORMWRAP" val="Verdadero"/>
  <p:tag name="ORIGINALHEIGHT" val="125.2343"/>
  <p:tag name="ORIGINALWIDTH" val="758.1552"/>
  <p:tag name="OUTPUTDPI" val="1200"/>
  <p:tag name="TEMPFOLDER" val="c:\temp\"/>
  <p:tag name="TRANSPARENCY" val="Verdadero"/>
</p:tagLst>
</file>

<file path=ppt/tags/tag26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195"/>
  <p:tag name="IGUANATEXSIZE" val="20"/>
  <p:tag name="LATEXADDIN" val="\documentclass{article}&#10;\usepackage{ae} %incluido&#10;\usepackage{multirow}&#10;\usepackage{mathrsfs} %Transformada de laplace e Fourier&#10;\usepackage{amsmath}&#10;\pagestyle{empty}&#10;&#10;\begin{document}&#10;$k\geq-1$&#10;&#10;\end{document}"/>
  <p:tag name="LATEXENGINEID" val="0"/>
  <p:tag name="LATEXFORMHEIGHT" val="312"/>
  <p:tag name="LATEXFORMWIDTH" val="384"/>
  <p:tag name="LATEXFORMWRAP" val="Verdadero"/>
  <p:tag name="ORIGINALHEIGHT" val="103.4871"/>
  <p:tag name="ORIGINALWIDTH" val="377.2028"/>
  <p:tag name="OUTPUTDPI" val="1200"/>
  <p:tag name="TEMPFOLDER" val="c:\temp\"/>
  <p:tag name="TRANSPARENCY" val="Verdadero"/>
</p:tagLst>
</file>

<file path=ppt/tags/tag26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317"/>
  <p:tag name="IGUANATEXSIZE" val="20"/>
  <p:tag name="LATEXADDIN" val="\documentclass{article}&#10;\usepackage{ae} %incluido&#10;\usepackage{multirow}&#10;\usepackage{mathrsfs} %Transformada de laplace e Fourier&#10;\usepackage{amsmath}&#10;\pagestyle{empty}&#10;&#10;\begin{document}&#10;$\begin{matrix}&#10;s^4 &amp; 1 &amp; 11.6 &amp; 0.6(1+k)\\&#10;s^3 &amp; 6.1 &amp; 7.1+k &amp; 0\\&#10;s^2 &amp; b_1 &amp; 0.6(1+k)\\&#10;s   &amp; c_1\\&#10;s^0 &amp; 0.6(1+k)&#10;\end{matrix}$&#10;&#10;\end{document}"/>
  <p:tag name="LATEXENGINEID" val="0"/>
  <p:tag name="LATEXFORMHEIGHT" val="312"/>
  <p:tag name="LATEXFORMWIDTH" val="384"/>
  <p:tag name="LATEXFORMWRAP" val="Verdadero"/>
  <p:tag name="ORIGINALHEIGHT" val="732.6584"/>
  <p:tag name="ORIGINALWIDTH" val="2086.239"/>
  <p:tag name="OUTPUTDPI" val="1200"/>
  <p:tag name="TEMPFOLDER" val="c:\temp\"/>
  <p:tag name="TRANSPARENCY" val="Verdadero"/>
</p:tagLst>
</file>

<file path=ppt/tags/tag26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6"/>
  <p:tag name="IGUANATEXSIZE" val="20"/>
  <p:tag name="LATEXADDIN" val="\documentclass{article}&#10;\usepackage{ae} %incluido&#10;\usepackage{multirow}&#10;\usepackage{mathrsfs} %Transformada de laplace e Fourier&#10;\usepackage{amsmath}&#10;\pagestyle{empty}&#10;&#10;\begin{document}&#10;$s^4+6.1s^3+11.6s^2+(7.1+k)s+0.6(1+k)=0$&#10;&#10;\end{document}"/>
  <p:tag name="LATEXENGINEID" val="0"/>
  <p:tag name="LATEXFORMHEIGHT" val="312"/>
  <p:tag name="LATEXFORMWIDTH" val="384"/>
  <p:tag name="LATEXFORMWRAP" val="Verdadero"/>
  <p:tag name="ORIGINALHEIGHT" val="134.9832"/>
  <p:tag name="ORIGINALWIDTH" val="2623.172"/>
  <p:tag name="OUTPUTDPI" val="1200"/>
  <p:tag name="TEMPFOLDER" val="c:\temp\"/>
  <p:tag name="TRANSPARENCY" val="Verdadero"/>
</p:tagLst>
</file>

<file path=ppt/tags/tag27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2"/>
  <p:tag name="IGUANATEXSIZE" val="20"/>
  <p:tag name="LATEXADDIN" val="\documentclass{article}&#10;\usepackage{ae} %incluido&#10;\usepackage{multirow}&#10;\usepackage{mathrsfs} %Transformada de laplace e Fourier&#10;\usepackage{amsmath}&#10;\pagestyle{empty}&#10;&#10;\begin{document}&#10;$b_1=\dfrac{63.66-k}{6.1}$&#10;&#10;\end{document}"/>
  <p:tag name="LATEXENGINEID" val="0"/>
  <p:tag name="LATEXFORMHEIGHT" val="312"/>
  <p:tag name="LATEXFORMWIDTH" val="384"/>
  <p:tag name="LATEXFORMWRAP" val="Verdadero"/>
  <p:tag name="ORIGINALHEIGHT" val="258.7177"/>
  <p:tag name="ORIGINALWIDTH" val="789.6512"/>
  <p:tag name="OUTPUTDPI" val="1200"/>
  <p:tag name="TEMPFOLDER" val="c:\temp\"/>
  <p:tag name="TRANSPARENCY" val="Verdadero"/>
</p:tagLst>
</file>

<file path=ppt/tags/tag271.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c_1=\dfrac{(b_1)(7.1+k)-(6.1)(b_2)}{b_1}$&#10;&#10;\end{document}"/>
  <p:tag name="LATEXENGINEID" val="0"/>
  <p:tag name="LATEXFORMHEIGHT" val="312"/>
  <p:tag name="LATEXFORMWIDTH" val="384"/>
  <p:tag name="LATEXFORMWRAP" val="Verdadero"/>
  <p:tag name="ORIGINALHEIGHT" val="281.9647"/>
  <p:tag name="ORIGINALWIDTH" val="1583.802"/>
  <p:tag name="OUTPUTDPI" val="1200"/>
  <p:tag name="TEMPFOLDER" val="c:\temp\"/>
  <p:tag name="TRANSPARENCY" val="Verdadero"/>
</p:tagLst>
</file>

<file path=ppt/tags/tag272.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02"/>
  <p:tag name="IGUANATEXSIZE" val="40"/>
  <p:tag name="LATEXADDIN" val="\documentclass{article}&#10;\usepackage{ae} %incluido&#10;\usepackage{multirow}&#10;\usepackage{mathrsfs} %Transformada de laplace e Fourier&#10;\usepackage{amsmath}&#10;\pagestyle{empty}&#10;&#10;\begin{document}&#10; $-1\leq k\leq44$&#10;&#10;\end{document}"/>
  <p:tag name="LATEXENGINEID" val="0"/>
  <p:tag name="LATEXFORMHEIGHT" val="312"/>
  <p:tag name="LATEXFORMWIDTH" val="384"/>
  <p:tag name="LATEXFORMWRAP" val="Verdadero"/>
  <p:tag name="ORIGINALHEIGHT" val="103.4871"/>
  <p:tag name="ORIGINALWIDTH" val="671.916"/>
  <p:tag name="OUTPUTDPI" val="1200"/>
  <p:tag name="TEMPFOLDER" val="c:\temp\"/>
  <p:tag name="TRANSPARENCY" val="Verdadero"/>
</p:tagLst>
</file>

<file path=ppt/tags/tag273.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4+20s^3+80s^2+400s+600$&#10;&#10;\end{document}"/>
  <p:tag name="LATEXENGINEID" val="0"/>
  <p:tag name="LATEXFORMHEIGHT" val="312"/>
  <p:tag name="LATEXFORMWIDTH" val="384"/>
  <p:tag name="LATEXFORMWRAP" val="Verdadero"/>
  <p:tag name="ORIGINALHEIGHT" val="134.9832"/>
  <p:tag name="ORIGINALWIDTH" val="2050.994"/>
  <p:tag name="OUTPUTDPI" val="1200"/>
  <p:tag name="TEMPFOLDER" val="c:\temp\"/>
  <p:tag name="TRANSPARENCY" val="Verdadero"/>
</p:tagLst>
</file>

<file path=ppt/tags/tag274.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7"/>
  <p:tag name="IGUANATEXSIZE" val="20"/>
  <p:tag name="LATEXADDIN" val="\documentclass{article}&#10;\usepackage{ae} %incluido&#10;\usepackage{multirow}&#10;\usepackage{mathrsfs} %Transformada de laplace e Fourier&#10;\usepackage{amsmath}&#10;\pagestyle{empty}&#10;&#10;\begin{document}&#10;$D(s)=s^5+2s^4+2s^3+12s^2+21s+10$&#10;&#10;\end{document}"/>
  <p:tag name="LATEXENGINEID" val="0"/>
  <p:tag name="LATEXFORMHEIGHT" val="312"/>
  <p:tag name="LATEXFORMWIDTH" val="384"/>
  <p:tag name="LATEXFORMWRAP" val="Verdadero"/>
  <p:tag name="ORIGINALHEIGHT" val="134.9832"/>
  <p:tag name="ORIGINALWIDTH" val="2192.726"/>
  <p:tag name="OUTPUTDPI" val="1200"/>
  <p:tag name="TEMPFOLDER" val="c:\temp\"/>
  <p:tag name="TRANSPARENCY" val="Verdadero"/>
</p:tagLst>
</file>

<file path=ppt/tags/tag275.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0"/>
  <p:tag name="LATEXADDIN" val="\documentclass{article}&#10;\usepackage{ae} %incluido&#10;\usepackage{multirow}&#10;\usepackage{mathrsfs} %Transformada de laplace e Fourier&#10;\usepackage{amsmath}&#10;\pagestyle{empty}&#10;&#10;\begin{document}&#10;$\dfrac{1}{s^2 + 9 s + 18}$&#10;&#10;\end{document}"/>
  <p:tag name="LATEXENGINEID" val="0"/>
  <p:tag name="LATEXFORMHEIGHT" val="312"/>
  <p:tag name="LATEXFORMWIDTH" val="384"/>
  <p:tag name="LATEXFORMWRAP" val="Verdadero"/>
  <p:tag name="ORIGINALHEIGHT" val="262.4672"/>
  <p:tag name="ORIGINALWIDTH" val="663.667"/>
  <p:tag name="OUTPUTDPI" val="1200"/>
  <p:tag name="TEMPFOLDER" val="c:\temp\"/>
  <p:tag name="TRANSPARENCY" val="Verdadero"/>
</p:tagLst>
</file>

<file path=ppt/tags/tag276.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4"/>
  <p:tag name="IGUANATEXSIZE" val="20"/>
  <p:tag name="LATEXADDIN" val="\documentclass{article}&#10;\usepackage{ae} %incluido&#10;\usepackage{multirow}&#10;\usepackage{mathrsfs} %Transformada de laplace e Fourier&#10;\usepackage{amsmath}&#10;\pagestyle{empty}&#10;&#10;\begin{document}&#10;$\dfrac{s - 3}{s^2 + 6 s + 8}$&#10;&#10;\end{document}"/>
  <p:tag name="LATEXENGINEID" val="0"/>
  <p:tag name="LATEXFORMHEIGHT" val="312"/>
  <p:tag name="LATEXFORMWIDTH" val="384"/>
  <p:tag name="LATEXFORMWRAP" val="Verdadero"/>
  <p:tag name="ORIGINALHEIGHT" val="262.4672"/>
  <p:tag name="ORIGINALWIDTH" val="601.4248"/>
  <p:tag name="OUTPUTDPI" val="1200"/>
  <p:tag name="TEMPFOLDER" val="c:\temp\"/>
  <p:tag name="TRANSPARENCY" val="Verdadero"/>
</p:tagLst>
</file>

<file path=ppt/tags/tag277.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28"/>
  <p:tag name="IGUANATEXSIZE" val="20"/>
  <p:tag name="LATEXADDIN" val="\documentclass{article}&#10;\usepackage{ae} %incluido&#10;\usepackage{multirow}&#10;\usepackage{mathrsfs} %Transformada de laplace e Fourier&#10;\usepackage{amsmath}&#10;\pagestyle{empty}&#10;&#10;\begin{document}&#10;&#10;$T(s)=\dfrac{G_1(s)G_2(s)}{1+G_1(s)G_2(s)}$&#10;\end{document}"/>
  <p:tag name="LATEXENGINEID" val="0"/>
  <p:tag name="LATEXFORMHEIGHT" val="312"/>
  <p:tag name="LATEXFORMWIDTH" val="384"/>
  <p:tag name="LATEXFORMWRAP" val="Verdadero"/>
  <p:tag name="ORIGINALHEIGHT" val="294.7131"/>
  <p:tag name="ORIGINALWIDTH" val="1256.093"/>
  <p:tag name="OUTPUTDPI" val="1200"/>
  <p:tag name="TEMPFOLDER" val="c:\temp\"/>
  <p:tag name="TRANSPARENCY" val="Verdadero"/>
</p:tagLst>
</file>

<file path=ppt/tags/tag278.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5"/>
  <p:tag name="IGUANATEXSIZE" val="20"/>
  <p:tag name="LATEXADDIN" val="\documentclass{article}&#10;\usepackage{ae} %incluido&#10;\usepackage{multirow}&#10;\usepackage{mathrsfs} %Transformada de laplace e Fourier&#10;\usepackage{amsmath}&#10;\pagestyle{empty}&#10;&#10;\begin{document}&#10;$D(s)=s^5+3s^4+2s^3+6s^2+6s+9$&#10;&#10;\end{document}"/>
  <p:tag name="LATEXENGINEID" val="0"/>
  <p:tag name="LATEXFORMHEIGHT" val="312"/>
  <p:tag name="LATEXFORMWIDTH" val="384"/>
  <p:tag name="LATEXFORMWRAP" val="Verdadero"/>
  <p:tag name="ORIGINALHEIGHT" val="134.9832"/>
  <p:tag name="ORIGINALWIDTH" val="2005.249"/>
  <p:tag name="OUTPUTDPI" val="1200"/>
  <p:tag name="TEMPFOLDER" val="c:\temp\"/>
  <p:tag name="TRANSPARENCY" val="Verdadero"/>
</p:tagLst>
</file>

<file path=ppt/tags/tag279.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1"/>
  <p:tag name="IGUANATEXSIZE" val="20"/>
  <p:tag name="LATEXADDIN" val="\documentclass{article}&#10;\usepackage{ae} %incluido&#10;\usepackage{multirow}&#10;\usepackage{mathrsfs} %Transformada de laplace e Fourier&#10;\usepackage{amsmath}&#10;\pagestyle{empty}&#10;&#10;\begin{document}&#10;$D(s)=s^4+2s^3+3s^2+6s+10$&#10;&#10;\end{document}"/>
  <p:tag name="LATEXENGINEID" val="0"/>
  <p:tag name="LATEXFORMHEIGHT" val="312"/>
  <p:tag name="LATEXFORMWIDTH" val="384"/>
  <p:tag name="LATEXFORMWRAP" val="Verdadero"/>
  <p:tag name="ORIGINALHEIGHT" val="134.9832"/>
  <p:tag name="ORIGINALWIDTH" val="1739.782"/>
  <p:tag name="OUTPUTDPI" val="1200"/>
  <p:tag name="TEMPFOLDER" val="c:\temp\"/>
  <p:tag name="TRANSPARENCY" val="Verdadero"/>
</p:tagLst>
</file>

<file path=ppt/tags/tag280.xml><?xml version="1.0" encoding="utf-8"?>
<p:tagLst xmlns:a="http://schemas.openxmlformats.org/drawingml/2006/main" xmlns:r="http://schemas.openxmlformats.org/officeDocument/2006/relationships" xmlns:p="http://schemas.openxmlformats.org/presentationml/2006/main">
  <p:tag name="BITMAPVECTOR" val="0"/>
  <p:tag name="FILENAME" val=""/>
  <p:tag name="IGUANATEXCURSOR" val="218"/>
  <p:tag name="IGUANATEXSIZE" val="20"/>
  <p:tag name="LATEXADDIN" val="\documentclass{article}&#10;\usepackage{ae} %incluido&#10;\usepackage{multirow}&#10;\usepackage{mathrsfs} %Transformada de laplace e Fourier&#10;\usepackage{amsmath}&#10;\pagestyle{empty}&#10;&#10;\begin{document}&#10;$D(s)=s^5+2s^4+6s^3+48s^2+8s+160$&#10;&#10;\end{document}"/>
  <p:tag name="LATEXENGINEID" val="0"/>
  <p:tag name="LATEXFORMHEIGHT" val="312"/>
  <p:tag name="LATEXFORMWIDTH" val="384"/>
  <p:tag name="LATEXFORMWRAP" val="Verdadero"/>
  <p:tag name="ORIGINALHEIGHT" val="134.9832"/>
  <p:tag name="ORIGINALWIDTH" val="2192.726"/>
  <p:tag name="OUTPUTDPI" val="1200"/>
  <p:tag name="TEMPFOLDER" val="c:\temp\"/>
  <p:tag name="TRANSPARENCY" val="Verdadero"/>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53A00F274449E4D98379C6BF4F2EA6B" ma:contentTypeVersion="11" ma:contentTypeDescription="Crear nuevo documento." ma:contentTypeScope="" ma:versionID="eb3f5a400347c3417aab130743b3d1b7">
  <xsd:schema xmlns:xsd="http://www.w3.org/2001/XMLSchema" xmlns:xs="http://www.w3.org/2001/XMLSchema" xmlns:p="http://schemas.microsoft.com/office/2006/metadata/properties" xmlns:ns2="fac3ca94-d71a-4caa-9690-eb28d591cc11" xmlns:ns3="81d90fb7-c10b-429b-a2b8-56a49218fdfe" targetNamespace="http://schemas.microsoft.com/office/2006/metadata/properties" ma:root="true" ma:fieldsID="76a9e87a822cd72ed856b4afed0ee74c" ns2:_="" ns3:_="">
    <xsd:import namespace="fac3ca94-d71a-4caa-9690-eb28d591cc11"/>
    <xsd:import namespace="81d90fb7-c10b-429b-a2b8-56a49218fd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c3ca94-d71a-4caa-9690-eb28d591c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2093fb0a-f3be-4120-808e-fc0c80b8c9c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d90fb7-c10b-429b-a2b8-56a49218fdf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2809115-c1bd-42a4-a936-87346198339a}" ma:internalName="TaxCatchAll" ma:showField="CatchAllData" ma:web="81d90fb7-c10b-429b-a2b8-56a49218fd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1d90fb7-c10b-429b-a2b8-56a49218fdfe" xsi:nil="true"/>
    <lcf76f155ced4ddcb4097134ff3c332f xmlns="fac3ca94-d71a-4caa-9690-eb28d591cc1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CAA70E-8800-4193-8103-E5BC4F2A7CE8}"/>
</file>

<file path=customXml/itemProps2.xml><?xml version="1.0" encoding="utf-8"?>
<ds:datastoreItem xmlns:ds="http://schemas.openxmlformats.org/officeDocument/2006/customXml" ds:itemID="{12E331D4-BB48-4F57-BE06-90921CEBB963}">
  <ds:schemaRefs>
    <ds:schemaRef ds:uri="81d90fb7-c10b-429b-a2b8-56a49218fdfe"/>
    <ds:schemaRef ds:uri="fac3ca94-d71a-4caa-9690-eb28d591cc1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9E8FEFB-6AE0-4EFA-861A-DC6112CBA20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78</Slides>
  <Notes>27</Notes>
  <HiddenSlides>0</HiddenSlide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Tema de Office</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1: Criterio de Estabilidad de Routh</vt:lpstr>
      <vt:lpstr>Ejemplo 2: Criterio de Estabilidad de Routh</vt:lpstr>
      <vt:lpstr>Ejemplo 2: Criterio de Estabilidad de Routh</vt:lpstr>
      <vt:lpstr>Ejemplo 2: Criterio de Estabilidad de Routh</vt:lpstr>
      <vt:lpstr>Ejemplo 2: Criterio de Estabilidad de Routh</vt:lpstr>
      <vt:lpstr>Ejemplo 2: Criterio de Estabilidad de Routh</vt:lpstr>
      <vt:lpstr>Caso Especial 1</vt:lpstr>
      <vt:lpstr>Ejemplo 3: Caso especial 1</vt:lpstr>
      <vt:lpstr>Ejemplo 4: Caso especial 1</vt:lpstr>
      <vt:lpstr>Ejemplo 4: Caso especial 1</vt:lpstr>
      <vt:lpstr>Ejemplo 4: Caso especial 1</vt:lpstr>
      <vt:lpstr>Ejemplo 4: Caso especial 1</vt:lpstr>
      <vt:lpstr>Ejemplo 4: Caso especial 1</vt:lpstr>
      <vt:lpstr>Caso Especial 2</vt:lpstr>
      <vt:lpstr>Caso Especial 2</vt:lpstr>
      <vt:lpstr>Caso Especial 2</vt:lpstr>
      <vt:lpstr>Caso Especial 2</vt:lpstr>
      <vt:lpstr>Caso Especial 2</vt:lpstr>
      <vt:lpstr>Ejercicio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Ejemplo 5: Caso especial 2</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Usando Routh Hurwitz en los sistemas de control</vt:lpstr>
      <vt:lpstr>Ejercicios</vt:lpstr>
      <vt:lpstr>Ejercicios</vt:lpstr>
      <vt:lpstr>Ejercicios</vt:lpstr>
      <vt:lpstr>Ejercicios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Criterio de Estabilidad de Routh</dc:title>
  <dc:creator>Sergio Andres Castaño Giraldo</dc:creator>
  <cp:revision>1</cp:revision>
  <dcterms:created xsi:type="dcterms:W3CDTF">2020-11-30T13:25:07Z</dcterms:created>
  <dcterms:modified xsi:type="dcterms:W3CDTF">2026-02-03T04:08:52Z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0x010100753A00F274449E4D98379C6BF4F2EA6B</vt:lpwstr>
  </property>
  <property fmtid="{D5CDD505-2E9C-101B-9397-08002B2CF9AE}" pid="3" name="MediaServiceImageTags">
    <vt:lpwstr/>
  </property>
</Properties>
</file>