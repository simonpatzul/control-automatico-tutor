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3" r:id="rId5"/>
    <p:sldId id="260" r:id="rId6"/>
    <p:sldId id="261" r:id="rId7"/>
    <p:sldId id="262" r:id="rId8"/>
    <p:sldId id="264" r:id="rId9"/>
    <p:sldId id="265" r:id="rId10"/>
    <p:sldId id="263" r:id="rId11"/>
    <p:sldId id="267" r:id="rId12"/>
    <p:sldId id="268" r:id="rId13"/>
    <p:sldId id="269" r:id="rId14"/>
    <p:sldId id="272" r:id="rId15"/>
    <p:sldId id="270" r:id="rId16"/>
    <p:sldId id="271"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39C27-1A0A-FBB5-97CE-A1DA201F1A33}" v="3" dt="2026-04-26T23:42:12.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arazzi Yoann" userId="S::matarazzi.yoann@eia.edu.co::adac6166-e9eb-4f54-85b3-d599f116524b" providerId="AD" clId="Web-{3A4A1023-02EF-12C2-0C0F-D7DA1EAF24AD}"/>
    <pc:docChg chg="addSld delSld">
      <pc:chgData name="Matarazzi Yoann" userId="S::matarazzi.yoann@eia.edu.co::adac6166-e9eb-4f54-85b3-d599f116524b" providerId="AD" clId="Web-{3A4A1023-02EF-12C2-0C0F-D7DA1EAF24AD}" dt="2026-04-21T15:50:56.219" v="6"/>
      <pc:docMkLst>
        <pc:docMk/>
      </pc:docMkLst>
      <pc:sldChg chg="new">
        <pc:chgData name="Matarazzi Yoann" userId="S::matarazzi.yoann@eia.edu.co::adac6166-e9eb-4f54-85b3-d599f116524b" providerId="AD" clId="Web-{3A4A1023-02EF-12C2-0C0F-D7DA1EAF24AD}" dt="2026-04-21T15:50:36.109" v="0"/>
        <pc:sldMkLst>
          <pc:docMk/>
          <pc:sldMk cId="1858103725" sldId="273"/>
        </pc:sldMkLst>
      </pc:sldChg>
      <pc:sldChg chg="new">
        <pc:chgData name="Matarazzi Yoann" userId="S::matarazzi.yoann@eia.edu.co::adac6166-e9eb-4f54-85b3-d599f116524b" providerId="AD" clId="Web-{3A4A1023-02EF-12C2-0C0F-D7DA1EAF24AD}" dt="2026-04-21T15:50:46.625" v="1"/>
        <pc:sldMkLst>
          <pc:docMk/>
          <pc:sldMk cId="830495201" sldId="274"/>
        </pc:sldMkLst>
      </pc:sldChg>
    </pc:docChg>
  </pc:docChgLst>
  <pc:docChgLst>
    <pc:chgData name="Sebastián Palacio Barrientos" userId="S::sebastian.palacio21@eia.edu.co::644eb766-5bdd-4636-b588-740aad137de8" providerId="AD" clId="Web-{DAE39C27-1A0A-FBB5-97CE-A1DA201F1A33}"/>
    <pc:docChg chg="modSld">
      <pc:chgData name="Sebastián Palacio Barrientos" userId="S::sebastian.palacio21@eia.edu.co::644eb766-5bdd-4636-b588-740aad137de8" providerId="AD" clId="Web-{DAE39C27-1A0A-FBB5-97CE-A1DA201F1A33}" dt="2026-04-26T23:42:12.544" v="2" actId="1076"/>
      <pc:docMkLst>
        <pc:docMk/>
      </pc:docMkLst>
      <pc:sldChg chg="modSp">
        <pc:chgData name="Sebastián Palacio Barrientos" userId="S::sebastian.palacio21@eia.edu.co::644eb766-5bdd-4636-b588-740aad137de8" providerId="AD" clId="Web-{DAE39C27-1A0A-FBB5-97CE-A1DA201F1A33}" dt="2026-04-26T23:42:12.544" v="2" actId="1076"/>
        <pc:sldMkLst>
          <pc:docMk/>
          <pc:sldMk cId="1735228332" sldId="263"/>
        </pc:sldMkLst>
        <pc:spChg chg="mod">
          <ac:chgData name="Sebastián Palacio Barrientos" userId="S::sebastian.palacio21@eia.edu.co::644eb766-5bdd-4636-b588-740aad137de8" providerId="AD" clId="Web-{DAE39C27-1A0A-FBB5-97CE-A1DA201F1A33}" dt="2026-04-26T23:42:12.544" v="2" actId="1076"/>
          <ac:spMkLst>
            <pc:docMk/>
            <pc:sldMk cId="1735228332" sldId="263"/>
            <ac:spMk id="152" creationId="{90F79129-E29D-4FC6-9619-540E6521919A}"/>
          </ac:spMkLst>
        </pc:spChg>
        <pc:spChg chg="mod">
          <ac:chgData name="Sebastián Palacio Barrientos" userId="S::sebastian.palacio21@eia.edu.co::644eb766-5bdd-4636-b588-740aad137de8" providerId="AD" clId="Web-{DAE39C27-1A0A-FBB5-97CE-A1DA201F1A33}" dt="2026-04-26T23:40:06.868" v="1" actId="1076"/>
          <ac:spMkLst>
            <pc:docMk/>
            <pc:sldMk cId="1735228332" sldId="263"/>
            <ac:spMk id="153" creationId="{82A94119-7275-4DC5-94AE-D3888B47D77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334E10-E9E3-47BF-84A5-F4891E16F75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B68CECCB-2509-4DFE-A216-8212B6018D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325F6BA8-77B8-42CE-9574-24C650E076D9}"/>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833BF77A-6DB4-4B7B-9B98-E136F806ECA8}"/>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F941F502-D934-49DC-AC0F-3C5CEDA07522}"/>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60114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AAA058-A114-40D9-B526-755D2DA662D7}"/>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6468E924-417E-44ED-B93D-693A07C2312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4A38AED3-074C-438A-A94A-B99AA0EFFE2E}"/>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278F554F-A4E1-46AA-955D-BD3ADCF85758}"/>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6D49B35-5DD3-4DE0-950B-DEBD16365EAA}"/>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100106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C6A869-03BD-4454-9BA2-84B1708BF32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19630EF1-0D15-4A59-8254-76A96ADD34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FC58A72-B618-45C4-9323-0D7470500418}"/>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2768B02D-B716-417B-A86C-E7533DFDEE2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CBC96C1-AAB0-44EA-B9E1-4276AE3AC3CD}"/>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127879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5E437-F468-4825-90CE-B8572972865B}"/>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C1A1DA63-F6D2-4496-A652-208C63FCF1D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07C4D313-25D5-4971-A407-3285DA02AE4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EEC78376-A4C2-4EB0-BC65-9467A39FA6DA}"/>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6" name="Marcador de pie de página 5">
            <a:extLst>
              <a:ext uri="{FF2B5EF4-FFF2-40B4-BE49-F238E27FC236}">
                <a16:creationId xmlns:a16="http://schemas.microsoft.com/office/drawing/2014/main" id="{7C62A6E0-5860-4BA3-8813-EF67FB16BACC}"/>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6F7E5E20-A33C-4E72-87DF-C5C6208ADA4B}"/>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181577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11158C-9693-4D01-8482-14352934D09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1A5CCACD-D70A-44E6-B99E-D90896AF11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E8C477B-C026-47FC-9481-6DDAACC8D13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7F84B2E1-A872-43D5-8F33-F4BB14C369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F5716CF-7A44-47B3-B64A-ABA3D48C48C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A59C9055-C7B6-499F-8347-2EAB50B46FAD}"/>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8" name="Marcador de pie de página 7">
            <a:extLst>
              <a:ext uri="{FF2B5EF4-FFF2-40B4-BE49-F238E27FC236}">
                <a16:creationId xmlns:a16="http://schemas.microsoft.com/office/drawing/2014/main" id="{8A8907C8-1B2C-4F6B-BB30-117E015F2C69}"/>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FDAC2659-D808-44E7-9E02-29F9EE55E151}"/>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293633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E21F2C-F3AD-4DC5-8B36-6759D0116AB1}"/>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4737D35F-CDFA-419A-A158-C68438316921}"/>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4" name="Marcador de pie de página 3">
            <a:extLst>
              <a:ext uri="{FF2B5EF4-FFF2-40B4-BE49-F238E27FC236}">
                <a16:creationId xmlns:a16="http://schemas.microsoft.com/office/drawing/2014/main" id="{AF2C22EA-1EA3-4029-8B70-0EC7D8E67693}"/>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0404E8F1-3344-419A-914A-CF855AE5D562}"/>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312907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70B5C7A-4C89-4A0B-917F-B1104787DD39}"/>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3" name="Marcador de pie de página 2">
            <a:extLst>
              <a:ext uri="{FF2B5EF4-FFF2-40B4-BE49-F238E27FC236}">
                <a16:creationId xmlns:a16="http://schemas.microsoft.com/office/drawing/2014/main" id="{71DF1B83-52B3-4C75-A3C1-3C66C0650760}"/>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176A91B3-BD91-4EF0-AEC7-B4ED0F080D13}"/>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568017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CB738F-74C9-4245-9981-473F2BE656D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6E4DED1-C480-4AB7-9C06-52D81C3DD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520FC04F-BF79-4716-ABC6-A255C2FA1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A7DCEB-2A02-4B39-B079-A8465A8B51CD}"/>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6" name="Marcador de pie de página 5">
            <a:extLst>
              <a:ext uri="{FF2B5EF4-FFF2-40B4-BE49-F238E27FC236}">
                <a16:creationId xmlns:a16="http://schemas.microsoft.com/office/drawing/2014/main" id="{A87A8D03-1E63-48E7-B41D-668D5154D3EE}"/>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A676B090-79AF-4BF1-A734-9DB08539BF65}"/>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4293887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2054A0-B844-484D-BBA3-B7437572AAC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F2B806D0-0B3F-4797-9235-DDCF95B0C1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F7091779-052D-444D-B1D6-BD30E34EDB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1FF26A9-8878-4EE0-BE89-1C1DA3392513}"/>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6" name="Marcador de pie de página 5">
            <a:extLst>
              <a:ext uri="{FF2B5EF4-FFF2-40B4-BE49-F238E27FC236}">
                <a16:creationId xmlns:a16="http://schemas.microsoft.com/office/drawing/2014/main" id="{A06CE9A5-49AF-4103-9C00-D30103EA9854}"/>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03753BE1-2511-447F-8DE9-92258C1F4A19}"/>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2619253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141DA-520D-4212-80F0-30B054AF762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E5BDB3FF-C8AE-4450-A433-068C0CFF73A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3E723DF3-F26A-420D-A5C8-F840455FA185}"/>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83BE52CE-8CFE-4E6C-A55B-7D196AB7CFB5}"/>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0BB1F885-B724-4C72-9ABC-DE656C7D03D7}"/>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326975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738C9B3-3D43-483A-8982-00F15C2A54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320DED5F-A7F8-4CEF-A6CA-95B0F0FDF4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5276D39A-5987-4226-86A3-C552BF856591}"/>
              </a:ext>
            </a:extLst>
          </p:cNvPr>
          <p:cNvSpPr>
            <a:spLocks noGrp="1"/>
          </p:cNvSpPr>
          <p:nvPr>
            <p:ph type="dt" sz="half" idx="10"/>
          </p:nvPr>
        </p:nvSpPr>
        <p:spPr/>
        <p:txBody>
          <a:body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6F1A4262-1AEC-4488-BA87-FB973BDE5647}"/>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B4D72912-9625-4318-A781-C01D26D16CB7}"/>
              </a:ext>
            </a:extLst>
          </p:cNvPr>
          <p:cNvSpPr>
            <a:spLocks noGrp="1"/>
          </p:cNvSpPr>
          <p:nvPr>
            <p:ph type="sldNum" sz="quarter" idx="12"/>
          </p:nvPr>
        </p:nvSpPr>
        <p:spPr/>
        <p:txBody>
          <a:bodyPr/>
          <a:lstStyle/>
          <a:p>
            <a:fld id="{21C96B23-EA81-4DEF-94E5-F71E99BDF5ED}" type="slidenum">
              <a:rPr lang="es-419" smtClean="0"/>
              <a:t>‹#›</a:t>
            </a:fld>
            <a:endParaRPr lang="es-419"/>
          </a:p>
        </p:txBody>
      </p:sp>
    </p:spTree>
    <p:extLst>
      <p:ext uri="{BB962C8B-B14F-4D97-AF65-F5344CB8AC3E}">
        <p14:creationId xmlns:p14="http://schemas.microsoft.com/office/powerpoint/2010/main" val="3020952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7EEE3B9-6179-423F-B40B-2479B2BF47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F9A0A47A-78F0-4A7A-9883-5B256C1D1D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BA34D952-7780-4675-841D-217496F88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27F32-83F4-4E74-918D-7B21752B60DE}" type="datetimeFigureOut">
              <a:rPr lang="es-419" smtClean="0"/>
              <a:t>26/4/2026</a:t>
            </a:fld>
            <a:endParaRPr lang="es-419"/>
          </a:p>
        </p:txBody>
      </p:sp>
      <p:sp>
        <p:nvSpPr>
          <p:cNvPr id="5" name="Marcador de pie de página 4">
            <a:extLst>
              <a:ext uri="{FF2B5EF4-FFF2-40B4-BE49-F238E27FC236}">
                <a16:creationId xmlns:a16="http://schemas.microsoft.com/office/drawing/2014/main" id="{6607B4D2-5CE9-483F-898F-678073D444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4E5C883C-385B-476F-BB46-FE025B23A9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96B23-EA81-4DEF-94E5-F71E99BDF5ED}" type="slidenum">
              <a:rPr lang="es-419" smtClean="0"/>
              <a:t>‹#›</a:t>
            </a:fld>
            <a:endParaRPr lang="es-419"/>
          </a:p>
        </p:txBody>
      </p:sp>
    </p:spTree>
    <p:extLst>
      <p:ext uri="{BB962C8B-B14F-4D97-AF65-F5344CB8AC3E}">
        <p14:creationId xmlns:p14="http://schemas.microsoft.com/office/powerpoint/2010/main" val="3506131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1.png"/><Relationship Id="rId3" Type="http://schemas.openxmlformats.org/officeDocument/2006/relationships/tags" Target="../tags/tag3.xml"/><Relationship Id="rId7" Type="http://schemas.openxmlformats.org/officeDocument/2006/relationships/image" Target="../media/image17.png"/><Relationship Id="rId12" Type="http://schemas.openxmlformats.org/officeDocument/2006/relationships/image" Target="../media/image16.png"/><Relationship Id="rId17" Type="http://schemas.openxmlformats.org/officeDocument/2006/relationships/image" Target="../media/image27.png"/><Relationship Id="rId2" Type="http://schemas.openxmlformats.org/officeDocument/2006/relationships/tags" Target="../tags/tag2.xml"/><Relationship Id="rId16" Type="http://schemas.openxmlformats.org/officeDocument/2006/relationships/image" Target="../media/image23.png"/><Relationship Id="rId1" Type="http://schemas.openxmlformats.org/officeDocument/2006/relationships/tags" Target="../tags/tag1.xml"/><Relationship Id="rId6" Type="http://schemas.openxmlformats.org/officeDocument/2006/relationships/image" Target="../media/image14.png"/><Relationship Id="rId11" Type="http://schemas.openxmlformats.org/officeDocument/2006/relationships/image" Target="../media/image15.png"/><Relationship Id="rId5" Type="http://schemas.openxmlformats.org/officeDocument/2006/relationships/image" Target="../media/image13.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slideLayout" Target="../slideLayouts/slideLayout2.xml"/><Relationship Id="rId9" Type="http://schemas.openxmlformats.org/officeDocument/2006/relationships/image" Target="../media/image19.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9" Type="http://schemas.openxmlformats.org/officeDocument/2006/relationships/tags" Target="../tags/tag42.xml"/><Relationship Id="rId21" Type="http://schemas.openxmlformats.org/officeDocument/2006/relationships/tags" Target="../tags/tag24.xml"/><Relationship Id="rId34" Type="http://schemas.openxmlformats.org/officeDocument/2006/relationships/tags" Target="../tags/tag37.xml"/><Relationship Id="rId42" Type="http://schemas.openxmlformats.org/officeDocument/2006/relationships/tags" Target="../tags/tag45.xml"/><Relationship Id="rId47" Type="http://schemas.openxmlformats.org/officeDocument/2006/relationships/tags" Target="../tags/tag50.xml"/><Relationship Id="rId50" Type="http://schemas.openxmlformats.org/officeDocument/2006/relationships/slideLayout" Target="../slideLayouts/slideLayout2.xml"/><Relationship Id="rId7" Type="http://schemas.openxmlformats.org/officeDocument/2006/relationships/tags" Target="../tags/tag10.xml"/><Relationship Id="rId2" Type="http://schemas.openxmlformats.org/officeDocument/2006/relationships/tags" Target="../tags/tag5.xml"/><Relationship Id="rId16" Type="http://schemas.openxmlformats.org/officeDocument/2006/relationships/tags" Target="../tags/tag19.xml"/><Relationship Id="rId29" Type="http://schemas.openxmlformats.org/officeDocument/2006/relationships/tags" Target="../tags/tag32.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tags" Target="../tags/tag35.xml"/><Relationship Id="rId37" Type="http://schemas.openxmlformats.org/officeDocument/2006/relationships/tags" Target="../tags/tag40.xml"/><Relationship Id="rId40" Type="http://schemas.openxmlformats.org/officeDocument/2006/relationships/tags" Target="../tags/tag43.xml"/><Relationship Id="rId45" Type="http://schemas.openxmlformats.org/officeDocument/2006/relationships/tags" Target="../tags/tag48.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36" Type="http://schemas.openxmlformats.org/officeDocument/2006/relationships/tags" Target="../tags/tag39.xml"/><Relationship Id="rId49" Type="http://schemas.openxmlformats.org/officeDocument/2006/relationships/tags" Target="../tags/tag52.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tags" Target="../tags/tag34.xml"/><Relationship Id="rId44" Type="http://schemas.openxmlformats.org/officeDocument/2006/relationships/tags" Target="../tags/tag47.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tags" Target="../tags/tag33.xml"/><Relationship Id="rId35" Type="http://schemas.openxmlformats.org/officeDocument/2006/relationships/tags" Target="../tags/tag38.xml"/><Relationship Id="rId43" Type="http://schemas.openxmlformats.org/officeDocument/2006/relationships/tags" Target="../tags/tag46.xml"/><Relationship Id="rId48" Type="http://schemas.openxmlformats.org/officeDocument/2006/relationships/tags" Target="../tags/tag51.xml"/><Relationship Id="rId8" Type="http://schemas.openxmlformats.org/officeDocument/2006/relationships/tags" Target="../tags/tag11.xml"/><Relationship Id="rId51" Type="http://schemas.openxmlformats.org/officeDocument/2006/relationships/image" Target="../media/image29.png"/><Relationship Id="rId3" Type="http://schemas.openxmlformats.org/officeDocument/2006/relationships/tags" Target="../tags/tag6.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tags" Target="../tags/tag36.xml"/><Relationship Id="rId38" Type="http://schemas.openxmlformats.org/officeDocument/2006/relationships/tags" Target="../tags/tag41.xml"/><Relationship Id="rId46" Type="http://schemas.openxmlformats.org/officeDocument/2006/relationships/tags" Target="../tags/tag49.xml"/><Relationship Id="rId20" Type="http://schemas.openxmlformats.org/officeDocument/2006/relationships/tags" Target="../tags/tag23.xml"/><Relationship Id="rId41" Type="http://schemas.openxmlformats.org/officeDocument/2006/relationships/tags" Target="../tags/tag44.xml"/><Relationship Id="rId1" Type="http://schemas.openxmlformats.org/officeDocument/2006/relationships/tags" Target="../tags/tag4.xml"/><Relationship Id="rId6"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B401CB-0433-1C3A-8981-49C842C1ECD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E069F6E-5027-1829-FC39-41830170749A}"/>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85810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5F03C-2AA5-49CB-94F3-FBB5106E6547}"/>
              </a:ext>
            </a:extLst>
          </p:cNvPr>
          <p:cNvSpPr>
            <a:spLocks noGrp="1"/>
          </p:cNvSpPr>
          <p:nvPr>
            <p:ph type="title"/>
          </p:nvPr>
        </p:nvSpPr>
        <p:spPr/>
        <p:txBody>
          <a:bodyPr/>
          <a:lstStyle/>
          <a:p>
            <a:r>
              <a:rPr lang="es-419" b="1">
                <a:solidFill>
                  <a:srgbClr val="FF0000"/>
                </a:solidFill>
              </a:rPr>
              <a:t>Acción integradora</a:t>
            </a:r>
          </a:p>
        </p:txBody>
      </p:sp>
      <p:sp>
        <p:nvSpPr>
          <p:cNvPr id="3" name="Marcador de contenido 2">
            <a:extLst>
              <a:ext uri="{FF2B5EF4-FFF2-40B4-BE49-F238E27FC236}">
                <a16:creationId xmlns:a16="http://schemas.microsoft.com/office/drawing/2014/main" id="{F7BBBC0F-26FD-4CB4-A784-1824DD5326DD}"/>
              </a:ext>
            </a:extLst>
          </p:cNvPr>
          <p:cNvSpPr>
            <a:spLocks noGrp="1"/>
          </p:cNvSpPr>
          <p:nvPr>
            <p:ph idx="1"/>
          </p:nvPr>
        </p:nvSpPr>
        <p:spPr>
          <a:xfrm>
            <a:off x="838200" y="1500327"/>
            <a:ext cx="10515600" cy="1374496"/>
          </a:xfrm>
        </p:spPr>
        <p:txBody>
          <a:bodyPr>
            <a:normAutofit lnSpcReduction="10000"/>
          </a:bodyPr>
          <a:lstStyle/>
          <a:p>
            <a:r>
              <a:rPr lang="es-ES" sz="2400"/>
              <a:t>Si en nuestro lazo de control usamos un controlador con acción integradora, por causa de que la acción integral </a:t>
            </a:r>
            <a:r>
              <a:rPr lang="es-ES" sz="2400" b="1"/>
              <a:t>tiene memoria</a:t>
            </a:r>
            <a:r>
              <a:rPr lang="es-ES" sz="2400"/>
              <a:t>, guardando los datos anteriores del error (o sea está integrando el error) esta integración continuará creciendo inclusive cuando nos encontramos sobre la saturación del sistema.</a:t>
            </a:r>
            <a:endParaRPr lang="es-419" sz="2400"/>
          </a:p>
        </p:txBody>
      </p:sp>
      <p:pic>
        <p:nvPicPr>
          <p:cNvPr id="4" name="Imagen 3">
            <a:extLst>
              <a:ext uri="{FF2B5EF4-FFF2-40B4-BE49-F238E27FC236}">
                <a16:creationId xmlns:a16="http://schemas.microsoft.com/office/drawing/2014/main" id="{03627278-A277-4F12-8DB1-909613260A2E}"/>
              </a:ext>
            </a:extLst>
          </p:cNvPr>
          <p:cNvPicPr>
            <a:picLocks noChangeAspect="1"/>
          </p:cNvPicPr>
          <p:nvPr/>
        </p:nvPicPr>
        <p:blipFill>
          <a:blip r:embed="rId2"/>
          <a:stretch>
            <a:fillRect/>
          </a:stretch>
        </p:blipFill>
        <p:spPr>
          <a:xfrm>
            <a:off x="248777" y="3622089"/>
            <a:ext cx="6025305" cy="2798639"/>
          </a:xfrm>
          <a:prstGeom prst="rect">
            <a:avLst/>
          </a:prstGeom>
        </p:spPr>
      </p:pic>
      <p:pic>
        <p:nvPicPr>
          <p:cNvPr id="5" name="Imagen 4">
            <a:extLst>
              <a:ext uri="{FF2B5EF4-FFF2-40B4-BE49-F238E27FC236}">
                <a16:creationId xmlns:a16="http://schemas.microsoft.com/office/drawing/2014/main" id="{FAA5198F-B47A-4DE4-9254-39AE40CEF82B}"/>
              </a:ext>
            </a:extLst>
          </p:cNvPr>
          <p:cNvPicPr>
            <a:picLocks noChangeAspect="1"/>
          </p:cNvPicPr>
          <p:nvPr/>
        </p:nvPicPr>
        <p:blipFill>
          <a:blip r:embed="rId3"/>
          <a:stretch>
            <a:fillRect/>
          </a:stretch>
        </p:blipFill>
        <p:spPr>
          <a:xfrm>
            <a:off x="3753821" y="2992792"/>
            <a:ext cx="3197396" cy="1098795"/>
          </a:xfrm>
          <a:prstGeom prst="rect">
            <a:avLst/>
          </a:prstGeom>
        </p:spPr>
      </p:pic>
      <mc:AlternateContent xmlns:mc="http://schemas.openxmlformats.org/markup-compatibility/2006" xmlns:a14="http://schemas.microsoft.com/office/drawing/2010/main">
        <mc:Choice Requires="a14">
          <p:sp>
            <p:nvSpPr>
              <p:cNvPr id="6" name="Retângulo 21">
                <a:extLst>
                  <a:ext uri="{FF2B5EF4-FFF2-40B4-BE49-F238E27FC236}">
                    <a16:creationId xmlns:a16="http://schemas.microsoft.com/office/drawing/2014/main" id="{BEDB8D80-D465-4D72-A95C-BF821D75A70F}"/>
                  </a:ext>
                </a:extLst>
              </p:cNvPr>
              <p:cNvSpPr/>
              <p:nvPr/>
            </p:nvSpPr>
            <p:spPr>
              <a:xfrm>
                <a:off x="8506401" y="3736745"/>
                <a:ext cx="868419" cy="7096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𝑃𝐷</m:t>
                      </m:r>
                    </m:oMath>
                  </m:oMathPara>
                </a14:m>
                <a:endParaRPr lang="pt-BR">
                  <a:solidFill>
                    <a:schemeClr val="tx1"/>
                  </a:solidFill>
                </a:endParaRPr>
              </a:p>
            </p:txBody>
          </p:sp>
        </mc:Choice>
        <mc:Fallback xmlns="">
          <p:sp>
            <p:nvSpPr>
              <p:cNvPr id="6" name="Retângulo 21">
                <a:extLst>
                  <a:ext uri="{FF2B5EF4-FFF2-40B4-BE49-F238E27FC236}">
                    <a16:creationId xmlns:a16="http://schemas.microsoft.com/office/drawing/2014/main" id="{BEDB8D80-D465-4D72-A95C-BF821D75A70F}"/>
                  </a:ext>
                </a:extLst>
              </p:cNvPr>
              <p:cNvSpPr>
                <a:spLocks noRot="1" noChangeAspect="1" noMove="1" noResize="1" noEditPoints="1" noAdjustHandles="1" noChangeArrowheads="1" noChangeShapeType="1" noTextEdit="1"/>
              </p:cNvSpPr>
              <p:nvPr/>
            </p:nvSpPr>
            <p:spPr>
              <a:xfrm>
                <a:off x="8506401" y="3736745"/>
                <a:ext cx="868419" cy="709683"/>
              </a:xfrm>
              <a:prstGeom prst="rect">
                <a:avLst/>
              </a:prstGeom>
              <a:blipFill>
                <a:blip r:embed="rId4"/>
                <a:stretch>
                  <a:fillRect/>
                </a:stretch>
              </a:blipFill>
              <a:ln>
                <a:solidFill>
                  <a:schemeClr val="tx1"/>
                </a:solidFill>
              </a:ln>
            </p:spPr>
            <p:txBody>
              <a:bodyPr/>
              <a:lstStyle/>
              <a:p>
                <a:r>
                  <a:rPr lang="en-US">
                    <a:noFill/>
                  </a:rPr>
                  <a:t> </a:t>
                </a:r>
              </a:p>
            </p:txBody>
          </p:sp>
        </mc:Fallback>
      </mc:AlternateContent>
      <p:cxnSp>
        <p:nvCxnSpPr>
          <p:cNvPr id="8" name="Conector de seta reta 25">
            <a:extLst>
              <a:ext uri="{FF2B5EF4-FFF2-40B4-BE49-F238E27FC236}">
                <a16:creationId xmlns:a16="http://schemas.microsoft.com/office/drawing/2014/main" id="{35AADC99-6ECA-485C-B07C-776B65CDCDCA}"/>
              </a:ext>
            </a:extLst>
          </p:cNvPr>
          <p:cNvCxnSpPr/>
          <p:nvPr/>
        </p:nvCxnSpPr>
        <p:spPr>
          <a:xfrm>
            <a:off x="7918680" y="4086190"/>
            <a:ext cx="5877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28">
            <a:extLst>
              <a:ext uri="{FF2B5EF4-FFF2-40B4-BE49-F238E27FC236}">
                <a16:creationId xmlns:a16="http://schemas.microsoft.com/office/drawing/2014/main" id="{218C973C-AD32-4013-B8F0-4403A34232B6}"/>
              </a:ext>
            </a:extLst>
          </p:cNvPr>
          <p:cNvCxnSpPr>
            <a:cxnSpLocks/>
          </p:cNvCxnSpPr>
          <p:nvPr/>
        </p:nvCxnSpPr>
        <p:spPr>
          <a:xfrm>
            <a:off x="9374819" y="4086190"/>
            <a:ext cx="5770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aixaDeTexto 67">
                <a:extLst>
                  <a:ext uri="{FF2B5EF4-FFF2-40B4-BE49-F238E27FC236}">
                    <a16:creationId xmlns:a16="http://schemas.microsoft.com/office/drawing/2014/main" id="{2C99C084-524C-40AD-8103-C71E51C9571D}"/>
                  </a:ext>
                </a:extLst>
              </p:cNvPr>
              <p:cNvSpPr txBox="1"/>
              <p:nvPr/>
            </p:nvSpPr>
            <p:spPr>
              <a:xfrm>
                <a:off x="7750538" y="3691222"/>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𝑒</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oMath>
                  </m:oMathPara>
                </a14:m>
                <a:endParaRPr lang="pt-BR"/>
              </a:p>
            </p:txBody>
          </p:sp>
        </mc:Choice>
        <mc:Fallback xmlns="">
          <p:sp>
            <p:nvSpPr>
              <p:cNvPr id="10" name="CaixaDeTexto 67">
                <a:extLst>
                  <a:ext uri="{FF2B5EF4-FFF2-40B4-BE49-F238E27FC236}">
                    <a16:creationId xmlns:a16="http://schemas.microsoft.com/office/drawing/2014/main" id="{2C99C084-524C-40AD-8103-C71E51C9571D}"/>
                  </a:ext>
                </a:extLst>
              </p:cNvPr>
              <p:cNvSpPr txBox="1">
                <a:spLocks noRot="1" noChangeAspect="1" noMove="1" noResize="1" noEditPoints="1" noAdjustHandles="1" noChangeArrowheads="1" noChangeShapeType="1" noTextEdit="1"/>
              </p:cNvSpPr>
              <p:nvPr/>
            </p:nvSpPr>
            <p:spPr>
              <a:xfrm>
                <a:off x="7750538" y="3691222"/>
                <a:ext cx="461152" cy="276999"/>
              </a:xfrm>
              <a:prstGeom prst="rect">
                <a:avLst/>
              </a:prstGeom>
              <a:blipFill>
                <a:blip r:embed="rId5"/>
                <a:stretch>
                  <a:fillRect l="-6579" t="-4444" r="-17105"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aixaDeTexto 72">
                <a:extLst>
                  <a:ext uri="{FF2B5EF4-FFF2-40B4-BE49-F238E27FC236}">
                    <a16:creationId xmlns:a16="http://schemas.microsoft.com/office/drawing/2014/main" id="{779886E4-574C-418F-851C-9A9B02862622}"/>
                  </a:ext>
                </a:extLst>
              </p:cNvPr>
              <p:cNvSpPr txBox="1"/>
              <p:nvPr/>
            </p:nvSpPr>
            <p:spPr>
              <a:xfrm>
                <a:off x="9592957" y="3691222"/>
                <a:ext cx="4811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oMath>
                  </m:oMathPara>
                </a14:m>
                <a:endParaRPr lang="pt-BR"/>
              </a:p>
            </p:txBody>
          </p:sp>
        </mc:Choice>
        <mc:Fallback xmlns="">
          <p:sp>
            <p:nvSpPr>
              <p:cNvPr id="11" name="CaixaDeTexto 72">
                <a:extLst>
                  <a:ext uri="{FF2B5EF4-FFF2-40B4-BE49-F238E27FC236}">
                    <a16:creationId xmlns:a16="http://schemas.microsoft.com/office/drawing/2014/main" id="{779886E4-574C-418F-851C-9A9B02862622}"/>
                  </a:ext>
                </a:extLst>
              </p:cNvPr>
              <p:cNvSpPr txBox="1">
                <a:spLocks noRot="1" noChangeAspect="1" noMove="1" noResize="1" noEditPoints="1" noAdjustHandles="1" noChangeArrowheads="1" noChangeShapeType="1" noTextEdit="1"/>
              </p:cNvSpPr>
              <p:nvPr/>
            </p:nvSpPr>
            <p:spPr>
              <a:xfrm>
                <a:off x="9592957" y="3691222"/>
                <a:ext cx="481157" cy="276999"/>
              </a:xfrm>
              <a:prstGeom prst="rect">
                <a:avLst/>
              </a:prstGeom>
              <a:blipFill>
                <a:blip r:embed="rId6"/>
                <a:stretch>
                  <a:fillRect l="-6329" t="-4444" r="-1772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tângulo 21">
                <a:extLst>
                  <a:ext uri="{FF2B5EF4-FFF2-40B4-BE49-F238E27FC236}">
                    <a16:creationId xmlns:a16="http://schemas.microsoft.com/office/drawing/2014/main" id="{3273DDC1-64EE-4B10-9297-EB174126510E}"/>
                  </a:ext>
                </a:extLst>
              </p:cNvPr>
              <p:cNvSpPr/>
              <p:nvPr/>
            </p:nvSpPr>
            <p:spPr>
              <a:xfrm>
                <a:off x="8568544" y="5086151"/>
                <a:ext cx="868419" cy="7096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𝐼</m:t>
                      </m:r>
                    </m:oMath>
                  </m:oMathPara>
                </a14:m>
                <a:endParaRPr lang="pt-BR">
                  <a:solidFill>
                    <a:schemeClr val="tx1"/>
                  </a:solidFill>
                </a:endParaRPr>
              </a:p>
            </p:txBody>
          </p:sp>
        </mc:Choice>
        <mc:Fallback xmlns="">
          <p:sp>
            <p:nvSpPr>
              <p:cNvPr id="13" name="Retângulo 21">
                <a:extLst>
                  <a:ext uri="{FF2B5EF4-FFF2-40B4-BE49-F238E27FC236}">
                    <a16:creationId xmlns:a16="http://schemas.microsoft.com/office/drawing/2014/main" id="{3273DDC1-64EE-4B10-9297-EB174126510E}"/>
                  </a:ext>
                </a:extLst>
              </p:cNvPr>
              <p:cNvSpPr>
                <a:spLocks noRot="1" noChangeAspect="1" noMove="1" noResize="1" noEditPoints="1" noAdjustHandles="1" noChangeArrowheads="1" noChangeShapeType="1" noTextEdit="1"/>
              </p:cNvSpPr>
              <p:nvPr/>
            </p:nvSpPr>
            <p:spPr>
              <a:xfrm>
                <a:off x="8568544" y="5086151"/>
                <a:ext cx="868419" cy="709683"/>
              </a:xfrm>
              <a:prstGeom prst="rect">
                <a:avLst/>
              </a:prstGeom>
              <a:blipFill>
                <a:blip r:embed="rId7"/>
                <a:stretch>
                  <a:fillRect/>
                </a:stretch>
              </a:blipFill>
              <a:ln>
                <a:solidFill>
                  <a:schemeClr val="tx1"/>
                </a:solidFill>
              </a:ln>
            </p:spPr>
            <p:txBody>
              <a:bodyPr/>
              <a:lstStyle/>
              <a:p>
                <a:r>
                  <a:rPr lang="en-US">
                    <a:noFill/>
                  </a:rPr>
                  <a:t> </a:t>
                </a:r>
              </a:p>
            </p:txBody>
          </p:sp>
        </mc:Fallback>
      </mc:AlternateContent>
      <p:cxnSp>
        <p:nvCxnSpPr>
          <p:cNvPr id="14" name="Conector de seta reta 25">
            <a:extLst>
              <a:ext uri="{FF2B5EF4-FFF2-40B4-BE49-F238E27FC236}">
                <a16:creationId xmlns:a16="http://schemas.microsoft.com/office/drawing/2014/main" id="{6EED05A5-F009-4704-AFBB-3CEFB9582C11}"/>
              </a:ext>
            </a:extLst>
          </p:cNvPr>
          <p:cNvCxnSpPr/>
          <p:nvPr/>
        </p:nvCxnSpPr>
        <p:spPr>
          <a:xfrm>
            <a:off x="7980823" y="5435596"/>
            <a:ext cx="5877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28">
            <a:extLst>
              <a:ext uri="{FF2B5EF4-FFF2-40B4-BE49-F238E27FC236}">
                <a16:creationId xmlns:a16="http://schemas.microsoft.com/office/drawing/2014/main" id="{846AEE2A-7827-486D-B0FB-6FC48F8B77DB}"/>
              </a:ext>
            </a:extLst>
          </p:cNvPr>
          <p:cNvCxnSpPr>
            <a:cxnSpLocks/>
          </p:cNvCxnSpPr>
          <p:nvPr/>
        </p:nvCxnSpPr>
        <p:spPr>
          <a:xfrm>
            <a:off x="9436962" y="5435596"/>
            <a:ext cx="5770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aixaDeTexto 67">
                <a:extLst>
                  <a:ext uri="{FF2B5EF4-FFF2-40B4-BE49-F238E27FC236}">
                    <a16:creationId xmlns:a16="http://schemas.microsoft.com/office/drawing/2014/main" id="{3AA27FF2-1A7B-49AE-B704-EC9DD29A5E0C}"/>
                  </a:ext>
                </a:extLst>
              </p:cNvPr>
              <p:cNvSpPr txBox="1"/>
              <p:nvPr/>
            </p:nvSpPr>
            <p:spPr>
              <a:xfrm>
                <a:off x="7812681" y="5040628"/>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𝑒</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oMath>
                  </m:oMathPara>
                </a14:m>
                <a:endParaRPr lang="pt-BR"/>
              </a:p>
            </p:txBody>
          </p:sp>
        </mc:Choice>
        <mc:Fallback xmlns="">
          <p:sp>
            <p:nvSpPr>
              <p:cNvPr id="16" name="CaixaDeTexto 67">
                <a:extLst>
                  <a:ext uri="{FF2B5EF4-FFF2-40B4-BE49-F238E27FC236}">
                    <a16:creationId xmlns:a16="http://schemas.microsoft.com/office/drawing/2014/main" id="{3AA27FF2-1A7B-49AE-B704-EC9DD29A5E0C}"/>
                  </a:ext>
                </a:extLst>
              </p:cNvPr>
              <p:cNvSpPr txBox="1">
                <a:spLocks noRot="1" noChangeAspect="1" noMove="1" noResize="1" noEditPoints="1" noAdjustHandles="1" noChangeArrowheads="1" noChangeShapeType="1" noTextEdit="1"/>
              </p:cNvSpPr>
              <p:nvPr/>
            </p:nvSpPr>
            <p:spPr>
              <a:xfrm>
                <a:off x="7812681" y="5040628"/>
                <a:ext cx="461152" cy="276999"/>
              </a:xfrm>
              <a:prstGeom prst="rect">
                <a:avLst/>
              </a:prstGeom>
              <a:blipFill>
                <a:blip r:embed="rId8"/>
                <a:stretch>
                  <a:fillRect l="-6667" t="-2222" r="-1866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aixaDeTexto 72">
                <a:extLst>
                  <a:ext uri="{FF2B5EF4-FFF2-40B4-BE49-F238E27FC236}">
                    <a16:creationId xmlns:a16="http://schemas.microsoft.com/office/drawing/2014/main" id="{5E87603C-631B-4A14-863B-4F6840F7E91E}"/>
                  </a:ext>
                </a:extLst>
              </p:cNvPr>
              <p:cNvSpPr txBox="1"/>
              <p:nvPr/>
            </p:nvSpPr>
            <p:spPr>
              <a:xfrm>
                <a:off x="9655100" y="5040628"/>
                <a:ext cx="4811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pt-BR" b="0" i="1" smtClean="0">
                          <a:latin typeface="Cambria Math" panose="02040503050406030204" pitchFamily="18" charset="0"/>
                        </a:rPr>
                        <m:t>(</m:t>
                      </m:r>
                      <m:r>
                        <a:rPr lang="pt-BR" b="0" i="1" smtClean="0">
                          <a:latin typeface="Cambria Math" panose="02040503050406030204" pitchFamily="18" charset="0"/>
                        </a:rPr>
                        <m:t>𝑡</m:t>
                      </m:r>
                      <m:r>
                        <a:rPr lang="pt-BR" b="0" i="1" smtClean="0">
                          <a:latin typeface="Cambria Math" panose="02040503050406030204" pitchFamily="18" charset="0"/>
                        </a:rPr>
                        <m:t>)</m:t>
                      </m:r>
                    </m:oMath>
                  </m:oMathPara>
                </a14:m>
                <a:endParaRPr lang="pt-BR"/>
              </a:p>
            </p:txBody>
          </p:sp>
        </mc:Choice>
        <mc:Fallback xmlns="">
          <p:sp>
            <p:nvSpPr>
              <p:cNvPr id="17" name="CaixaDeTexto 72">
                <a:extLst>
                  <a:ext uri="{FF2B5EF4-FFF2-40B4-BE49-F238E27FC236}">
                    <a16:creationId xmlns:a16="http://schemas.microsoft.com/office/drawing/2014/main" id="{5E87603C-631B-4A14-863B-4F6840F7E91E}"/>
                  </a:ext>
                </a:extLst>
              </p:cNvPr>
              <p:cNvSpPr txBox="1">
                <a:spLocks noRot="1" noChangeAspect="1" noMove="1" noResize="1" noEditPoints="1" noAdjustHandles="1" noChangeArrowheads="1" noChangeShapeType="1" noTextEdit="1"/>
              </p:cNvSpPr>
              <p:nvPr/>
            </p:nvSpPr>
            <p:spPr>
              <a:xfrm>
                <a:off x="9655100" y="5040628"/>
                <a:ext cx="481157" cy="276999"/>
              </a:xfrm>
              <a:prstGeom prst="rect">
                <a:avLst/>
              </a:prstGeom>
              <a:blipFill>
                <a:blip r:embed="rId9"/>
                <a:stretch>
                  <a:fillRect l="-6329" t="-2222" r="-17722" b="-35556"/>
                </a:stretch>
              </a:blipFill>
            </p:spPr>
            <p:txBody>
              <a:bodyPr/>
              <a:lstStyle/>
              <a:p>
                <a:r>
                  <a:rPr lang="en-US">
                    <a:noFill/>
                  </a:rPr>
                  <a:t> </a:t>
                </a:r>
              </a:p>
            </p:txBody>
          </p:sp>
        </mc:Fallback>
      </mc:AlternateContent>
      <p:sp>
        <p:nvSpPr>
          <p:cNvPr id="18" name="Bocadillo: rectángulo 17">
            <a:extLst>
              <a:ext uri="{FF2B5EF4-FFF2-40B4-BE49-F238E27FC236}">
                <a16:creationId xmlns:a16="http://schemas.microsoft.com/office/drawing/2014/main" id="{C03A5274-E911-402C-AC52-01464EAEAC36}"/>
              </a:ext>
            </a:extLst>
          </p:cNvPr>
          <p:cNvSpPr/>
          <p:nvPr/>
        </p:nvSpPr>
        <p:spPr>
          <a:xfrm>
            <a:off x="10131191" y="2992792"/>
            <a:ext cx="1516311" cy="540521"/>
          </a:xfrm>
          <a:prstGeom prst="wedgeRectCallout">
            <a:avLst>
              <a:gd name="adj1" fmla="val -55962"/>
              <a:gd name="adj2" fmla="val 1052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a:t>Instantáneo</a:t>
            </a:r>
          </a:p>
        </p:txBody>
      </p:sp>
      <p:sp>
        <p:nvSpPr>
          <p:cNvPr id="19" name="Bocadillo: rectángulo 18">
            <a:extLst>
              <a:ext uri="{FF2B5EF4-FFF2-40B4-BE49-F238E27FC236}">
                <a16:creationId xmlns:a16="http://schemas.microsoft.com/office/drawing/2014/main" id="{1CC43B06-7BB3-4995-92C1-2F673901222A}"/>
              </a:ext>
            </a:extLst>
          </p:cNvPr>
          <p:cNvSpPr/>
          <p:nvPr/>
        </p:nvSpPr>
        <p:spPr>
          <a:xfrm>
            <a:off x="10215114" y="5698585"/>
            <a:ext cx="1516311" cy="540521"/>
          </a:xfrm>
          <a:prstGeom prst="wedgeRectCallout">
            <a:avLst>
              <a:gd name="adj1" fmla="val -58889"/>
              <a:gd name="adj2" fmla="val -1033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a:t>Demorado</a:t>
            </a:r>
          </a:p>
        </p:txBody>
      </p:sp>
    </p:spTree>
    <p:extLst>
      <p:ext uri="{BB962C8B-B14F-4D97-AF65-F5344CB8AC3E}">
        <p14:creationId xmlns:p14="http://schemas.microsoft.com/office/powerpoint/2010/main" val="127479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10" grpId="0"/>
      <p:bldP spid="11" grpId="0"/>
      <p:bldP spid="13" grpId="0" animBg="1"/>
      <p:bldP spid="16" grpId="0"/>
      <p:bldP spid="17" grpId="0"/>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5CED7-5A6D-4671-89C4-102C011AAFBB}"/>
              </a:ext>
            </a:extLst>
          </p:cNvPr>
          <p:cNvSpPr>
            <a:spLocks noGrp="1"/>
          </p:cNvSpPr>
          <p:nvPr>
            <p:ph type="title"/>
          </p:nvPr>
        </p:nvSpPr>
        <p:spPr/>
        <p:txBody>
          <a:bodyPr/>
          <a:lstStyle/>
          <a:p>
            <a:r>
              <a:rPr lang="es-419" b="1">
                <a:solidFill>
                  <a:srgbClr val="FF0000"/>
                </a:solidFill>
              </a:rPr>
              <a:t>Acción integradora</a:t>
            </a:r>
            <a:endParaRPr lang="es-419"/>
          </a:p>
        </p:txBody>
      </p:sp>
      <p:sp>
        <p:nvSpPr>
          <p:cNvPr id="3" name="Marcador de contenido 2">
            <a:extLst>
              <a:ext uri="{FF2B5EF4-FFF2-40B4-BE49-F238E27FC236}">
                <a16:creationId xmlns:a16="http://schemas.microsoft.com/office/drawing/2014/main" id="{94BE4830-C1BA-4953-81A6-59146A86A507}"/>
              </a:ext>
            </a:extLst>
          </p:cNvPr>
          <p:cNvSpPr>
            <a:spLocks noGrp="1"/>
          </p:cNvSpPr>
          <p:nvPr>
            <p:ph idx="1"/>
          </p:nvPr>
        </p:nvSpPr>
        <p:spPr/>
        <p:txBody>
          <a:bodyPr>
            <a:normAutofit lnSpcReduction="10000"/>
          </a:bodyPr>
          <a:lstStyle/>
          <a:p>
            <a:r>
              <a:rPr lang="es-ES"/>
              <a:t>Esto se traduce en que el término integral puede volverse exageradamente grande, o sea se sobre carga, en ingles coloquialmente se le conoce como "</a:t>
            </a:r>
            <a:r>
              <a:rPr lang="es-ES" err="1"/>
              <a:t>winds</a:t>
            </a:r>
            <a:r>
              <a:rPr lang="es-ES"/>
              <a:t> up".</a:t>
            </a:r>
          </a:p>
          <a:p>
            <a:endParaRPr lang="es-ES"/>
          </a:p>
          <a:p>
            <a:r>
              <a:rPr lang="es-ES"/>
              <a:t>La consecuencia de esta sobrecarga de la señal integradora, es que cuando el sistema entra de nuevo en la banda proporcional (sale de las limitaciones físicas del proceso) se debe esperar hasta que la integral se descargue para comenzar a reaccionar.</a:t>
            </a:r>
          </a:p>
          <a:p>
            <a:endParaRPr lang="es-ES"/>
          </a:p>
          <a:p>
            <a:r>
              <a:rPr lang="es-ES"/>
              <a:t>Esto conlleva a tener transitorios muy largos.</a:t>
            </a:r>
            <a:endParaRPr lang="es-419"/>
          </a:p>
        </p:txBody>
      </p:sp>
    </p:spTree>
    <p:extLst>
      <p:ext uri="{BB962C8B-B14F-4D97-AF65-F5344CB8AC3E}">
        <p14:creationId xmlns:p14="http://schemas.microsoft.com/office/powerpoint/2010/main" val="336773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Marcador de contenido 13">
            <a:extLst>
              <a:ext uri="{FF2B5EF4-FFF2-40B4-BE49-F238E27FC236}">
                <a16:creationId xmlns:a16="http://schemas.microsoft.com/office/drawing/2014/main" id="{649FC2ED-F48C-41C6-A3A9-7DB2F297998F}"/>
              </a:ext>
            </a:extLst>
          </p:cNvPr>
          <p:cNvPicPr>
            <a:picLocks noGrp="1" noChangeAspect="1"/>
          </p:cNvPicPr>
          <p:nvPr>
            <p:ph sz="half" idx="2"/>
          </p:nvPr>
        </p:nvPicPr>
        <p:blipFill>
          <a:blip r:embed="rId2"/>
          <a:stretch>
            <a:fillRect/>
          </a:stretch>
        </p:blipFill>
        <p:spPr>
          <a:xfrm>
            <a:off x="6192201" y="1789830"/>
            <a:ext cx="6085519" cy="4564140"/>
          </a:xfrm>
          <a:prstGeom prst="rect">
            <a:avLst/>
          </a:prstGeom>
        </p:spPr>
      </p:pic>
      <p:pic>
        <p:nvPicPr>
          <p:cNvPr id="9" name="Marcador de contenido 8">
            <a:extLst>
              <a:ext uri="{FF2B5EF4-FFF2-40B4-BE49-F238E27FC236}">
                <a16:creationId xmlns:a16="http://schemas.microsoft.com/office/drawing/2014/main" id="{26F88801-AF8E-47E4-8DEE-5009F5BA1922}"/>
              </a:ext>
            </a:extLst>
          </p:cNvPr>
          <p:cNvPicPr>
            <a:picLocks noGrp="1" noChangeAspect="1"/>
          </p:cNvPicPr>
          <p:nvPr>
            <p:ph sz="half" idx="1"/>
          </p:nvPr>
        </p:nvPicPr>
        <p:blipFill>
          <a:blip r:embed="rId3"/>
          <a:stretch>
            <a:fillRect/>
          </a:stretch>
        </p:blipFill>
        <p:spPr>
          <a:xfrm>
            <a:off x="-72557" y="1504950"/>
            <a:ext cx="6085519" cy="4564139"/>
          </a:xfrm>
          <a:prstGeom prst="rect">
            <a:avLst/>
          </a:prstGeom>
        </p:spPr>
      </p:pic>
      <p:sp>
        <p:nvSpPr>
          <p:cNvPr id="4" name="Título 3">
            <a:extLst>
              <a:ext uri="{FF2B5EF4-FFF2-40B4-BE49-F238E27FC236}">
                <a16:creationId xmlns:a16="http://schemas.microsoft.com/office/drawing/2014/main" id="{DC81B890-EFFF-41F1-A33B-5BCA6FFDC2C4}"/>
              </a:ext>
            </a:extLst>
          </p:cNvPr>
          <p:cNvSpPr>
            <a:spLocks noGrp="1"/>
          </p:cNvSpPr>
          <p:nvPr>
            <p:ph type="title"/>
          </p:nvPr>
        </p:nvSpPr>
        <p:spPr/>
        <p:txBody>
          <a:bodyPr/>
          <a:lstStyle/>
          <a:p>
            <a:r>
              <a:rPr lang="es-419" b="1">
                <a:solidFill>
                  <a:srgbClr val="FF0000"/>
                </a:solidFill>
              </a:rPr>
              <a:t>Acción integradora</a:t>
            </a:r>
            <a:endParaRPr lang="es-419"/>
          </a:p>
        </p:txBody>
      </p:sp>
      <p:sp>
        <p:nvSpPr>
          <p:cNvPr id="10" name="Forma libre: forma 9">
            <a:extLst>
              <a:ext uri="{FF2B5EF4-FFF2-40B4-BE49-F238E27FC236}">
                <a16:creationId xmlns:a16="http://schemas.microsoft.com/office/drawing/2014/main" id="{69CF3640-B041-406E-87A8-D0A088DA808E}"/>
              </a:ext>
            </a:extLst>
          </p:cNvPr>
          <p:cNvSpPr/>
          <p:nvPr/>
        </p:nvSpPr>
        <p:spPr>
          <a:xfrm>
            <a:off x="1143745" y="1992378"/>
            <a:ext cx="348952" cy="887126"/>
          </a:xfrm>
          <a:custGeom>
            <a:avLst/>
            <a:gdLst>
              <a:gd name="connsiteX0" fmla="*/ 69359 w 348952"/>
              <a:gd name="connsiteY0" fmla="*/ 665478 h 887126"/>
              <a:gd name="connsiteX1" fmla="*/ 8399 w 348952"/>
              <a:gd name="connsiteY1" fmla="*/ 860550 h 887126"/>
              <a:gd name="connsiteX2" fmla="*/ 8399 w 348952"/>
              <a:gd name="connsiteY2" fmla="*/ 135126 h 887126"/>
              <a:gd name="connsiteX3" fmla="*/ 81551 w 348952"/>
              <a:gd name="connsiteY3" fmla="*/ 25398 h 887126"/>
              <a:gd name="connsiteX4" fmla="*/ 294911 w 348952"/>
              <a:gd name="connsiteY4" fmla="*/ 19302 h 887126"/>
              <a:gd name="connsiteX5" fmla="*/ 331487 w 348952"/>
              <a:gd name="connsiteY5" fmla="*/ 55878 h 887126"/>
              <a:gd name="connsiteX6" fmla="*/ 69359 w 348952"/>
              <a:gd name="connsiteY6" fmla="*/ 665478 h 887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952" h="887126">
                <a:moveTo>
                  <a:pt x="69359" y="665478"/>
                </a:moveTo>
                <a:cubicBezTo>
                  <a:pt x="15511" y="799590"/>
                  <a:pt x="18559" y="948942"/>
                  <a:pt x="8399" y="860550"/>
                </a:cubicBezTo>
                <a:cubicBezTo>
                  <a:pt x="-1761" y="772158"/>
                  <a:pt x="-3793" y="274318"/>
                  <a:pt x="8399" y="135126"/>
                </a:cubicBezTo>
                <a:cubicBezTo>
                  <a:pt x="20591" y="-4066"/>
                  <a:pt x="33799" y="44702"/>
                  <a:pt x="81551" y="25398"/>
                </a:cubicBezTo>
                <a:cubicBezTo>
                  <a:pt x="129303" y="6094"/>
                  <a:pt x="253255" y="14222"/>
                  <a:pt x="294911" y="19302"/>
                </a:cubicBezTo>
                <a:cubicBezTo>
                  <a:pt x="336567" y="24382"/>
                  <a:pt x="371111" y="-46738"/>
                  <a:pt x="331487" y="55878"/>
                </a:cubicBezTo>
                <a:cubicBezTo>
                  <a:pt x="291863" y="158494"/>
                  <a:pt x="123207" y="531366"/>
                  <a:pt x="69359" y="665478"/>
                </a:cubicBezTo>
                <a:close/>
              </a:path>
            </a:pathLst>
          </a:cu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Forma libre: forma 10">
            <a:extLst>
              <a:ext uri="{FF2B5EF4-FFF2-40B4-BE49-F238E27FC236}">
                <a16:creationId xmlns:a16="http://schemas.microsoft.com/office/drawing/2014/main" id="{54A1D594-789E-4490-88EA-3EC8748A928C}"/>
              </a:ext>
            </a:extLst>
          </p:cNvPr>
          <p:cNvSpPr/>
          <p:nvPr/>
        </p:nvSpPr>
        <p:spPr>
          <a:xfrm>
            <a:off x="1541288" y="1853469"/>
            <a:ext cx="722787" cy="149405"/>
          </a:xfrm>
          <a:custGeom>
            <a:avLst/>
            <a:gdLst>
              <a:gd name="connsiteX0" fmla="*/ 494776 w 722787"/>
              <a:gd name="connsiteY0" fmla="*/ 139923 h 149405"/>
              <a:gd name="connsiteX1" fmla="*/ 720328 w 722787"/>
              <a:gd name="connsiteY1" fmla="*/ 139923 h 149405"/>
              <a:gd name="connsiteX2" fmla="*/ 354568 w 722787"/>
              <a:gd name="connsiteY2" fmla="*/ 11907 h 149405"/>
              <a:gd name="connsiteX3" fmla="*/ 165592 w 722787"/>
              <a:gd name="connsiteY3" fmla="*/ 18003 h 149405"/>
              <a:gd name="connsiteX4" fmla="*/ 1000 w 722787"/>
              <a:gd name="connsiteY4" fmla="*/ 121635 h 149405"/>
              <a:gd name="connsiteX5" fmla="*/ 116824 w 722787"/>
              <a:gd name="connsiteY5" fmla="*/ 139923 h 149405"/>
              <a:gd name="connsiteX6" fmla="*/ 494776 w 722787"/>
              <a:gd name="connsiteY6" fmla="*/ 139923 h 149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787" h="149405">
                <a:moveTo>
                  <a:pt x="494776" y="139923"/>
                </a:moveTo>
                <a:cubicBezTo>
                  <a:pt x="595360" y="139923"/>
                  <a:pt x="743696" y="161259"/>
                  <a:pt x="720328" y="139923"/>
                </a:cubicBezTo>
                <a:cubicBezTo>
                  <a:pt x="696960" y="118587"/>
                  <a:pt x="447024" y="32227"/>
                  <a:pt x="354568" y="11907"/>
                </a:cubicBezTo>
                <a:cubicBezTo>
                  <a:pt x="262112" y="-8413"/>
                  <a:pt x="224520" y="-285"/>
                  <a:pt x="165592" y="18003"/>
                </a:cubicBezTo>
                <a:cubicBezTo>
                  <a:pt x="106664" y="36291"/>
                  <a:pt x="9128" y="101315"/>
                  <a:pt x="1000" y="121635"/>
                </a:cubicBezTo>
                <a:cubicBezTo>
                  <a:pt x="-7128" y="141955"/>
                  <a:pt x="34528" y="138907"/>
                  <a:pt x="116824" y="139923"/>
                </a:cubicBezTo>
                <a:cubicBezTo>
                  <a:pt x="199120" y="140939"/>
                  <a:pt x="394192" y="139923"/>
                  <a:pt x="494776" y="139923"/>
                </a:cubicBezTo>
                <a:close/>
              </a:path>
            </a:pathLst>
          </a:cu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2" name="Forma libre: forma 11">
            <a:extLst>
              <a:ext uri="{FF2B5EF4-FFF2-40B4-BE49-F238E27FC236}">
                <a16:creationId xmlns:a16="http://schemas.microsoft.com/office/drawing/2014/main" id="{20AFD248-5BD1-481B-9275-46B0D5F8D7AD}"/>
              </a:ext>
            </a:extLst>
          </p:cNvPr>
          <p:cNvSpPr/>
          <p:nvPr/>
        </p:nvSpPr>
        <p:spPr>
          <a:xfrm>
            <a:off x="7439607" y="2318931"/>
            <a:ext cx="680093" cy="793570"/>
          </a:xfrm>
          <a:custGeom>
            <a:avLst/>
            <a:gdLst>
              <a:gd name="connsiteX0" fmla="*/ 119433 w 680093"/>
              <a:gd name="connsiteY0" fmla="*/ 576669 h 793570"/>
              <a:gd name="connsiteX1" fmla="*/ 9705 w 680093"/>
              <a:gd name="connsiteY1" fmla="*/ 777837 h 793570"/>
              <a:gd name="connsiteX2" fmla="*/ 15801 w 680093"/>
              <a:gd name="connsiteY2" fmla="*/ 125565 h 793570"/>
              <a:gd name="connsiteX3" fmla="*/ 101145 w 680093"/>
              <a:gd name="connsiteY3" fmla="*/ 21933 h 793570"/>
              <a:gd name="connsiteX4" fmla="*/ 668073 w 680093"/>
              <a:gd name="connsiteY4" fmla="*/ 9741 h 793570"/>
              <a:gd name="connsiteX5" fmla="*/ 466905 w 680093"/>
              <a:gd name="connsiteY5" fmla="*/ 137757 h 793570"/>
              <a:gd name="connsiteX6" fmla="*/ 216969 w 680093"/>
              <a:gd name="connsiteY6" fmla="*/ 412077 h 793570"/>
              <a:gd name="connsiteX7" fmla="*/ 119433 w 680093"/>
              <a:gd name="connsiteY7" fmla="*/ 576669 h 79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0093" h="793570">
                <a:moveTo>
                  <a:pt x="119433" y="576669"/>
                </a:moveTo>
                <a:cubicBezTo>
                  <a:pt x="84889" y="637629"/>
                  <a:pt x="26977" y="853021"/>
                  <a:pt x="9705" y="777837"/>
                </a:cubicBezTo>
                <a:cubicBezTo>
                  <a:pt x="-7567" y="702653"/>
                  <a:pt x="561" y="251549"/>
                  <a:pt x="15801" y="125565"/>
                </a:cubicBezTo>
                <a:cubicBezTo>
                  <a:pt x="31041" y="-419"/>
                  <a:pt x="-7567" y="41237"/>
                  <a:pt x="101145" y="21933"/>
                </a:cubicBezTo>
                <a:cubicBezTo>
                  <a:pt x="209857" y="2629"/>
                  <a:pt x="607113" y="-9563"/>
                  <a:pt x="668073" y="9741"/>
                </a:cubicBezTo>
                <a:cubicBezTo>
                  <a:pt x="729033" y="29045"/>
                  <a:pt x="542089" y="70701"/>
                  <a:pt x="466905" y="137757"/>
                </a:cubicBezTo>
                <a:cubicBezTo>
                  <a:pt x="391721" y="204813"/>
                  <a:pt x="274881" y="340957"/>
                  <a:pt x="216969" y="412077"/>
                </a:cubicBezTo>
                <a:cubicBezTo>
                  <a:pt x="159057" y="483197"/>
                  <a:pt x="153977" y="515709"/>
                  <a:pt x="119433" y="576669"/>
                </a:cubicBezTo>
                <a:close/>
              </a:path>
            </a:pathLst>
          </a:cu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3" name="Forma libre: forma 12">
            <a:extLst>
              <a:ext uri="{FF2B5EF4-FFF2-40B4-BE49-F238E27FC236}">
                <a16:creationId xmlns:a16="http://schemas.microsoft.com/office/drawing/2014/main" id="{ACB66157-3096-4DC2-88B2-5080455E3514}"/>
              </a:ext>
            </a:extLst>
          </p:cNvPr>
          <p:cNvSpPr/>
          <p:nvPr/>
        </p:nvSpPr>
        <p:spPr>
          <a:xfrm>
            <a:off x="8181205" y="2131859"/>
            <a:ext cx="1346857" cy="195818"/>
          </a:xfrm>
          <a:custGeom>
            <a:avLst/>
            <a:gdLst>
              <a:gd name="connsiteX0" fmla="*/ 188603 w 1346857"/>
              <a:gd name="connsiteY0" fmla="*/ 184621 h 195818"/>
              <a:gd name="connsiteX1" fmla="*/ 5723 w 1346857"/>
              <a:gd name="connsiteY1" fmla="*/ 190717 h 195818"/>
              <a:gd name="connsiteX2" fmla="*/ 243467 w 1346857"/>
              <a:gd name="connsiteY2" fmla="*/ 105373 h 195818"/>
              <a:gd name="connsiteX3" fmla="*/ 633611 w 1346857"/>
              <a:gd name="connsiteY3" fmla="*/ 13933 h 195818"/>
              <a:gd name="connsiteX4" fmla="*/ 889643 w 1346857"/>
              <a:gd name="connsiteY4" fmla="*/ 7837 h 195818"/>
              <a:gd name="connsiteX5" fmla="*/ 1103003 w 1346857"/>
              <a:gd name="connsiteY5" fmla="*/ 87085 h 195818"/>
              <a:gd name="connsiteX6" fmla="*/ 1304171 w 1346857"/>
              <a:gd name="connsiteY6" fmla="*/ 172429 h 195818"/>
              <a:gd name="connsiteX7" fmla="*/ 188603 w 1346857"/>
              <a:gd name="connsiteY7" fmla="*/ 184621 h 19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857" h="195818">
                <a:moveTo>
                  <a:pt x="188603" y="184621"/>
                </a:moveTo>
                <a:cubicBezTo>
                  <a:pt x="-27805" y="187669"/>
                  <a:pt x="-3421" y="203925"/>
                  <a:pt x="5723" y="190717"/>
                </a:cubicBezTo>
                <a:cubicBezTo>
                  <a:pt x="14867" y="177509"/>
                  <a:pt x="138819" y="134837"/>
                  <a:pt x="243467" y="105373"/>
                </a:cubicBezTo>
                <a:cubicBezTo>
                  <a:pt x="348115" y="75909"/>
                  <a:pt x="525915" y="30189"/>
                  <a:pt x="633611" y="13933"/>
                </a:cubicBezTo>
                <a:cubicBezTo>
                  <a:pt x="741307" y="-2323"/>
                  <a:pt x="811411" y="-4355"/>
                  <a:pt x="889643" y="7837"/>
                </a:cubicBezTo>
                <a:cubicBezTo>
                  <a:pt x="967875" y="20029"/>
                  <a:pt x="1033915" y="59653"/>
                  <a:pt x="1103003" y="87085"/>
                </a:cubicBezTo>
                <a:cubicBezTo>
                  <a:pt x="1172091" y="114517"/>
                  <a:pt x="1452507" y="155157"/>
                  <a:pt x="1304171" y="172429"/>
                </a:cubicBezTo>
                <a:cubicBezTo>
                  <a:pt x="1155835" y="189701"/>
                  <a:pt x="405011" y="181573"/>
                  <a:pt x="188603" y="184621"/>
                </a:cubicBezTo>
                <a:close/>
              </a:path>
            </a:pathLst>
          </a:cu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5" name="Conector recto 14">
            <a:extLst>
              <a:ext uri="{FF2B5EF4-FFF2-40B4-BE49-F238E27FC236}">
                <a16:creationId xmlns:a16="http://schemas.microsoft.com/office/drawing/2014/main" id="{0461780D-B454-4ADC-81C2-2F7CAB874D8B}"/>
              </a:ext>
            </a:extLst>
          </p:cNvPr>
          <p:cNvCxnSpPr>
            <a:cxnSpLocks/>
          </p:cNvCxnSpPr>
          <p:nvPr/>
        </p:nvCxnSpPr>
        <p:spPr>
          <a:xfrm>
            <a:off x="1519331" y="1589103"/>
            <a:ext cx="0" cy="400382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17472A12-1963-4882-8220-58C9E48CCBF0}"/>
              </a:ext>
            </a:extLst>
          </p:cNvPr>
          <p:cNvCxnSpPr>
            <a:cxnSpLocks/>
          </p:cNvCxnSpPr>
          <p:nvPr/>
        </p:nvCxnSpPr>
        <p:spPr>
          <a:xfrm>
            <a:off x="8156461" y="2131859"/>
            <a:ext cx="0" cy="349658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ADA8FBF3-F088-407D-8969-51B094C2F7E1}"/>
              </a:ext>
            </a:extLst>
          </p:cNvPr>
          <p:cNvCxnSpPr>
            <a:cxnSpLocks/>
          </p:cNvCxnSpPr>
          <p:nvPr/>
        </p:nvCxnSpPr>
        <p:spPr>
          <a:xfrm>
            <a:off x="9026472" y="2131859"/>
            <a:ext cx="0" cy="356265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018AE8C2-749B-4C4C-964C-FD488636873F}"/>
              </a:ext>
            </a:extLst>
          </p:cNvPr>
          <p:cNvSpPr txBox="1"/>
          <p:nvPr/>
        </p:nvSpPr>
        <p:spPr>
          <a:xfrm>
            <a:off x="1081811" y="2045102"/>
            <a:ext cx="434734" cy="369332"/>
          </a:xfrm>
          <a:prstGeom prst="rect">
            <a:avLst/>
          </a:prstGeom>
          <a:noFill/>
        </p:spPr>
        <p:txBody>
          <a:bodyPr wrap="none" rtlCol="0">
            <a:spAutoFit/>
          </a:bodyPr>
          <a:lstStyle/>
          <a:p>
            <a:r>
              <a:rPr lang="es-419">
                <a:solidFill>
                  <a:srgbClr val="FF0000"/>
                </a:solidFill>
              </a:rPr>
              <a:t>A1</a:t>
            </a:r>
          </a:p>
        </p:txBody>
      </p:sp>
      <p:sp>
        <p:nvSpPr>
          <p:cNvPr id="18" name="CuadroTexto 17">
            <a:extLst>
              <a:ext uri="{FF2B5EF4-FFF2-40B4-BE49-F238E27FC236}">
                <a16:creationId xmlns:a16="http://schemas.microsoft.com/office/drawing/2014/main" id="{82DD4AF5-3D2E-4B5C-B3AD-3E2DFBE39A29}"/>
              </a:ext>
            </a:extLst>
          </p:cNvPr>
          <p:cNvSpPr txBox="1"/>
          <p:nvPr/>
        </p:nvSpPr>
        <p:spPr>
          <a:xfrm>
            <a:off x="1653745" y="1743505"/>
            <a:ext cx="434734" cy="369332"/>
          </a:xfrm>
          <a:prstGeom prst="rect">
            <a:avLst/>
          </a:prstGeom>
          <a:noFill/>
        </p:spPr>
        <p:txBody>
          <a:bodyPr wrap="none" rtlCol="0">
            <a:spAutoFit/>
          </a:bodyPr>
          <a:lstStyle/>
          <a:p>
            <a:r>
              <a:rPr lang="es-419">
                <a:solidFill>
                  <a:srgbClr val="FF0000"/>
                </a:solidFill>
              </a:rPr>
              <a:t>A1</a:t>
            </a:r>
          </a:p>
        </p:txBody>
      </p:sp>
      <p:sp>
        <p:nvSpPr>
          <p:cNvPr id="19" name="CuadroTexto 18">
            <a:extLst>
              <a:ext uri="{FF2B5EF4-FFF2-40B4-BE49-F238E27FC236}">
                <a16:creationId xmlns:a16="http://schemas.microsoft.com/office/drawing/2014/main" id="{4FD025C1-65A3-4056-8421-9E035C9225DC}"/>
              </a:ext>
            </a:extLst>
          </p:cNvPr>
          <p:cNvSpPr txBox="1"/>
          <p:nvPr/>
        </p:nvSpPr>
        <p:spPr>
          <a:xfrm>
            <a:off x="7387483" y="2346384"/>
            <a:ext cx="434734" cy="369332"/>
          </a:xfrm>
          <a:prstGeom prst="rect">
            <a:avLst/>
          </a:prstGeom>
          <a:noFill/>
        </p:spPr>
        <p:txBody>
          <a:bodyPr wrap="none" rtlCol="0">
            <a:spAutoFit/>
          </a:bodyPr>
          <a:lstStyle/>
          <a:p>
            <a:r>
              <a:rPr lang="es-419">
                <a:solidFill>
                  <a:srgbClr val="FF0000"/>
                </a:solidFill>
              </a:rPr>
              <a:t>A2</a:t>
            </a:r>
          </a:p>
        </p:txBody>
      </p:sp>
      <p:sp>
        <p:nvSpPr>
          <p:cNvPr id="20" name="CuadroTexto 19">
            <a:extLst>
              <a:ext uri="{FF2B5EF4-FFF2-40B4-BE49-F238E27FC236}">
                <a16:creationId xmlns:a16="http://schemas.microsoft.com/office/drawing/2014/main" id="{95B63D49-D662-4D1C-8693-71A16648E3C3}"/>
              </a:ext>
            </a:extLst>
          </p:cNvPr>
          <p:cNvSpPr txBox="1"/>
          <p:nvPr/>
        </p:nvSpPr>
        <p:spPr>
          <a:xfrm>
            <a:off x="8596453" y="2036311"/>
            <a:ext cx="434734" cy="369332"/>
          </a:xfrm>
          <a:prstGeom prst="rect">
            <a:avLst/>
          </a:prstGeom>
          <a:noFill/>
        </p:spPr>
        <p:txBody>
          <a:bodyPr wrap="none" rtlCol="0">
            <a:spAutoFit/>
          </a:bodyPr>
          <a:lstStyle/>
          <a:p>
            <a:r>
              <a:rPr lang="es-419">
                <a:solidFill>
                  <a:srgbClr val="FF0000"/>
                </a:solidFill>
              </a:rPr>
              <a:t>A2</a:t>
            </a:r>
          </a:p>
        </p:txBody>
      </p:sp>
    </p:spTree>
    <p:extLst>
      <p:ext uri="{BB962C8B-B14F-4D97-AF65-F5344CB8AC3E}">
        <p14:creationId xmlns:p14="http://schemas.microsoft.com/office/powerpoint/2010/main" val="419669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B97DCF-395A-4492-8179-7B268B4398AB}"/>
              </a:ext>
            </a:extLst>
          </p:cNvPr>
          <p:cNvSpPr>
            <a:spLocks noGrp="1"/>
          </p:cNvSpPr>
          <p:nvPr>
            <p:ph type="title"/>
          </p:nvPr>
        </p:nvSpPr>
        <p:spPr/>
        <p:txBody>
          <a:bodyPr/>
          <a:lstStyle/>
          <a:p>
            <a:r>
              <a:rPr lang="es-419" b="1" err="1">
                <a:solidFill>
                  <a:srgbClr val="FF0000"/>
                </a:solidFill>
              </a:rPr>
              <a:t>Anti-windup</a:t>
            </a:r>
            <a:endParaRPr lang="es-419" b="1">
              <a:solidFill>
                <a:srgbClr val="FF0000"/>
              </a:solidFill>
            </a:endParaRPr>
          </a:p>
        </p:txBody>
      </p:sp>
      <p:sp>
        <p:nvSpPr>
          <p:cNvPr id="3" name="Marcador de contenido 2">
            <a:extLst>
              <a:ext uri="{FF2B5EF4-FFF2-40B4-BE49-F238E27FC236}">
                <a16:creationId xmlns:a16="http://schemas.microsoft.com/office/drawing/2014/main" id="{D5DBA715-D43F-439E-A8F5-E0B916136B9A}"/>
              </a:ext>
            </a:extLst>
          </p:cNvPr>
          <p:cNvSpPr>
            <a:spLocks noGrp="1"/>
          </p:cNvSpPr>
          <p:nvPr>
            <p:ph sz="half" idx="1"/>
          </p:nvPr>
        </p:nvSpPr>
        <p:spPr>
          <a:xfrm>
            <a:off x="838199" y="1825625"/>
            <a:ext cx="10515599" cy="1679575"/>
          </a:xfrm>
        </p:spPr>
        <p:txBody>
          <a:bodyPr/>
          <a:lstStyle/>
          <a:p>
            <a:r>
              <a:rPr lang="es-419"/>
              <a:t>La estrategia más fácil de resolver es avisar al controlador de no cargar más la acción integral porque está saturado.</a:t>
            </a:r>
          </a:p>
        </p:txBody>
      </p:sp>
      <p:pic>
        <p:nvPicPr>
          <p:cNvPr id="9" name="Marcador de contenido 8">
            <a:extLst>
              <a:ext uri="{FF2B5EF4-FFF2-40B4-BE49-F238E27FC236}">
                <a16:creationId xmlns:a16="http://schemas.microsoft.com/office/drawing/2014/main" id="{D57EBD9A-06D1-4298-B2AF-6254BA39A482}"/>
              </a:ext>
            </a:extLst>
          </p:cNvPr>
          <p:cNvPicPr>
            <a:picLocks noGrp="1" noChangeAspect="1"/>
          </p:cNvPicPr>
          <p:nvPr>
            <p:ph sz="half" idx="2"/>
          </p:nvPr>
        </p:nvPicPr>
        <p:blipFill>
          <a:blip r:embed="rId2"/>
          <a:stretch>
            <a:fillRect/>
          </a:stretch>
        </p:blipFill>
        <p:spPr>
          <a:xfrm>
            <a:off x="647698" y="3429000"/>
            <a:ext cx="5057775" cy="2114550"/>
          </a:xfrm>
          <a:prstGeom prst="rect">
            <a:avLst/>
          </a:prstGeom>
        </p:spPr>
      </p:pic>
      <p:pic>
        <p:nvPicPr>
          <p:cNvPr id="10" name="Imagen 9">
            <a:extLst>
              <a:ext uri="{FF2B5EF4-FFF2-40B4-BE49-F238E27FC236}">
                <a16:creationId xmlns:a16="http://schemas.microsoft.com/office/drawing/2014/main" id="{5B69DB75-9F04-4A2D-A443-27AAE4028005}"/>
              </a:ext>
            </a:extLst>
          </p:cNvPr>
          <p:cNvPicPr>
            <a:picLocks noChangeAspect="1"/>
          </p:cNvPicPr>
          <p:nvPr/>
        </p:nvPicPr>
        <p:blipFill>
          <a:blip r:embed="rId3"/>
          <a:stretch>
            <a:fillRect/>
          </a:stretch>
        </p:blipFill>
        <p:spPr>
          <a:xfrm>
            <a:off x="6210299" y="2665412"/>
            <a:ext cx="5334000" cy="4000500"/>
          </a:xfrm>
          <a:prstGeom prst="rect">
            <a:avLst/>
          </a:prstGeom>
        </p:spPr>
      </p:pic>
    </p:spTree>
    <p:extLst>
      <p:ext uri="{BB962C8B-B14F-4D97-AF65-F5344CB8AC3E}">
        <p14:creationId xmlns:p14="http://schemas.microsoft.com/office/powerpoint/2010/main" val="8956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B97DCF-395A-4492-8179-7B268B4398AB}"/>
              </a:ext>
            </a:extLst>
          </p:cNvPr>
          <p:cNvSpPr>
            <a:spLocks noGrp="1"/>
          </p:cNvSpPr>
          <p:nvPr>
            <p:ph type="title"/>
          </p:nvPr>
        </p:nvSpPr>
        <p:spPr/>
        <p:txBody>
          <a:bodyPr/>
          <a:lstStyle/>
          <a:p>
            <a:r>
              <a:rPr lang="es-419" b="1" err="1">
                <a:solidFill>
                  <a:srgbClr val="FF0000"/>
                </a:solidFill>
              </a:rPr>
              <a:t>Anti-windup</a:t>
            </a:r>
            <a:r>
              <a:rPr lang="es-419" b="1">
                <a:solidFill>
                  <a:srgbClr val="FF0000"/>
                </a:solidFill>
              </a:rPr>
              <a:t> </a:t>
            </a:r>
            <a:r>
              <a:rPr lang="es-419" b="1" err="1">
                <a:solidFill>
                  <a:srgbClr val="FF0000"/>
                </a:solidFill>
              </a:rPr>
              <a:t>via</a:t>
            </a:r>
            <a:r>
              <a:rPr lang="es-419" b="1">
                <a:solidFill>
                  <a:srgbClr val="FF0000"/>
                </a:solidFill>
              </a:rPr>
              <a:t> Incremento de Control</a:t>
            </a:r>
          </a:p>
        </p:txBody>
      </p:sp>
      <p:sp>
        <p:nvSpPr>
          <p:cNvPr id="3" name="Marcador de contenido 2">
            <a:extLst>
              <a:ext uri="{FF2B5EF4-FFF2-40B4-BE49-F238E27FC236}">
                <a16:creationId xmlns:a16="http://schemas.microsoft.com/office/drawing/2014/main" id="{D5DBA715-D43F-439E-A8F5-E0B916136B9A}"/>
              </a:ext>
            </a:extLst>
          </p:cNvPr>
          <p:cNvSpPr>
            <a:spLocks noGrp="1"/>
          </p:cNvSpPr>
          <p:nvPr>
            <p:ph sz="half" idx="1"/>
          </p:nvPr>
        </p:nvSpPr>
        <p:spPr>
          <a:xfrm>
            <a:off x="838199" y="1825625"/>
            <a:ext cx="10515599" cy="1679575"/>
          </a:xfrm>
        </p:spPr>
        <p:txBody>
          <a:bodyPr/>
          <a:lstStyle/>
          <a:p>
            <a:r>
              <a:rPr lang="es-419"/>
              <a:t>Otra estrategia es realizando el cálculo del incremento de control en la ley de control, si el actuador satura, lo que se hace es NO sumar el incremento de control.</a:t>
            </a:r>
          </a:p>
        </p:txBody>
      </p:sp>
      <p:pic>
        <p:nvPicPr>
          <p:cNvPr id="6" name="Marcador de contenido 5">
            <a:extLst>
              <a:ext uri="{FF2B5EF4-FFF2-40B4-BE49-F238E27FC236}">
                <a16:creationId xmlns:a16="http://schemas.microsoft.com/office/drawing/2014/main" id="{67A32B11-A000-4F5A-AA35-57048AC3ECEF}"/>
              </a:ext>
            </a:extLst>
          </p:cNvPr>
          <p:cNvPicPr>
            <a:picLocks noGrp="1" noChangeAspect="1"/>
          </p:cNvPicPr>
          <p:nvPr>
            <p:ph sz="half" idx="2"/>
          </p:nvPr>
        </p:nvPicPr>
        <p:blipFill>
          <a:blip r:embed="rId2"/>
          <a:stretch>
            <a:fillRect/>
          </a:stretch>
        </p:blipFill>
        <p:spPr>
          <a:xfrm>
            <a:off x="366204" y="3721963"/>
            <a:ext cx="5181600" cy="1741498"/>
          </a:xfrm>
          <a:prstGeom prst="rect">
            <a:avLst/>
          </a:prstGeom>
        </p:spPr>
      </p:pic>
      <p:pic>
        <p:nvPicPr>
          <p:cNvPr id="7" name="Imagen 6">
            <a:extLst>
              <a:ext uri="{FF2B5EF4-FFF2-40B4-BE49-F238E27FC236}">
                <a16:creationId xmlns:a16="http://schemas.microsoft.com/office/drawing/2014/main" id="{7E00B373-5CD7-485F-99C4-8ED334BFA7FC}"/>
              </a:ext>
            </a:extLst>
          </p:cNvPr>
          <p:cNvPicPr>
            <a:picLocks noChangeAspect="1"/>
          </p:cNvPicPr>
          <p:nvPr/>
        </p:nvPicPr>
        <p:blipFill>
          <a:blip r:embed="rId3"/>
          <a:stretch>
            <a:fillRect/>
          </a:stretch>
        </p:blipFill>
        <p:spPr>
          <a:xfrm>
            <a:off x="6019798" y="2610666"/>
            <a:ext cx="5334000" cy="4000500"/>
          </a:xfrm>
          <a:prstGeom prst="rect">
            <a:avLst/>
          </a:prstGeom>
        </p:spPr>
      </p:pic>
    </p:spTree>
    <p:extLst>
      <p:ext uri="{BB962C8B-B14F-4D97-AF65-F5344CB8AC3E}">
        <p14:creationId xmlns:p14="http://schemas.microsoft.com/office/powerpoint/2010/main" val="230374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28C23FC-93FB-4CC9-9F28-7337BAC7282C}"/>
              </a:ext>
            </a:extLst>
          </p:cNvPr>
          <p:cNvSpPr>
            <a:spLocks noGrp="1"/>
          </p:cNvSpPr>
          <p:nvPr>
            <p:ph type="title"/>
          </p:nvPr>
        </p:nvSpPr>
        <p:spPr/>
        <p:txBody>
          <a:bodyPr/>
          <a:lstStyle/>
          <a:p>
            <a:r>
              <a:rPr lang="es-419" b="1" err="1">
                <a:solidFill>
                  <a:srgbClr val="FF0000"/>
                </a:solidFill>
              </a:rPr>
              <a:t>Anti-windup</a:t>
            </a:r>
            <a:r>
              <a:rPr lang="es-419" b="1">
                <a:solidFill>
                  <a:srgbClr val="FF0000"/>
                </a:solidFill>
              </a:rPr>
              <a:t> </a:t>
            </a:r>
            <a:r>
              <a:rPr lang="es-419" b="1" err="1">
                <a:solidFill>
                  <a:srgbClr val="FF0000"/>
                </a:solidFill>
              </a:rPr>
              <a:t>via</a:t>
            </a:r>
            <a:r>
              <a:rPr lang="es-419" b="1">
                <a:solidFill>
                  <a:srgbClr val="FF0000"/>
                </a:solidFill>
              </a:rPr>
              <a:t> Descarga de la Acción Integral</a:t>
            </a:r>
            <a:endParaRPr lang="es-419"/>
          </a:p>
        </p:txBody>
      </p:sp>
      <p:pic>
        <p:nvPicPr>
          <p:cNvPr id="109" name="Imagen 108">
            <a:extLst>
              <a:ext uri="{FF2B5EF4-FFF2-40B4-BE49-F238E27FC236}">
                <a16:creationId xmlns:a16="http://schemas.microsoft.com/office/drawing/2014/main" id="{03DAA82C-CD8F-4A55-B75D-5B93536CD116}"/>
              </a:ext>
            </a:extLst>
          </p:cNvPr>
          <p:cNvPicPr>
            <a:picLocks noChangeAspect="1"/>
          </p:cNvPicPr>
          <p:nvPr/>
        </p:nvPicPr>
        <p:blipFill>
          <a:blip r:embed="rId5"/>
          <a:stretch>
            <a:fillRect/>
          </a:stretch>
        </p:blipFill>
        <p:spPr>
          <a:xfrm>
            <a:off x="0" y="1545341"/>
            <a:ext cx="6434604" cy="2935826"/>
          </a:xfrm>
          <a:prstGeom prst="rect">
            <a:avLst/>
          </a:prstGeom>
        </p:spPr>
      </p:pic>
      <p:pic>
        <p:nvPicPr>
          <p:cNvPr id="147" name="Imagen 146">
            <a:extLst>
              <a:ext uri="{FF2B5EF4-FFF2-40B4-BE49-F238E27FC236}">
                <a16:creationId xmlns:a16="http://schemas.microsoft.com/office/drawing/2014/main" id="{68171D43-148D-4EFE-891B-50C55F6091B9}"/>
              </a:ext>
            </a:extLst>
          </p:cNvPr>
          <p:cNvPicPr>
            <a:picLocks noChangeAspect="1"/>
          </p:cNvPicPr>
          <p:nvPr/>
        </p:nvPicPr>
        <p:blipFill>
          <a:blip r:embed="rId6"/>
          <a:stretch>
            <a:fillRect/>
          </a:stretch>
        </p:blipFill>
        <p:spPr>
          <a:xfrm>
            <a:off x="38702" y="4353575"/>
            <a:ext cx="5903667" cy="2522180"/>
          </a:xfrm>
          <a:prstGeom prst="rect">
            <a:avLst/>
          </a:prstGeom>
        </p:spPr>
      </p:pic>
      <mc:AlternateContent xmlns:mc="http://schemas.openxmlformats.org/markup-compatibility/2006" xmlns:a14="http://schemas.microsoft.com/office/drawing/2010/main">
        <mc:Choice Requires="a14">
          <p:sp>
            <p:nvSpPr>
              <p:cNvPr id="148" name="CuadroTexto 147">
                <a:extLst>
                  <a:ext uri="{FF2B5EF4-FFF2-40B4-BE49-F238E27FC236}">
                    <a16:creationId xmlns:a16="http://schemas.microsoft.com/office/drawing/2014/main" id="{78A2522C-4561-4E37-B272-2631E2E60CC4}"/>
                  </a:ext>
                </a:extLst>
              </p:cNvPr>
              <p:cNvSpPr txBox="1"/>
              <p:nvPr/>
            </p:nvSpPr>
            <p:spPr>
              <a:xfrm>
                <a:off x="7381437" y="1360729"/>
                <a:ext cx="2869183" cy="369332"/>
              </a:xfrm>
              <a:prstGeom prst="rect">
                <a:avLst/>
              </a:prstGeom>
              <a:noFill/>
            </p:spPr>
            <p:txBody>
              <a:bodyPr wrap="none" rtlCol="0">
                <a:spAutoFit/>
              </a:bodyPr>
              <a:lstStyle/>
              <a:p>
                <a:r>
                  <a:rPr lang="es-419"/>
                  <a:t>Cuando NO satura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endParaRPr lang="es-419"/>
              </a:p>
            </p:txBody>
          </p:sp>
        </mc:Choice>
        <mc:Fallback xmlns="">
          <p:sp>
            <p:nvSpPr>
              <p:cNvPr id="148" name="CuadroTexto 147">
                <a:extLst>
                  <a:ext uri="{FF2B5EF4-FFF2-40B4-BE49-F238E27FC236}">
                    <a16:creationId xmlns:a16="http://schemas.microsoft.com/office/drawing/2014/main" id="{78A2522C-4561-4E37-B272-2631E2E60CC4}"/>
                  </a:ext>
                </a:extLst>
              </p:cNvPr>
              <p:cNvSpPr txBox="1">
                <a:spLocks noRot="1" noChangeAspect="1" noMove="1" noResize="1" noEditPoints="1" noAdjustHandles="1" noChangeArrowheads="1" noChangeShapeType="1" noTextEdit="1"/>
              </p:cNvSpPr>
              <p:nvPr/>
            </p:nvSpPr>
            <p:spPr>
              <a:xfrm>
                <a:off x="7381437" y="1360729"/>
                <a:ext cx="2869183" cy="369332"/>
              </a:xfrm>
              <a:prstGeom prst="rect">
                <a:avLst/>
              </a:prstGeom>
              <a:blipFill>
                <a:blip r:embed="rId7"/>
                <a:stretch>
                  <a:fillRect l="-1911"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CuadroTexto 148">
                <a:extLst>
                  <a:ext uri="{FF2B5EF4-FFF2-40B4-BE49-F238E27FC236}">
                    <a16:creationId xmlns:a16="http://schemas.microsoft.com/office/drawing/2014/main" id="{0F8E6E19-DAAF-4666-9EF8-9A3E45384055}"/>
                  </a:ext>
                </a:extLst>
              </p:cNvPr>
              <p:cNvSpPr txBox="1"/>
              <p:nvPr/>
            </p:nvSpPr>
            <p:spPr>
              <a:xfrm>
                <a:off x="3642211" y="3244334"/>
                <a:ext cx="699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50%</m:t>
                      </m:r>
                    </m:oMath>
                  </m:oMathPara>
                </a14:m>
                <a:endParaRPr lang="es-419">
                  <a:solidFill>
                    <a:srgbClr val="FF0000"/>
                  </a:solidFill>
                </a:endParaRPr>
              </a:p>
            </p:txBody>
          </p:sp>
        </mc:Choice>
        <mc:Fallback xmlns="">
          <p:sp>
            <p:nvSpPr>
              <p:cNvPr id="149" name="CuadroTexto 148">
                <a:extLst>
                  <a:ext uri="{FF2B5EF4-FFF2-40B4-BE49-F238E27FC236}">
                    <a16:creationId xmlns:a16="http://schemas.microsoft.com/office/drawing/2014/main" id="{0F8E6E19-DAAF-4666-9EF8-9A3E45384055}"/>
                  </a:ext>
                </a:extLst>
              </p:cNvPr>
              <p:cNvSpPr txBox="1">
                <a:spLocks noRot="1" noChangeAspect="1" noMove="1" noResize="1" noEditPoints="1" noAdjustHandles="1" noChangeArrowheads="1" noChangeShapeType="1" noTextEdit="1"/>
              </p:cNvSpPr>
              <p:nvPr/>
            </p:nvSpPr>
            <p:spPr>
              <a:xfrm>
                <a:off x="3642211" y="3244334"/>
                <a:ext cx="69923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CuadroTexto 149">
                <a:extLst>
                  <a:ext uri="{FF2B5EF4-FFF2-40B4-BE49-F238E27FC236}">
                    <a16:creationId xmlns:a16="http://schemas.microsoft.com/office/drawing/2014/main" id="{4E0BB6D8-BD7E-408D-BC9D-AB3F7531FC7F}"/>
                  </a:ext>
                </a:extLst>
              </p:cNvPr>
              <p:cNvSpPr txBox="1"/>
              <p:nvPr/>
            </p:nvSpPr>
            <p:spPr>
              <a:xfrm>
                <a:off x="5038407" y="3244334"/>
                <a:ext cx="699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50%</m:t>
                      </m:r>
                    </m:oMath>
                  </m:oMathPara>
                </a14:m>
                <a:endParaRPr lang="es-419">
                  <a:solidFill>
                    <a:srgbClr val="FF0000"/>
                  </a:solidFill>
                </a:endParaRPr>
              </a:p>
            </p:txBody>
          </p:sp>
        </mc:Choice>
        <mc:Fallback xmlns="">
          <p:sp>
            <p:nvSpPr>
              <p:cNvPr id="150" name="CuadroTexto 149">
                <a:extLst>
                  <a:ext uri="{FF2B5EF4-FFF2-40B4-BE49-F238E27FC236}">
                    <a16:creationId xmlns:a16="http://schemas.microsoft.com/office/drawing/2014/main" id="{4E0BB6D8-BD7E-408D-BC9D-AB3F7531FC7F}"/>
                  </a:ext>
                </a:extLst>
              </p:cNvPr>
              <p:cNvSpPr txBox="1">
                <a:spLocks noRot="1" noChangeAspect="1" noMove="1" noResize="1" noEditPoints="1" noAdjustHandles="1" noChangeArrowheads="1" noChangeShapeType="1" noTextEdit="1"/>
              </p:cNvSpPr>
              <p:nvPr/>
            </p:nvSpPr>
            <p:spPr>
              <a:xfrm>
                <a:off x="5038407" y="3244334"/>
                <a:ext cx="69923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1" name="CuadroTexto 150">
                <a:extLst>
                  <a:ext uri="{FF2B5EF4-FFF2-40B4-BE49-F238E27FC236}">
                    <a16:creationId xmlns:a16="http://schemas.microsoft.com/office/drawing/2014/main" id="{26971336-32E2-4129-8F8A-FDF3F5E581D4}"/>
                  </a:ext>
                </a:extLst>
              </p:cNvPr>
              <p:cNvSpPr txBox="1"/>
              <p:nvPr/>
            </p:nvSpPr>
            <p:spPr>
              <a:xfrm>
                <a:off x="7411349" y="1802166"/>
                <a:ext cx="2514919" cy="369332"/>
              </a:xfrm>
              <a:prstGeom prst="rect">
                <a:avLst/>
              </a:prstGeom>
              <a:noFill/>
            </p:spPr>
            <p:txBody>
              <a:bodyPr wrap="none" rtlCol="0">
                <a:spAutoFit/>
              </a:bodyPr>
              <a:lstStyle/>
              <a:p>
                <a:r>
                  <a:rPr lang="es-419"/>
                  <a:t>Cuando satura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m:t>
                    </m:r>
                  </m:oMath>
                </a14:m>
                <a:endParaRPr lang="es-419"/>
              </a:p>
            </p:txBody>
          </p:sp>
        </mc:Choice>
        <mc:Fallback xmlns="">
          <p:sp>
            <p:nvSpPr>
              <p:cNvPr id="151" name="CuadroTexto 150">
                <a:extLst>
                  <a:ext uri="{FF2B5EF4-FFF2-40B4-BE49-F238E27FC236}">
                    <a16:creationId xmlns:a16="http://schemas.microsoft.com/office/drawing/2014/main" id="{26971336-32E2-4129-8F8A-FDF3F5E581D4}"/>
                  </a:ext>
                </a:extLst>
              </p:cNvPr>
              <p:cNvSpPr txBox="1">
                <a:spLocks noRot="1" noChangeAspect="1" noMove="1" noResize="1" noEditPoints="1" noAdjustHandles="1" noChangeArrowheads="1" noChangeShapeType="1" noTextEdit="1"/>
              </p:cNvSpPr>
              <p:nvPr/>
            </p:nvSpPr>
            <p:spPr>
              <a:xfrm>
                <a:off x="7411349" y="1802166"/>
                <a:ext cx="2514919" cy="369332"/>
              </a:xfrm>
              <a:prstGeom prst="rect">
                <a:avLst/>
              </a:prstGeom>
              <a:blipFill>
                <a:blip r:embed="rId10"/>
                <a:stretch>
                  <a:fillRect l="-2184" t="-10000"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2" name="CuadroTexto 151">
                <a:extLst>
                  <a:ext uri="{FF2B5EF4-FFF2-40B4-BE49-F238E27FC236}">
                    <a16:creationId xmlns:a16="http://schemas.microsoft.com/office/drawing/2014/main" id="{90F79129-E29D-4FC6-9619-540E6521919A}"/>
                  </a:ext>
                </a:extLst>
              </p:cNvPr>
              <p:cNvSpPr txBox="1"/>
              <p:nvPr/>
            </p:nvSpPr>
            <p:spPr>
              <a:xfrm>
                <a:off x="3513970" y="3609677"/>
                <a:ext cx="8274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130%</m:t>
                      </m:r>
                    </m:oMath>
                  </m:oMathPara>
                </a14:m>
                <a:endParaRPr lang="es-419">
                  <a:solidFill>
                    <a:srgbClr val="FF0000"/>
                  </a:solidFill>
                </a:endParaRPr>
              </a:p>
            </p:txBody>
          </p:sp>
        </mc:Choice>
        <mc:Fallback>
          <p:sp>
            <p:nvSpPr>
              <p:cNvPr id="152" name="CuadroTexto 151">
                <a:extLst>
                  <a:ext uri="{FF2B5EF4-FFF2-40B4-BE49-F238E27FC236}">
                    <a16:creationId xmlns:a16="http://schemas.microsoft.com/office/drawing/2014/main" id="{90F79129-E29D-4FC6-9619-540E6521919A}"/>
                  </a:ext>
                </a:extLst>
              </p:cNvPr>
              <p:cNvSpPr txBox="1">
                <a:spLocks noRot="1" noChangeAspect="1" noMove="1" noResize="1" noEditPoints="1" noAdjustHandles="1" noChangeArrowheads="1" noChangeShapeType="1" noTextEdit="1"/>
              </p:cNvSpPr>
              <p:nvPr/>
            </p:nvSpPr>
            <p:spPr>
              <a:xfrm>
                <a:off x="3513970" y="3609677"/>
                <a:ext cx="827471"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3" name="CuadroTexto 152">
                <a:extLst>
                  <a:ext uri="{FF2B5EF4-FFF2-40B4-BE49-F238E27FC236}">
                    <a16:creationId xmlns:a16="http://schemas.microsoft.com/office/drawing/2014/main" id="{82A94119-7275-4DC5-94AE-D3888B47D773}"/>
                  </a:ext>
                </a:extLst>
              </p:cNvPr>
              <p:cNvSpPr txBox="1"/>
              <p:nvPr/>
            </p:nvSpPr>
            <p:spPr>
              <a:xfrm>
                <a:off x="4972796" y="3693183"/>
                <a:ext cx="8274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100%</m:t>
                      </m:r>
                    </m:oMath>
                  </m:oMathPara>
                </a14:m>
                <a:endParaRPr lang="es-419">
                  <a:solidFill>
                    <a:srgbClr val="FF0000"/>
                  </a:solidFill>
                </a:endParaRPr>
              </a:p>
            </p:txBody>
          </p:sp>
        </mc:Choice>
        <mc:Fallback>
          <p:sp>
            <p:nvSpPr>
              <p:cNvPr id="153" name="CuadroTexto 152">
                <a:extLst>
                  <a:ext uri="{FF2B5EF4-FFF2-40B4-BE49-F238E27FC236}">
                    <a16:creationId xmlns:a16="http://schemas.microsoft.com/office/drawing/2014/main" id="{82A94119-7275-4DC5-94AE-D3888B47D773}"/>
                  </a:ext>
                </a:extLst>
              </p:cNvPr>
              <p:cNvSpPr txBox="1">
                <a:spLocks noRot="1" noChangeAspect="1" noMove="1" noResize="1" noEditPoints="1" noAdjustHandles="1" noChangeArrowheads="1" noChangeShapeType="1" noTextEdit="1"/>
              </p:cNvSpPr>
              <p:nvPr/>
            </p:nvSpPr>
            <p:spPr>
              <a:xfrm>
                <a:off x="4972796" y="3693183"/>
                <a:ext cx="827471" cy="369332"/>
              </a:xfrm>
              <a:prstGeom prst="rect">
                <a:avLst/>
              </a:prstGeom>
              <a:blipFill>
                <a:blip r:embed="rId12"/>
                <a:stretch>
                  <a:fillRect/>
                </a:stretch>
              </a:blipFill>
            </p:spPr>
            <p:txBody>
              <a:bodyPr/>
              <a:lstStyle/>
              <a:p>
                <a:r>
                  <a:rPr lang="en-US">
                    <a:noFill/>
                  </a:rPr>
                  <a:t> </a:t>
                </a:r>
              </a:p>
            </p:txBody>
          </p:sp>
        </mc:Fallback>
      </mc:AlternateContent>
      <p:sp>
        <p:nvSpPr>
          <p:cNvPr id="154" name="CuadroTexto 153">
            <a:extLst>
              <a:ext uri="{FF2B5EF4-FFF2-40B4-BE49-F238E27FC236}">
                <a16:creationId xmlns:a16="http://schemas.microsoft.com/office/drawing/2014/main" id="{DC4F7994-0896-44C5-8321-C5D7644F78B9}"/>
              </a:ext>
            </a:extLst>
          </p:cNvPr>
          <p:cNvSpPr txBox="1"/>
          <p:nvPr/>
        </p:nvSpPr>
        <p:spPr>
          <a:xfrm>
            <a:off x="7411349" y="2315708"/>
            <a:ext cx="2874313" cy="369332"/>
          </a:xfrm>
          <a:prstGeom prst="rect">
            <a:avLst/>
          </a:prstGeom>
          <a:noFill/>
        </p:spPr>
        <p:txBody>
          <a:bodyPr wrap="none" rtlCol="0">
            <a:spAutoFit/>
          </a:bodyPr>
          <a:lstStyle/>
          <a:p>
            <a:r>
              <a:rPr lang="en-US"/>
              <a:t>La entrada del </a:t>
            </a:r>
            <a:r>
              <a:rPr lang="en-US" err="1"/>
              <a:t>integrador</a:t>
            </a:r>
            <a:r>
              <a:rPr lang="en-US"/>
              <a:t> es:</a:t>
            </a:r>
            <a:endParaRPr lang="es-419"/>
          </a:p>
        </p:txBody>
      </p:sp>
      <p:pic>
        <p:nvPicPr>
          <p:cNvPr id="160" name="Imagen 159">
            <a:extLst>
              <a:ext uri="{FF2B5EF4-FFF2-40B4-BE49-F238E27FC236}">
                <a16:creationId xmlns:a16="http://schemas.microsoft.com/office/drawing/2014/main" id="{C3AAA878-2C62-4867-8FA1-D87BF9116F67}"/>
              </a:ext>
            </a:extLst>
          </p:cNvPr>
          <p:cNvPicPr>
            <a:picLocks noChangeAspect="1"/>
          </p:cNvPicPr>
          <p:nvPr>
            <p:custDataLst>
              <p:tags r:id="rId1"/>
            </p:custDataLst>
          </p:nvPr>
        </p:nvPicPr>
        <p:blipFill>
          <a:blip r:embed="rId13">
            <a:extLst>
              <a:ext uri="{28A0092B-C50C-407E-A947-70E740481C1C}">
                <a14:useLocalDpi xmlns:a14="http://schemas.microsoft.com/office/drawing/2010/main" val="0"/>
              </a:ext>
            </a:extLst>
          </a:blip>
          <a:stretch>
            <a:fillRect/>
          </a:stretch>
        </p:blipFill>
        <p:spPr>
          <a:xfrm>
            <a:off x="8102426" y="2724134"/>
            <a:ext cx="1888000" cy="556190"/>
          </a:xfrm>
          <a:prstGeom prst="rect">
            <a:avLst/>
          </a:prstGeom>
        </p:spPr>
      </p:pic>
      <p:sp>
        <p:nvSpPr>
          <p:cNvPr id="161" name="CuadroTexto 160">
            <a:extLst>
              <a:ext uri="{FF2B5EF4-FFF2-40B4-BE49-F238E27FC236}">
                <a16:creationId xmlns:a16="http://schemas.microsoft.com/office/drawing/2014/main" id="{23D153EB-253B-40B1-9500-B52A99E6032D}"/>
              </a:ext>
            </a:extLst>
          </p:cNvPr>
          <p:cNvSpPr txBox="1"/>
          <p:nvPr/>
        </p:nvSpPr>
        <p:spPr>
          <a:xfrm>
            <a:off x="7408784" y="3319418"/>
            <a:ext cx="2517677" cy="369332"/>
          </a:xfrm>
          <a:prstGeom prst="rect">
            <a:avLst/>
          </a:prstGeom>
          <a:noFill/>
        </p:spPr>
        <p:txBody>
          <a:bodyPr wrap="none" rtlCol="0">
            <a:spAutoFit/>
          </a:bodyPr>
          <a:lstStyle/>
          <a:p>
            <a:r>
              <a:rPr lang="en-US"/>
              <a:t>El error de </a:t>
            </a:r>
            <a:r>
              <a:rPr lang="en-US" err="1"/>
              <a:t>saturación</a:t>
            </a:r>
            <a:r>
              <a:rPr lang="en-US"/>
              <a:t> es:</a:t>
            </a:r>
            <a:endParaRPr lang="es-419"/>
          </a:p>
        </p:txBody>
      </p:sp>
      <p:pic>
        <p:nvPicPr>
          <p:cNvPr id="164" name="Imagen 163">
            <a:extLst>
              <a:ext uri="{FF2B5EF4-FFF2-40B4-BE49-F238E27FC236}">
                <a16:creationId xmlns:a16="http://schemas.microsoft.com/office/drawing/2014/main" id="{D7B07738-F839-4FC2-9BE5-BE85E52BA4F4}"/>
              </a:ext>
            </a:extLst>
          </p:cNvPr>
          <p:cNvPicPr>
            <a:picLocks noChangeAspect="1"/>
          </p:cNvPicPr>
          <p:nvPr>
            <p:custDataLst>
              <p:tags r:id="rId2"/>
            </p:custDataLst>
          </p:nvPr>
        </p:nvPicPr>
        <p:blipFill>
          <a:blip r:embed="rId14">
            <a:extLst>
              <a:ext uri="{28A0092B-C50C-407E-A947-70E740481C1C}">
                <a14:useLocalDpi xmlns:a14="http://schemas.microsoft.com/office/drawing/2010/main" val="0"/>
              </a:ext>
            </a:extLst>
          </a:blip>
          <a:stretch>
            <a:fillRect/>
          </a:stretch>
        </p:blipFill>
        <p:spPr>
          <a:xfrm>
            <a:off x="7855411" y="3688750"/>
            <a:ext cx="2070857" cy="556190"/>
          </a:xfrm>
          <a:prstGeom prst="rect">
            <a:avLst/>
          </a:prstGeom>
        </p:spPr>
      </p:pic>
      <mc:AlternateContent xmlns:mc="http://schemas.openxmlformats.org/markup-compatibility/2006" xmlns:a14="http://schemas.microsoft.com/office/drawing/2010/main">
        <mc:Choice Requires="a14">
          <p:sp>
            <p:nvSpPr>
              <p:cNvPr id="165" name="CuadroTexto 164">
                <a:extLst>
                  <a:ext uri="{FF2B5EF4-FFF2-40B4-BE49-F238E27FC236}">
                    <a16:creationId xmlns:a16="http://schemas.microsoft.com/office/drawing/2014/main" id="{0B2A63EA-CA77-4F9C-8183-12C0FAA9FEFC}"/>
                  </a:ext>
                </a:extLst>
              </p:cNvPr>
              <p:cNvSpPr txBox="1"/>
              <p:nvPr/>
            </p:nvSpPr>
            <p:spPr>
              <a:xfrm>
                <a:off x="7109509" y="4274397"/>
                <a:ext cx="4326056" cy="369332"/>
              </a:xfrm>
              <a:prstGeom prst="rect">
                <a:avLst/>
              </a:prstGeom>
              <a:noFill/>
            </p:spPr>
            <p:txBody>
              <a:bodyPr wrap="none" rtlCol="0">
                <a:spAutoFit/>
              </a:bodyPr>
              <a:lstStyle/>
              <a:p>
                <a:r>
                  <a:rPr lang="en-US" b="0"/>
                  <a:t>En </a:t>
                </a:r>
                <a:r>
                  <a:rPr lang="en-US" b="0" err="1"/>
                  <a:t>estado</a:t>
                </a:r>
                <a:r>
                  <a:rPr lang="en-US" b="0"/>
                  <a:t> </a:t>
                </a:r>
                <a:r>
                  <a:rPr lang="en-US" b="0" err="1"/>
                  <a:t>estacionario</a:t>
                </a:r>
                <a:r>
                  <a:rPr lang="en-US" b="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s-419"/>
              </a:p>
            </p:txBody>
          </p:sp>
        </mc:Choice>
        <mc:Fallback xmlns="">
          <p:sp>
            <p:nvSpPr>
              <p:cNvPr id="165" name="CuadroTexto 164">
                <a:extLst>
                  <a:ext uri="{FF2B5EF4-FFF2-40B4-BE49-F238E27FC236}">
                    <a16:creationId xmlns:a16="http://schemas.microsoft.com/office/drawing/2014/main" id="{0B2A63EA-CA77-4F9C-8183-12C0FAA9FEFC}"/>
                  </a:ext>
                </a:extLst>
              </p:cNvPr>
              <p:cNvSpPr txBox="1">
                <a:spLocks noRot="1" noChangeAspect="1" noMove="1" noResize="1" noEditPoints="1" noAdjustHandles="1" noChangeArrowheads="1" noChangeShapeType="1" noTextEdit="1"/>
              </p:cNvSpPr>
              <p:nvPr/>
            </p:nvSpPr>
            <p:spPr>
              <a:xfrm>
                <a:off x="7109509" y="4274397"/>
                <a:ext cx="4326056" cy="369332"/>
              </a:xfrm>
              <a:prstGeom prst="rect">
                <a:avLst/>
              </a:prstGeom>
              <a:blipFill>
                <a:blip r:embed="rId15"/>
                <a:stretch>
                  <a:fillRect l="-1127" t="-8197" b="-24590"/>
                </a:stretch>
              </a:blipFill>
            </p:spPr>
            <p:txBody>
              <a:bodyPr/>
              <a:lstStyle/>
              <a:p>
                <a:r>
                  <a:rPr lang="en-US">
                    <a:noFill/>
                  </a:rPr>
                  <a:t> </a:t>
                </a:r>
              </a:p>
            </p:txBody>
          </p:sp>
        </mc:Fallback>
      </mc:AlternateContent>
      <p:pic>
        <p:nvPicPr>
          <p:cNvPr id="170" name="Imagen 169">
            <a:extLst>
              <a:ext uri="{FF2B5EF4-FFF2-40B4-BE49-F238E27FC236}">
                <a16:creationId xmlns:a16="http://schemas.microsoft.com/office/drawing/2014/main" id="{7BBB82C6-4869-4976-9B49-197BD85E827E}"/>
              </a:ext>
            </a:extLst>
          </p:cNvPr>
          <p:cNvPicPr>
            <a:picLocks noChangeAspect="1"/>
          </p:cNvPicPr>
          <p:nvPr>
            <p:custDataLst>
              <p:tags r:id="rId3"/>
            </p:custDataLst>
          </p:nvPr>
        </p:nvPicPr>
        <p:blipFill>
          <a:blip r:embed="rId16">
            <a:extLst>
              <a:ext uri="{28A0092B-C50C-407E-A947-70E740481C1C}">
                <a14:useLocalDpi xmlns:a14="http://schemas.microsoft.com/office/drawing/2010/main" val="0"/>
              </a:ext>
            </a:extLst>
          </a:blip>
          <a:stretch>
            <a:fillRect/>
          </a:stretch>
        </p:blipFill>
        <p:spPr>
          <a:xfrm>
            <a:off x="7907639" y="4787937"/>
            <a:ext cx="2567617" cy="556190"/>
          </a:xfrm>
          <a:prstGeom prst="rect">
            <a:avLst/>
          </a:prstGeom>
        </p:spPr>
      </p:pic>
      <mc:AlternateContent xmlns:mc="http://schemas.openxmlformats.org/markup-compatibility/2006" xmlns:a14="http://schemas.microsoft.com/office/drawing/2010/main">
        <mc:Choice Requires="a14">
          <p:sp>
            <p:nvSpPr>
              <p:cNvPr id="172" name="CuadroTexto 171">
                <a:extLst>
                  <a:ext uri="{FF2B5EF4-FFF2-40B4-BE49-F238E27FC236}">
                    <a16:creationId xmlns:a16="http://schemas.microsoft.com/office/drawing/2014/main" id="{39848196-7518-4DF6-9A3D-DCADDD276BBE}"/>
                  </a:ext>
                </a:extLst>
              </p:cNvPr>
              <p:cNvSpPr txBox="1"/>
              <p:nvPr/>
            </p:nvSpPr>
            <p:spPr>
              <a:xfrm>
                <a:off x="6711518" y="5465000"/>
                <a:ext cx="5094006" cy="1200329"/>
              </a:xfrm>
              <a:prstGeom prst="rect">
                <a:avLst/>
              </a:prstGeom>
              <a:noFill/>
            </p:spPr>
            <p:txBody>
              <a:bodyPr wrap="square">
                <a:spAutoFit/>
              </a:bodyPr>
              <a:lstStyle/>
              <a:p>
                <a:r>
                  <a:rPr lang="es-419"/>
                  <a:t>Dado que la señal de </a:t>
                </a:r>
                <a14:m>
                  <m:oMath xmlns:m="http://schemas.openxmlformats.org/officeDocument/2006/math">
                    <m:sSub>
                      <m:sSubPr>
                        <m:ctrlPr>
                          <a:rPr lang="es-419" i="1" dirty="0" smtClean="0">
                            <a:latin typeface="Cambria Math" panose="02040503050406030204" pitchFamily="18" charset="0"/>
                          </a:rPr>
                        </m:ctrlPr>
                      </m:sSubPr>
                      <m:e>
                        <m:r>
                          <a:rPr lang="es-419" i="1" dirty="0" smtClean="0">
                            <a:latin typeface="Cambria Math" panose="02040503050406030204" pitchFamily="18" charset="0"/>
                          </a:rPr>
                          <m:t>𝑢</m:t>
                        </m:r>
                      </m:e>
                      <m:sub>
                        <m:r>
                          <m:rPr>
                            <m:sty m:val="p"/>
                          </m:rPr>
                          <a:rPr lang="es-419" i="1" dirty="0" smtClean="0">
                            <a:latin typeface="Cambria Math" panose="02040503050406030204" pitchFamily="18" charset="0"/>
                          </a:rPr>
                          <m:t>lim</m:t>
                        </m:r>
                      </m:sub>
                    </m:sSub>
                    <m:r>
                      <a:rPr lang="es-419" i="1" dirty="0">
                        <a:latin typeface="Cambria Math" panose="02040503050406030204" pitchFamily="18" charset="0"/>
                      </a:rPr>
                      <m:t>⁡</m:t>
                    </m:r>
                  </m:oMath>
                </a14:m>
                <a:r>
                  <a:rPr lang="es-419"/>
                  <a:t>y </a:t>
                </a:r>
                <a14:m>
                  <m:oMath xmlns:m="http://schemas.openxmlformats.org/officeDocument/2006/math">
                    <m:r>
                      <a:rPr lang="es-419" i="1" dirty="0" smtClean="0">
                        <a:latin typeface="Cambria Math" panose="02040503050406030204" pitchFamily="18" charset="0"/>
                      </a:rPr>
                      <m:t>𝑒</m:t>
                    </m:r>
                  </m:oMath>
                </a14:m>
                <a:r>
                  <a:rPr lang="es-419"/>
                  <a:t> tienen el mismo signo, hace que la señal </a:t>
                </a:r>
                <a14:m>
                  <m:oMath xmlns:m="http://schemas.openxmlformats.org/officeDocument/2006/math">
                    <m:r>
                      <a:rPr lang="es-419" i="1" dirty="0" smtClean="0">
                        <a:latin typeface="Cambria Math" panose="02040503050406030204" pitchFamily="18" charset="0"/>
                      </a:rPr>
                      <m:t>𝑣</m:t>
                    </m:r>
                  </m:oMath>
                </a14:m>
                <a:r>
                  <a:rPr lang="es-419"/>
                  <a:t> sea siempre mayor que la magnitud de </a:t>
                </a:r>
                <a14:m>
                  <m:oMath xmlns:m="http://schemas.openxmlformats.org/officeDocument/2006/math">
                    <m:sSub>
                      <m:sSubPr>
                        <m:ctrlPr>
                          <a:rPr lang="es-419" i="1" dirty="0">
                            <a:latin typeface="Cambria Math" panose="02040503050406030204" pitchFamily="18" charset="0"/>
                          </a:rPr>
                        </m:ctrlPr>
                      </m:sSubPr>
                      <m:e>
                        <m:r>
                          <a:rPr lang="es-419" i="1" dirty="0">
                            <a:latin typeface="Cambria Math" panose="02040503050406030204" pitchFamily="18" charset="0"/>
                          </a:rPr>
                          <m:t>𝑢</m:t>
                        </m:r>
                      </m:e>
                      <m:sub>
                        <m:r>
                          <m:rPr>
                            <m:sty m:val="p"/>
                          </m:rPr>
                          <a:rPr lang="es-419" i="1" dirty="0">
                            <a:latin typeface="Cambria Math" panose="02040503050406030204" pitchFamily="18" charset="0"/>
                          </a:rPr>
                          <m:t>lim</m:t>
                        </m:r>
                      </m:sub>
                    </m:sSub>
                  </m:oMath>
                </a14:m>
                <a:r>
                  <a:rPr lang="es-419"/>
                  <a:t>, previniendo la sobrecarga del integrador.</a:t>
                </a:r>
              </a:p>
            </p:txBody>
          </p:sp>
        </mc:Choice>
        <mc:Fallback xmlns="">
          <p:sp>
            <p:nvSpPr>
              <p:cNvPr id="172" name="CuadroTexto 171">
                <a:extLst>
                  <a:ext uri="{FF2B5EF4-FFF2-40B4-BE49-F238E27FC236}">
                    <a16:creationId xmlns:a16="http://schemas.microsoft.com/office/drawing/2014/main" id="{39848196-7518-4DF6-9A3D-DCADDD276BBE}"/>
                  </a:ext>
                </a:extLst>
              </p:cNvPr>
              <p:cNvSpPr txBox="1">
                <a:spLocks noRot="1" noChangeAspect="1" noMove="1" noResize="1" noEditPoints="1" noAdjustHandles="1" noChangeArrowheads="1" noChangeShapeType="1" noTextEdit="1"/>
              </p:cNvSpPr>
              <p:nvPr/>
            </p:nvSpPr>
            <p:spPr>
              <a:xfrm>
                <a:off x="6711518" y="5465000"/>
                <a:ext cx="5094006" cy="1200329"/>
              </a:xfrm>
              <a:prstGeom prst="rect">
                <a:avLst/>
              </a:prstGeom>
              <a:blipFill>
                <a:blip r:embed="rId17"/>
                <a:stretch>
                  <a:fillRect l="-1077" t="-2538" r="-957" b="-7107"/>
                </a:stretch>
              </a:blipFill>
            </p:spPr>
            <p:txBody>
              <a:bodyPr/>
              <a:lstStyle/>
              <a:p>
                <a:r>
                  <a:rPr lang="en-US">
                    <a:noFill/>
                  </a:rPr>
                  <a:t> </a:t>
                </a:r>
              </a:p>
            </p:txBody>
          </p:sp>
        </mc:Fallback>
      </mc:AlternateContent>
    </p:spTree>
    <p:extLst>
      <p:ext uri="{BB962C8B-B14F-4D97-AF65-F5344CB8AC3E}">
        <p14:creationId xmlns:p14="http://schemas.microsoft.com/office/powerpoint/2010/main" val="173522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5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4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53"/>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5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49" grpId="1"/>
      <p:bldP spid="150" grpId="0"/>
      <p:bldP spid="150" grpId="1"/>
      <p:bldP spid="151" grpId="0"/>
      <p:bldP spid="152" grpId="0"/>
      <p:bldP spid="152" grpId="1"/>
      <p:bldP spid="153" grpId="0"/>
      <p:bldP spid="153" grpId="1"/>
      <p:bldP spid="154" grpId="0"/>
      <p:bldP spid="161" grpId="0"/>
      <p:bldP spid="165" grpId="0"/>
      <p:bldP spid="17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C985-D545-86A0-0BF3-A4F2E255B771}"/>
              </a:ext>
            </a:extLst>
          </p:cNvPr>
          <p:cNvSpPr>
            <a:spLocks noGrp="1"/>
          </p:cNvSpPr>
          <p:nvPr>
            <p:ph type="title"/>
          </p:nvPr>
        </p:nvSpPr>
        <p:spPr/>
        <p:txBody>
          <a:bodyPr>
            <a:normAutofit/>
          </a:bodyPr>
          <a:lstStyle/>
          <a:p>
            <a:r>
              <a:rPr lang="es-ES" sz="4000" b="1">
                <a:solidFill>
                  <a:srgbClr val="FF0000"/>
                </a:solidFill>
              </a:rPr>
              <a:t>De Manual a Automático: El Peligro del "Salto"</a:t>
            </a:r>
            <a:endParaRPr lang="es-CO" sz="4000" b="1">
              <a:solidFill>
                <a:srgbClr val="FF0000"/>
              </a:solidFill>
            </a:endParaRPr>
          </a:p>
        </p:txBody>
      </p:sp>
      <p:sp>
        <p:nvSpPr>
          <p:cNvPr id="3" name="Content Placeholder 2">
            <a:extLst>
              <a:ext uri="{FF2B5EF4-FFF2-40B4-BE49-F238E27FC236}">
                <a16:creationId xmlns:a16="http://schemas.microsoft.com/office/drawing/2014/main" id="{02D00B6F-1508-054F-E4A8-9A64DC7416C9}"/>
              </a:ext>
            </a:extLst>
          </p:cNvPr>
          <p:cNvSpPr>
            <a:spLocks noGrp="1"/>
          </p:cNvSpPr>
          <p:nvPr>
            <p:ph idx="1"/>
          </p:nvPr>
        </p:nvSpPr>
        <p:spPr>
          <a:xfrm>
            <a:off x="838200" y="1380226"/>
            <a:ext cx="10515600" cy="4796737"/>
          </a:xfrm>
        </p:spPr>
        <p:txBody>
          <a:bodyPr/>
          <a:lstStyle/>
          <a:p>
            <a:r>
              <a:rPr lang="es-ES"/>
              <a:t>En la vida real, los operadores a menudo deben tomar el control manual del sistema por seguridad o arranque.</a:t>
            </a:r>
          </a:p>
          <a:p>
            <a:r>
              <a:rPr lang="es-ES"/>
              <a:t>Mientras el sistema está en manual, el PID sigue calculando su propia señal de control en el fondo (ej. asume que debería ser 80%).</a:t>
            </a:r>
          </a:p>
          <a:p>
            <a:r>
              <a:rPr lang="es-ES"/>
              <a:t>¿Qué pasa al accionar el interruptor hacia "Automático"?</a:t>
            </a:r>
          </a:p>
          <a:p>
            <a:r>
              <a:rPr lang="es-ES"/>
              <a:t>La señal salta instantáneamente de 40% a 80%.</a:t>
            </a:r>
          </a:p>
          <a:p>
            <a:r>
              <a:rPr lang="es-ES"/>
              <a:t>Consecuencias físicas: "Golpe de ariete" en sistemas de fluidos, picos de torque extremos en ejes motrices y fatiga acelerada de materiales. </a:t>
            </a:r>
            <a:endParaRPr lang="es-CO"/>
          </a:p>
        </p:txBody>
      </p:sp>
    </p:spTree>
    <p:extLst>
      <p:ext uri="{BB962C8B-B14F-4D97-AF65-F5344CB8AC3E}">
        <p14:creationId xmlns:p14="http://schemas.microsoft.com/office/powerpoint/2010/main" val="298306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2A26-4B49-A31E-CC49-4DF1C5BD2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8E5CF-754D-8E44-500B-1EB541346F81}"/>
              </a:ext>
            </a:extLst>
          </p:cNvPr>
          <p:cNvSpPr>
            <a:spLocks noGrp="1"/>
          </p:cNvSpPr>
          <p:nvPr>
            <p:ph type="title"/>
          </p:nvPr>
        </p:nvSpPr>
        <p:spPr/>
        <p:txBody>
          <a:bodyPr>
            <a:normAutofit/>
          </a:bodyPr>
          <a:lstStyle/>
          <a:p>
            <a:r>
              <a:rPr lang="es-ES" sz="4000" b="1">
                <a:solidFill>
                  <a:srgbClr val="FF0000"/>
                </a:solidFill>
              </a:rPr>
              <a:t>De Manual a Automático: El Peligro del "Salto"</a:t>
            </a:r>
            <a:endParaRPr lang="es-CO" sz="4000" b="1">
              <a:solidFill>
                <a:srgbClr val="FF0000"/>
              </a:solidFill>
            </a:endParaRPr>
          </a:p>
        </p:txBody>
      </p:sp>
      <p:pic>
        <p:nvPicPr>
          <p:cNvPr id="7" name="Content Placeholder 6">
            <a:extLst>
              <a:ext uri="{FF2B5EF4-FFF2-40B4-BE49-F238E27FC236}">
                <a16:creationId xmlns:a16="http://schemas.microsoft.com/office/drawing/2014/main" id="{5C34B2A4-4B67-FEDB-7BDF-F77BF72F4E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4797" y="1690687"/>
            <a:ext cx="8725528" cy="4759379"/>
          </a:xfrm>
          <a:prstGeom prst="rect">
            <a:avLst/>
          </a:prstGeom>
        </p:spPr>
      </p:pic>
    </p:spTree>
    <p:extLst>
      <p:ext uri="{BB962C8B-B14F-4D97-AF65-F5344CB8AC3E}">
        <p14:creationId xmlns:p14="http://schemas.microsoft.com/office/powerpoint/2010/main" val="4989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428E3-9363-7211-48B5-AE8070F038AD}"/>
              </a:ext>
            </a:extLst>
          </p:cNvPr>
          <p:cNvSpPr>
            <a:spLocks noGrp="1"/>
          </p:cNvSpPr>
          <p:nvPr>
            <p:ph type="title"/>
          </p:nvPr>
        </p:nvSpPr>
        <p:spPr>
          <a:xfrm>
            <a:off x="838200" y="249761"/>
            <a:ext cx="10515600" cy="862552"/>
          </a:xfrm>
        </p:spPr>
        <p:txBody>
          <a:bodyPr/>
          <a:lstStyle/>
          <a:p>
            <a:r>
              <a:rPr lang="pt-BR" b="1" err="1">
                <a:solidFill>
                  <a:srgbClr val="FF0000"/>
                </a:solidFill>
              </a:rPr>
              <a:t>Transferencia</a:t>
            </a:r>
            <a:r>
              <a:rPr lang="pt-BR" b="1">
                <a:solidFill>
                  <a:srgbClr val="FF0000"/>
                </a:solidFill>
              </a:rPr>
              <a:t> Suave: </a:t>
            </a:r>
            <a:r>
              <a:rPr lang="pt-BR" b="1" err="1">
                <a:solidFill>
                  <a:srgbClr val="FF0000"/>
                </a:solidFill>
              </a:rPr>
              <a:t>Bumpless</a:t>
            </a:r>
            <a:r>
              <a:rPr lang="pt-BR" b="1">
                <a:solidFill>
                  <a:srgbClr val="FF0000"/>
                </a:solidFill>
              </a:rPr>
              <a:t> </a:t>
            </a:r>
            <a:r>
              <a:rPr lang="pt-BR" b="1" err="1">
                <a:solidFill>
                  <a:srgbClr val="FF0000"/>
                </a:solidFill>
              </a:rPr>
              <a:t>Transfer</a:t>
            </a:r>
            <a:endParaRPr lang="es-CO" b="1">
              <a:solidFill>
                <a:srgbClr val="FF0000"/>
              </a:solidFill>
            </a:endParaRPr>
          </a:p>
        </p:txBody>
      </p:sp>
      <p:sp>
        <p:nvSpPr>
          <p:cNvPr id="3" name="Content Placeholder 2">
            <a:extLst>
              <a:ext uri="{FF2B5EF4-FFF2-40B4-BE49-F238E27FC236}">
                <a16:creationId xmlns:a16="http://schemas.microsoft.com/office/drawing/2014/main" id="{77D96EB8-8A61-E264-75DB-671AD7818D82}"/>
              </a:ext>
            </a:extLst>
          </p:cNvPr>
          <p:cNvSpPr>
            <a:spLocks noGrp="1"/>
          </p:cNvSpPr>
          <p:nvPr>
            <p:ph idx="1"/>
          </p:nvPr>
        </p:nvSpPr>
        <p:spPr>
          <a:xfrm>
            <a:off x="838200" y="1397479"/>
            <a:ext cx="10515600" cy="862552"/>
          </a:xfrm>
        </p:spPr>
        <p:txBody>
          <a:bodyPr/>
          <a:lstStyle/>
          <a:p>
            <a:pPr marL="0" indent="0">
              <a:buNone/>
            </a:pPr>
            <a:r>
              <a:rPr lang="es-ES"/>
              <a:t>Obligamos al bloque integral del PID a "rastrear" (</a:t>
            </a:r>
            <a:r>
              <a:rPr lang="es-ES" i="1" err="1"/>
              <a:t>track</a:t>
            </a:r>
            <a:r>
              <a:rPr lang="es-ES"/>
              <a:t>) la señal manual mientras está desconectado.</a:t>
            </a:r>
            <a:endParaRPr lang="es-CO"/>
          </a:p>
        </p:txBody>
      </p:sp>
      <p:sp>
        <p:nvSpPr>
          <p:cNvPr id="4" name="TextBox 3">
            <a:extLst>
              <a:ext uri="{FF2B5EF4-FFF2-40B4-BE49-F238E27FC236}">
                <a16:creationId xmlns:a16="http://schemas.microsoft.com/office/drawing/2014/main" id="{4DCB6FAC-ECA3-266D-0644-976A5D906E23}"/>
              </a:ext>
            </a:extLst>
          </p:cNvPr>
          <p:cNvSpPr txBox="1"/>
          <p:nvPr/>
        </p:nvSpPr>
        <p:spPr>
          <a:xfrm>
            <a:off x="633978" y="2656755"/>
            <a:ext cx="2058449" cy="523220"/>
          </a:xfrm>
          <a:prstGeom prst="rect">
            <a:avLst/>
          </a:prstGeom>
          <a:noFill/>
        </p:spPr>
        <p:txBody>
          <a:bodyPr wrap="none" rtlCol="0">
            <a:spAutoFit/>
          </a:bodyPr>
          <a:lstStyle/>
          <a:p>
            <a:r>
              <a:rPr lang="es-CO" sz="2800">
                <a:solidFill>
                  <a:srgbClr val="FF0000"/>
                </a:solidFill>
              </a:rPr>
              <a:t>Ecuación PID</a:t>
            </a:r>
          </a:p>
        </p:txBody>
      </p:sp>
      <p:grpSp>
        <p:nvGrpSpPr>
          <p:cNvPr id="30" name="Group 29" descr="\documentclass{article}&#10;\usepackage{amsmath}&#10;\pagestyle{empty}&#10;\begin{document}&#10;&#10;$u_{PID}(t) = P(t) + I(t) + D(t)$&#10;&#10;&#10;\end{document}" title="IguanaTex Vector Display">
            <a:extLst>
              <a:ext uri="{FF2B5EF4-FFF2-40B4-BE49-F238E27FC236}">
                <a16:creationId xmlns:a16="http://schemas.microsoft.com/office/drawing/2014/main" id="{450905B8-F9A9-22FC-D173-AE6542205118}"/>
              </a:ext>
            </a:extLst>
          </p:cNvPr>
          <p:cNvGrpSpPr>
            <a:grpSpLocks noChangeAspect="1"/>
          </p:cNvGrpSpPr>
          <p:nvPr>
            <p:custDataLst>
              <p:tags r:id="rId1"/>
            </p:custDataLst>
          </p:nvPr>
        </p:nvGrpSpPr>
        <p:grpSpPr>
          <a:xfrm>
            <a:off x="3126595" y="2772787"/>
            <a:ext cx="4828211" cy="372636"/>
            <a:chOff x="4293372" y="3772390"/>
            <a:chExt cx="2877108" cy="222052"/>
          </a:xfrm>
        </p:grpSpPr>
        <p:sp>
          <p:nvSpPr>
            <p:cNvPr id="8" name="Freeform: Shape 7">
              <a:extLst>
                <a:ext uri="{FF2B5EF4-FFF2-40B4-BE49-F238E27FC236}">
                  <a16:creationId xmlns:a16="http://schemas.microsoft.com/office/drawing/2014/main" id="{CEEE7296-41FB-6D8D-B6C8-56D3EBC66449}"/>
                </a:ext>
              </a:extLst>
            </p:cNvPr>
            <p:cNvSpPr/>
            <p:nvPr>
              <p:custDataLst>
                <p:tags r:id="rId28"/>
              </p:custDataLst>
            </p:nvPr>
          </p:nvSpPr>
          <p:spPr>
            <a:xfrm>
              <a:off x="4293372" y="3840782"/>
              <a:ext cx="116604" cy="100589"/>
            </a:xfrm>
            <a:custGeom>
              <a:avLst/>
              <a:gdLst>
                <a:gd name="csX0" fmla="*/ 72898 w 116604"/>
                <a:gd name="csY0" fmla="*/ 85775 h 100589"/>
                <a:gd name="csX1" fmla="*/ 93088 w 116604"/>
                <a:gd name="csY1" fmla="*/ 100652 h 100589"/>
                <a:gd name="csX2" fmla="*/ 109875 w 116604"/>
                <a:gd name="csY2" fmla="*/ 88440 h 100589"/>
                <a:gd name="csX3" fmla="*/ 116681 w 116604"/>
                <a:gd name="csY3" fmla="*/ 66456 h 100589"/>
                <a:gd name="csX4" fmla="*/ 113959 w 116604"/>
                <a:gd name="csY4" fmla="*/ 64236 h 100589"/>
                <a:gd name="csX5" fmla="*/ 110783 w 116604"/>
                <a:gd name="csY5" fmla="*/ 68233 h 100589"/>
                <a:gd name="csX6" fmla="*/ 93768 w 116604"/>
                <a:gd name="csY6" fmla="*/ 95767 h 100589"/>
                <a:gd name="csX7" fmla="*/ 86736 w 116604"/>
                <a:gd name="csY7" fmla="*/ 85553 h 100589"/>
                <a:gd name="csX8" fmla="*/ 91273 w 116604"/>
                <a:gd name="csY8" fmla="*/ 62459 h 100589"/>
                <a:gd name="csX9" fmla="*/ 97625 w 116604"/>
                <a:gd name="csY9" fmla="*/ 38478 h 100589"/>
                <a:gd name="csX10" fmla="*/ 101481 w 116604"/>
                <a:gd name="csY10" fmla="*/ 23378 h 100589"/>
                <a:gd name="csX11" fmla="*/ 104884 w 116604"/>
                <a:gd name="csY11" fmla="*/ 8501 h 100589"/>
                <a:gd name="csX12" fmla="*/ 98305 w 116604"/>
                <a:gd name="csY12" fmla="*/ 2505 h 100589"/>
                <a:gd name="csX13" fmla="*/ 89458 w 116604"/>
                <a:gd name="csY13" fmla="*/ 10277 h 100589"/>
                <a:gd name="csX14" fmla="*/ 72444 w 116604"/>
                <a:gd name="csY14" fmla="*/ 77115 h 100589"/>
                <a:gd name="csX15" fmla="*/ 46582 w 116604"/>
                <a:gd name="csY15" fmla="*/ 95767 h 100589"/>
                <a:gd name="csX16" fmla="*/ 32517 w 116604"/>
                <a:gd name="csY16" fmla="*/ 77559 h 100589"/>
                <a:gd name="csX17" fmla="*/ 44767 w 116604"/>
                <a:gd name="csY17" fmla="*/ 32260 h 100589"/>
                <a:gd name="csX18" fmla="*/ 48624 w 116604"/>
                <a:gd name="csY18" fmla="*/ 18271 h 100589"/>
                <a:gd name="csX19" fmla="*/ 30022 w 116604"/>
                <a:gd name="csY19" fmla="*/ 63 h 100589"/>
                <a:gd name="csX20" fmla="*/ 77 w 116604"/>
                <a:gd name="csY20" fmla="*/ 34259 h 100589"/>
                <a:gd name="csX21" fmla="*/ 2799 w 116604"/>
                <a:gd name="csY21" fmla="*/ 36479 h 100589"/>
                <a:gd name="csX22" fmla="*/ 6429 w 116604"/>
                <a:gd name="csY22" fmla="*/ 32482 h 100589"/>
                <a:gd name="csX23" fmla="*/ 29341 w 116604"/>
                <a:gd name="csY23" fmla="*/ 4948 h 100589"/>
                <a:gd name="csX24" fmla="*/ 35013 w 116604"/>
                <a:gd name="csY24" fmla="*/ 12276 h 100589"/>
                <a:gd name="csX25" fmla="*/ 31156 w 116604"/>
                <a:gd name="csY25" fmla="*/ 27375 h 100589"/>
                <a:gd name="csX26" fmla="*/ 17998 w 116604"/>
                <a:gd name="csY26" fmla="*/ 74006 h 100589"/>
                <a:gd name="csX27" fmla="*/ 45902 w 116604"/>
                <a:gd name="csY27" fmla="*/ 100652 h 100589"/>
                <a:gd name="csX28" fmla="*/ 72898 w 116604"/>
                <a:gd name="csY28" fmla="*/ 85775 h 100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604" h="100589">
                  <a:moveTo>
                    <a:pt x="72898" y="85775"/>
                  </a:moveTo>
                  <a:cubicBezTo>
                    <a:pt x="75393" y="94879"/>
                    <a:pt x="83333" y="100652"/>
                    <a:pt x="93088" y="100652"/>
                  </a:cubicBezTo>
                  <a:cubicBezTo>
                    <a:pt x="101028" y="100652"/>
                    <a:pt x="106245" y="95545"/>
                    <a:pt x="109875" y="88440"/>
                  </a:cubicBezTo>
                  <a:cubicBezTo>
                    <a:pt x="113732" y="80446"/>
                    <a:pt x="116681" y="66901"/>
                    <a:pt x="116681" y="66456"/>
                  </a:cubicBezTo>
                  <a:cubicBezTo>
                    <a:pt x="116681" y="64236"/>
                    <a:pt x="114639" y="64236"/>
                    <a:pt x="113959" y="64236"/>
                  </a:cubicBezTo>
                  <a:cubicBezTo>
                    <a:pt x="111690" y="64236"/>
                    <a:pt x="111463" y="65124"/>
                    <a:pt x="110783" y="68233"/>
                  </a:cubicBezTo>
                  <a:cubicBezTo>
                    <a:pt x="107607" y="80668"/>
                    <a:pt x="103296" y="95767"/>
                    <a:pt x="93768" y="95767"/>
                  </a:cubicBezTo>
                  <a:cubicBezTo>
                    <a:pt x="89004" y="95767"/>
                    <a:pt x="86736" y="92881"/>
                    <a:pt x="86736" y="85553"/>
                  </a:cubicBezTo>
                  <a:cubicBezTo>
                    <a:pt x="86736" y="80668"/>
                    <a:pt x="89458" y="70231"/>
                    <a:pt x="91273" y="62459"/>
                  </a:cubicBezTo>
                  <a:lnTo>
                    <a:pt x="97625" y="38478"/>
                  </a:lnTo>
                  <a:cubicBezTo>
                    <a:pt x="98305" y="35147"/>
                    <a:pt x="100574" y="26709"/>
                    <a:pt x="101481" y="23378"/>
                  </a:cubicBezTo>
                  <a:cubicBezTo>
                    <a:pt x="102616" y="18271"/>
                    <a:pt x="104884" y="9833"/>
                    <a:pt x="104884" y="8501"/>
                  </a:cubicBezTo>
                  <a:cubicBezTo>
                    <a:pt x="104884" y="4504"/>
                    <a:pt x="101708" y="2505"/>
                    <a:pt x="98305" y="2505"/>
                  </a:cubicBezTo>
                  <a:cubicBezTo>
                    <a:pt x="97171" y="2505"/>
                    <a:pt x="91273" y="2727"/>
                    <a:pt x="89458" y="10277"/>
                  </a:cubicBezTo>
                  <a:cubicBezTo>
                    <a:pt x="85148" y="26487"/>
                    <a:pt x="75166" y="65346"/>
                    <a:pt x="72444" y="77115"/>
                  </a:cubicBezTo>
                  <a:cubicBezTo>
                    <a:pt x="72217" y="78003"/>
                    <a:pt x="63143" y="95767"/>
                    <a:pt x="46582" y="95767"/>
                  </a:cubicBezTo>
                  <a:cubicBezTo>
                    <a:pt x="34786" y="95767"/>
                    <a:pt x="32517" y="85775"/>
                    <a:pt x="32517" y="77559"/>
                  </a:cubicBezTo>
                  <a:cubicBezTo>
                    <a:pt x="32517" y="65124"/>
                    <a:pt x="38869" y="47582"/>
                    <a:pt x="44767" y="32260"/>
                  </a:cubicBezTo>
                  <a:cubicBezTo>
                    <a:pt x="47490" y="25599"/>
                    <a:pt x="48624" y="22490"/>
                    <a:pt x="48624" y="18271"/>
                  </a:cubicBezTo>
                  <a:cubicBezTo>
                    <a:pt x="48624" y="8279"/>
                    <a:pt x="41365" y="63"/>
                    <a:pt x="30022" y="63"/>
                  </a:cubicBezTo>
                  <a:cubicBezTo>
                    <a:pt x="8470" y="63"/>
                    <a:pt x="77" y="32260"/>
                    <a:pt x="77" y="34259"/>
                  </a:cubicBezTo>
                  <a:cubicBezTo>
                    <a:pt x="77" y="36479"/>
                    <a:pt x="2345" y="36479"/>
                    <a:pt x="2799" y="36479"/>
                  </a:cubicBezTo>
                  <a:cubicBezTo>
                    <a:pt x="5068" y="36479"/>
                    <a:pt x="5294" y="36035"/>
                    <a:pt x="6429" y="32482"/>
                  </a:cubicBezTo>
                  <a:cubicBezTo>
                    <a:pt x="12100" y="13164"/>
                    <a:pt x="20721" y="4948"/>
                    <a:pt x="29341" y="4948"/>
                  </a:cubicBezTo>
                  <a:cubicBezTo>
                    <a:pt x="31383" y="4948"/>
                    <a:pt x="35013" y="5170"/>
                    <a:pt x="35013" y="12276"/>
                  </a:cubicBezTo>
                  <a:cubicBezTo>
                    <a:pt x="35013" y="17605"/>
                    <a:pt x="32517" y="24044"/>
                    <a:pt x="31156" y="27375"/>
                  </a:cubicBezTo>
                  <a:cubicBezTo>
                    <a:pt x="22762" y="49358"/>
                    <a:pt x="17998" y="63126"/>
                    <a:pt x="17998" y="74006"/>
                  </a:cubicBezTo>
                  <a:cubicBezTo>
                    <a:pt x="17998" y="95101"/>
                    <a:pt x="33651" y="100652"/>
                    <a:pt x="45902" y="100652"/>
                  </a:cubicBezTo>
                  <a:cubicBezTo>
                    <a:pt x="60874" y="100652"/>
                    <a:pt x="69041" y="90660"/>
                    <a:pt x="72898" y="85775"/>
                  </a:cubicBezTo>
                  <a:close/>
                </a:path>
              </a:pathLst>
            </a:custGeom>
            <a:solidFill>
              <a:srgbClr val="000000"/>
            </a:solidFill>
            <a:ln w="22771" cap="flat">
              <a:noFill/>
              <a:prstDash val="solid"/>
              <a:miter/>
            </a:ln>
          </p:spPr>
          <p:txBody>
            <a:bodyPr/>
            <a:lstStyle/>
            <a:p>
              <a:endParaRPr lang="es-CO"/>
            </a:p>
          </p:txBody>
        </p:sp>
        <p:sp>
          <p:nvSpPr>
            <p:cNvPr id="9" name="Freeform: Shape 8">
              <a:extLst>
                <a:ext uri="{FF2B5EF4-FFF2-40B4-BE49-F238E27FC236}">
                  <a16:creationId xmlns:a16="http://schemas.microsoft.com/office/drawing/2014/main" id="{26718F39-616A-52A6-19E6-B385B4547703}"/>
                </a:ext>
              </a:extLst>
            </p:cNvPr>
            <p:cNvSpPr/>
            <p:nvPr>
              <p:custDataLst>
                <p:tags r:id="rId29"/>
              </p:custDataLst>
            </p:nvPr>
          </p:nvSpPr>
          <p:spPr>
            <a:xfrm>
              <a:off x="4427934" y="3866073"/>
              <a:ext cx="121163" cy="106163"/>
            </a:xfrm>
            <a:custGeom>
              <a:avLst/>
              <a:gdLst>
                <a:gd name="csX0" fmla="*/ 42958 w 121163"/>
                <a:gd name="csY0" fmla="*/ 58042 h 106163"/>
                <a:gd name="csX1" fmla="*/ 71701 w 121163"/>
                <a:gd name="csY1" fmla="*/ 58042 h 106163"/>
                <a:gd name="csX2" fmla="*/ 121246 w 121163"/>
                <a:gd name="csY2" fmla="*/ 24312 h 106163"/>
                <a:gd name="csX3" fmla="*/ 86469 w 121163"/>
                <a:gd name="csY3" fmla="*/ 64 h 106163"/>
                <a:gd name="csX4" fmla="*/ 30890 w 121163"/>
                <a:gd name="csY4" fmla="*/ 64 h 106163"/>
                <a:gd name="csX5" fmla="*/ 25808 w 121163"/>
                <a:gd name="csY5" fmla="*/ 3484 h 106163"/>
                <a:gd name="csX6" fmla="*/ 31048 w 121163"/>
                <a:gd name="csY6" fmla="*/ 5660 h 106163"/>
                <a:gd name="csX7" fmla="*/ 37083 w 121163"/>
                <a:gd name="csY7" fmla="*/ 5971 h 106163"/>
                <a:gd name="csX8" fmla="*/ 40576 w 121163"/>
                <a:gd name="csY8" fmla="*/ 8147 h 106163"/>
                <a:gd name="csX9" fmla="*/ 39941 w 121163"/>
                <a:gd name="csY9" fmla="*/ 11567 h 106163"/>
                <a:gd name="csX10" fmla="*/ 18980 w 121163"/>
                <a:gd name="csY10" fmla="*/ 93482 h 106163"/>
                <a:gd name="csX11" fmla="*/ 4846 w 121163"/>
                <a:gd name="csY11" fmla="*/ 100632 h 106163"/>
                <a:gd name="csX12" fmla="*/ 82 w 121163"/>
                <a:gd name="csY12" fmla="*/ 104051 h 106163"/>
                <a:gd name="csX13" fmla="*/ 2623 w 121163"/>
                <a:gd name="csY13" fmla="*/ 106227 h 106163"/>
                <a:gd name="csX14" fmla="*/ 23267 w 121163"/>
                <a:gd name="csY14" fmla="*/ 105606 h 106163"/>
                <a:gd name="csX15" fmla="*/ 34224 w 121163"/>
                <a:gd name="csY15" fmla="*/ 105761 h 106163"/>
                <a:gd name="csX16" fmla="*/ 44387 w 121163"/>
                <a:gd name="csY16" fmla="*/ 106227 h 106163"/>
                <a:gd name="csX17" fmla="*/ 47722 w 121163"/>
                <a:gd name="csY17" fmla="*/ 102808 h 106163"/>
                <a:gd name="csX18" fmla="*/ 42641 w 121163"/>
                <a:gd name="csY18" fmla="*/ 100632 h 106163"/>
                <a:gd name="csX19" fmla="*/ 36606 w 121163"/>
                <a:gd name="csY19" fmla="*/ 100321 h 106163"/>
                <a:gd name="csX20" fmla="*/ 32954 w 121163"/>
                <a:gd name="csY20" fmla="*/ 97989 h 106163"/>
                <a:gd name="csX21" fmla="*/ 33589 w 121163"/>
                <a:gd name="csY21" fmla="*/ 94570 h 106163"/>
                <a:gd name="csX22" fmla="*/ 42958 w 121163"/>
                <a:gd name="csY22" fmla="*/ 58042 h 106163"/>
                <a:gd name="csX23" fmla="*/ 54392 w 121163"/>
                <a:gd name="csY23" fmla="*/ 10945 h 106163"/>
                <a:gd name="csX24" fmla="*/ 62491 w 121163"/>
                <a:gd name="csY24" fmla="*/ 5660 h 106163"/>
                <a:gd name="csX25" fmla="*/ 81070 w 121163"/>
                <a:gd name="csY25" fmla="*/ 5660 h 106163"/>
                <a:gd name="csX26" fmla="*/ 105049 w 121163"/>
                <a:gd name="csY26" fmla="*/ 21048 h 106163"/>
                <a:gd name="csX27" fmla="*/ 95203 w 121163"/>
                <a:gd name="csY27" fmla="*/ 45141 h 106163"/>
                <a:gd name="csX28" fmla="*/ 69001 w 121163"/>
                <a:gd name="csY28" fmla="*/ 53068 h 106163"/>
                <a:gd name="csX29" fmla="*/ 43593 w 121163"/>
                <a:gd name="csY29" fmla="*/ 53068 h 106163"/>
                <a:gd name="csX30" fmla="*/ 54392 w 121163"/>
                <a:gd name="csY30" fmla="*/ 10945 h 10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21163" h="106163">
                  <a:moveTo>
                    <a:pt x="42958" y="58042"/>
                  </a:moveTo>
                  <a:lnTo>
                    <a:pt x="71701" y="58042"/>
                  </a:lnTo>
                  <a:cubicBezTo>
                    <a:pt x="98538" y="58042"/>
                    <a:pt x="121246" y="41255"/>
                    <a:pt x="121246" y="24312"/>
                  </a:cubicBezTo>
                  <a:cubicBezTo>
                    <a:pt x="121246" y="11256"/>
                    <a:pt x="108225" y="64"/>
                    <a:pt x="86469" y="64"/>
                  </a:cubicBezTo>
                  <a:lnTo>
                    <a:pt x="30890" y="64"/>
                  </a:lnTo>
                  <a:cubicBezTo>
                    <a:pt x="27714" y="64"/>
                    <a:pt x="25808" y="64"/>
                    <a:pt x="25808" y="3484"/>
                  </a:cubicBezTo>
                  <a:cubicBezTo>
                    <a:pt x="25808" y="5660"/>
                    <a:pt x="27555" y="5660"/>
                    <a:pt x="31048" y="5660"/>
                  </a:cubicBezTo>
                  <a:cubicBezTo>
                    <a:pt x="33589" y="5660"/>
                    <a:pt x="34224" y="5660"/>
                    <a:pt x="37083" y="5971"/>
                  </a:cubicBezTo>
                  <a:cubicBezTo>
                    <a:pt x="40259" y="6282"/>
                    <a:pt x="40576" y="6593"/>
                    <a:pt x="40576" y="8147"/>
                  </a:cubicBezTo>
                  <a:cubicBezTo>
                    <a:pt x="40576" y="8458"/>
                    <a:pt x="40576" y="9235"/>
                    <a:pt x="39941" y="11567"/>
                  </a:cubicBezTo>
                  <a:lnTo>
                    <a:pt x="18980" y="93482"/>
                  </a:lnTo>
                  <a:cubicBezTo>
                    <a:pt x="17392" y="99544"/>
                    <a:pt x="17233" y="100632"/>
                    <a:pt x="4846" y="100632"/>
                  </a:cubicBezTo>
                  <a:cubicBezTo>
                    <a:pt x="1988" y="100632"/>
                    <a:pt x="82" y="100632"/>
                    <a:pt x="82" y="104051"/>
                  </a:cubicBezTo>
                  <a:cubicBezTo>
                    <a:pt x="82" y="104207"/>
                    <a:pt x="82" y="106227"/>
                    <a:pt x="2623" y="106227"/>
                  </a:cubicBezTo>
                  <a:cubicBezTo>
                    <a:pt x="7228" y="106227"/>
                    <a:pt x="18662" y="105606"/>
                    <a:pt x="23267" y="105606"/>
                  </a:cubicBezTo>
                  <a:cubicBezTo>
                    <a:pt x="25967" y="105606"/>
                    <a:pt x="31525" y="105606"/>
                    <a:pt x="34224" y="105761"/>
                  </a:cubicBezTo>
                  <a:cubicBezTo>
                    <a:pt x="37400" y="105917"/>
                    <a:pt x="41370" y="106227"/>
                    <a:pt x="44387" y="106227"/>
                  </a:cubicBezTo>
                  <a:cubicBezTo>
                    <a:pt x="45340" y="106227"/>
                    <a:pt x="47722" y="106227"/>
                    <a:pt x="47722" y="102808"/>
                  </a:cubicBezTo>
                  <a:cubicBezTo>
                    <a:pt x="47722" y="100632"/>
                    <a:pt x="45817" y="100632"/>
                    <a:pt x="42641" y="100632"/>
                  </a:cubicBezTo>
                  <a:cubicBezTo>
                    <a:pt x="42482" y="100632"/>
                    <a:pt x="39465" y="100632"/>
                    <a:pt x="36606" y="100321"/>
                  </a:cubicBezTo>
                  <a:cubicBezTo>
                    <a:pt x="32954" y="100010"/>
                    <a:pt x="32954" y="99544"/>
                    <a:pt x="32954" y="97989"/>
                  </a:cubicBezTo>
                  <a:cubicBezTo>
                    <a:pt x="32954" y="97834"/>
                    <a:pt x="32954" y="96901"/>
                    <a:pt x="33589" y="94570"/>
                  </a:cubicBezTo>
                  <a:lnTo>
                    <a:pt x="42958" y="58042"/>
                  </a:lnTo>
                  <a:close/>
                  <a:moveTo>
                    <a:pt x="54392" y="10945"/>
                  </a:moveTo>
                  <a:cubicBezTo>
                    <a:pt x="55662" y="6126"/>
                    <a:pt x="55821" y="5660"/>
                    <a:pt x="62491" y="5660"/>
                  </a:cubicBezTo>
                  <a:lnTo>
                    <a:pt x="81070" y="5660"/>
                  </a:lnTo>
                  <a:cubicBezTo>
                    <a:pt x="95838" y="5660"/>
                    <a:pt x="105049" y="10012"/>
                    <a:pt x="105049" y="21048"/>
                  </a:cubicBezTo>
                  <a:cubicBezTo>
                    <a:pt x="105049" y="25867"/>
                    <a:pt x="103143" y="38146"/>
                    <a:pt x="95203" y="45141"/>
                  </a:cubicBezTo>
                  <a:cubicBezTo>
                    <a:pt x="89487" y="50115"/>
                    <a:pt x="80435" y="53068"/>
                    <a:pt x="69001" y="53068"/>
                  </a:cubicBezTo>
                  <a:lnTo>
                    <a:pt x="43593" y="53068"/>
                  </a:lnTo>
                  <a:lnTo>
                    <a:pt x="54392" y="10945"/>
                  </a:lnTo>
                  <a:close/>
                </a:path>
              </a:pathLst>
            </a:custGeom>
            <a:solidFill>
              <a:srgbClr val="000000"/>
            </a:solidFill>
            <a:ln w="22771" cap="flat">
              <a:noFill/>
              <a:prstDash val="solid"/>
              <a:miter/>
            </a:ln>
          </p:spPr>
          <p:txBody>
            <a:bodyPr/>
            <a:lstStyle/>
            <a:p>
              <a:endParaRPr lang="es-CO"/>
            </a:p>
          </p:txBody>
        </p:sp>
        <p:sp>
          <p:nvSpPr>
            <p:cNvPr id="10" name="Freeform: Shape 9">
              <a:extLst>
                <a:ext uri="{FF2B5EF4-FFF2-40B4-BE49-F238E27FC236}">
                  <a16:creationId xmlns:a16="http://schemas.microsoft.com/office/drawing/2014/main" id="{46D5337F-852B-4696-1396-261B846ADF8D}"/>
                </a:ext>
              </a:extLst>
            </p:cNvPr>
            <p:cNvSpPr/>
            <p:nvPr>
              <p:custDataLst>
                <p:tags r:id="rId30"/>
              </p:custDataLst>
            </p:nvPr>
          </p:nvSpPr>
          <p:spPr>
            <a:xfrm>
              <a:off x="4566741" y="3866073"/>
              <a:ext cx="74953" cy="106163"/>
            </a:xfrm>
            <a:custGeom>
              <a:avLst/>
              <a:gdLst>
                <a:gd name="csX0" fmla="*/ 55510 w 74953"/>
                <a:gd name="csY0" fmla="*/ 12344 h 106163"/>
                <a:gd name="csX1" fmla="*/ 69166 w 74953"/>
                <a:gd name="csY1" fmla="*/ 5660 h 106163"/>
                <a:gd name="csX2" fmla="*/ 75042 w 74953"/>
                <a:gd name="csY2" fmla="*/ 2396 h 106163"/>
                <a:gd name="csX3" fmla="*/ 72501 w 74953"/>
                <a:gd name="csY3" fmla="*/ 64 h 106163"/>
                <a:gd name="csX4" fmla="*/ 61862 w 74953"/>
                <a:gd name="csY4" fmla="*/ 531 h 106163"/>
                <a:gd name="csX5" fmla="*/ 51063 w 74953"/>
                <a:gd name="csY5" fmla="*/ 686 h 106163"/>
                <a:gd name="csX6" fmla="*/ 40106 w 74953"/>
                <a:gd name="csY6" fmla="*/ 531 h 106163"/>
                <a:gd name="csX7" fmla="*/ 29149 w 74953"/>
                <a:gd name="csY7" fmla="*/ 64 h 106163"/>
                <a:gd name="csX8" fmla="*/ 25814 w 74953"/>
                <a:gd name="csY8" fmla="*/ 3484 h 106163"/>
                <a:gd name="csX9" fmla="*/ 31054 w 74953"/>
                <a:gd name="csY9" fmla="*/ 5660 h 106163"/>
                <a:gd name="csX10" fmla="*/ 37089 w 74953"/>
                <a:gd name="csY10" fmla="*/ 5971 h 106163"/>
                <a:gd name="csX11" fmla="*/ 41376 w 74953"/>
                <a:gd name="csY11" fmla="*/ 8147 h 106163"/>
                <a:gd name="csX12" fmla="*/ 40741 w 74953"/>
                <a:gd name="csY12" fmla="*/ 11411 h 106163"/>
                <a:gd name="csX13" fmla="*/ 19621 w 74953"/>
                <a:gd name="csY13" fmla="*/ 93948 h 106163"/>
                <a:gd name="csX14" fmla="*/ 5964 w 74953"/>
                <a:gd name="csY14" fmla="*/ 100632 h 106163"/>
                <a:gd name="csX15" fmla="*/ 89 w 74953"/>
                <a:gd name="csY15" fmla="*/ 104051 h 106163"/>
                <a:gd name="csX16" fmla="*/ 2629 w 74953"/>
                <a:gd name="csY16" fmla="*/ 106227 h 106163"/>
                <a:gd name="csX17" fmla="*/ 24067 w 74953"/>
                <a:gd name="csY17" fmla="*/ 105606 h 106163"/>
                <a:gd name="csX18" fmla="*/ 35024 w 74953"/>
                <a:gd name="csY18" fmla="*/ 105761 h 106163"/>
                <a:gd name="csX19" fmla="*/ 45982 w 74953"/>
                <a:gd name="csY19" fmla="*/ 106227 h 106163"/>
                <a:gd name="csX20" fmla="*/ 49316 w 74953"/>
                <a:gd name="csY20" fmla="*/ 102808 h 106163"/>
                <a:gd name="csX21" fmla="*/ 44235 w 74953"/>
                <a:gd name="csY21" fmla="*/ 100632 h 106163"/>
                <a:gd name="csX22" fmla="*/ 37406 w 74953"/>
                <a:gd name="csY22" fmla="*/ 100321 h 106163"/>
                <a:gd name="csX23" fmla="*/ 33754 w 74953"/>
                <a:gd name="csY23" fmla="*/ 97989 h 106163"/>
                <a:gd name="csX24" fmla="*/ 34389 w 74953"/>
                <a:gd name="csY24" fmla="*/ 94570 h 106163"/>
                <a:gd name="csX25" fmla="*/ 55510 w 74953"/>
                <a:gd name="csY25" fmla="*/ 12344 h 10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4953" h="106163">
                  <a:moveTo>
                    <a:pt x="55510" y="12344"/>
                  </a:moveTo>
                  <a:cubicBezTo>
                    <a:pt x="56939" y="7059"/>
                    <a:pt x="57256" y="5660"/>
                    <a:pt x="69166" y="5660"/>
                  </a:cubicBezTo>
                  <a:cubicBezTo>
                    <a:pt x="73136" y="5660"/>
                    <a:pt x="75042" y="5660"/>
                    <a:pt x="75042" y="2396"/>
                  </a:cubicBezTo>
                  <a:cubicBezTo>
                    <a:pt x="75042" y="997"/>
                    <a:pt x="73930" y="64"/>
                    <a:pt x="72501" y="64"/>
                  </a:cubicBezTo>
                  <a:cubicBezTo>
                    <a:pt x="69166" y="64"/>
                    <a:pt x="65196" y="531"/>
                    <a:pt x="61862" y="531"/>
                  </a:cubicBezTo>
                  <a:cubicBezTo>
                    <a:pt x="58368" y="531"/>
                    <a:pt x="54557" y="686"/>
                    <a:pt x="51063" y="686"/>
                  </a:cubicBezTo>
                  <a:cubicBezTo>
                    <a:pt x="51063" y="686"/>
                    <a:pt x="40106" y="531"/>
                    <a:pt x="40106" y="531"/>
                  </a:cubicBezTo>
                  <a:cubicBezTo>
                    <a:pt x="36612" y="531"/>
                    <a:pt x="32642" y="64"/>
                    <a:pt x="29149" y="64"/>
                  </a:cubicBezTo>
                  <a:cubicBezTo>
                    <a:pt x="28196" y="64"/>
                    <a:pt x="25814" y="64"/>
                    <a:pt x="25814" y="3484"/>
                  </a:cubicBezTo>
                  <a:cubicBezTo>
                    <a:pt x="25814" y="5660"/>
                    <a:pt x="27561" y="5660"/>
                    <a:pt x="31054" y="5660"/>
                  </a:cubicBezTo>
                  <a:cubicBezTo>
                    <a:pt x="31213" y="5660"/>
                    <a:pt x="34389" y="5660"/>
                    <a:pt x="37089" y="5971"/>
                  </a:cubicBezTo>
                  <a:cubicBezTo>
                    <a:pt x="40265" y="6282"/>
                    <a:pt x="41376" y="6437"/>
                    <a:pt x="41376" y="8147"/>
                  </a:cubicBezTo>
                  <a:cubicBezTo>
                    <a:pt x="41376" y="9080"/>
                    <a:pt x="41059" y="10168"/>
                    <a:pt x="40741" y="11411"/>
                  </a:cubicBezTo>
                  <a:lnTo>
                    <a:pt x="19621" y="93948"/>
                  </a:lnTo>
                  <a:cubicBezTo>
                    <a:pt x="18351" y="99077"/>
                    <a:pt x="17874" y="100632"/>
                    <a:pt x="5964" y="100632"/>
                  </a:cubicBezTo>
                  <a:cubicBezTo>
                    <a:pt x="1677" y="100632"/>
                    <a:pt x="89" y="100632"/>
                    <a:pt x="89" y="104051"/>
                  </a:cubicBezTo>
                  <a:cubicBezTo>
                    <a:pt x="89" y="104207"/>
                    <a:pt x="89" y="106227"/>
                    <a:pt x="2629" y="106227"/>
                  </a:cubicBezTo>
                  <a:cubicBezTo>
                    <a:pt x="7393" y="106227"/>
                    <a:pt x="19303" y="105606"/>
                    <a:pt x="24067" y="105606"/>
                  </a:cubicBezTo>
                  <a:lnTo>
                    <a:pt x="35024" y="105761"/>
                  </a:lnTo>
                  <a:cubicBezTo>
                    <a:pt x="38518" y="105761"/>
                    <a:pt x="42488" y="106227"/>
                    <a:pt x="45982" y="106227"/>
                  </a:cubicBezTo>
                  <a:cubicBezTo>
                    <a:pt x="46934" y="106227"/>
                    <a:pt x="49316" y="106227"/>
                    <a:pt x="49316" y="102808"/>
                  </a:cubicBezTo>
                  <a:cubicBezTo>
                    <a:pt x="49316" y="100632"/>
                    <a:pt x="47411" y="100632"/>
                    <a:pt x="44235" y="100632"/>
                  </a:cubicBezTo>
                  <a:cubicBezTo>
                    <a:pt x="43917" y="100632"/>
                    <a:pt x="40582" y="100632"/>
                    <a:pt x="37406" y="100321"/>
                  </a:cubicBezTo>
                  <a:cubicBezTo>
                    <a:pt x="33754" y="100010"/>
                    <a:pt x="33754" y="99388"/>
                    <a:pt x="33754" y="97989"/>
                  </a:cubicBezTo>
                  <a:cubicBezTo>
                    <a:pt x="33754" y="97834"/>
                    <a:pt x="33754" y="96901"/>
                    <a:pt x="34389" y="94570"/>
                  </a:cubicBezTo>
                  <a:lnTo>
                    <a:pt x="55510" y="12344"/>
                  </a:lnTo>
                  <a:close/>
                </a:path>
              </a:pathLst>
            </a:custGeom>
            <a:solidFill>
              <a:srgbClr val="000000"/>
            </a:solidFill>
            <a:ln w="22771" cap="flat">
              <a:noFill/>
              <a:prstDash val="solid"/>
              <a:miter/>
            </a:ln>
          </p:spPr>
          <p:txBody>
            <a:bodyPr/>
            <a:lstStyle/>
            <a:p>
              <a:endParaRPr lang="es-CO"/>
            </a:p>
          </p:txBody>
        </p:sp>
        <p:sp>
          <p:nvSpPr>
            <p:cNvPr id="11" name="Freeform: Shape 10">
              <a:extLst>
                <a:ext uri="{FF2B5EF4-FFF2-40B4-BE49-F238E27FC236}">
                  <a16:creationId xmlns:a16="http://schemas.microsoft.com/office/drawing/2014/main" id="{37109F60-CEE7-18A6-9E3D-1C205F19CD46}"/>
                </a:ext>
              </a:extLst>
            </p:cNvPr>
            <p:cNvSpPr/>
            <p:nvPr>
              <p:custDataLst>
                <p:tags r:id="rId31"/>
              </p:custDataLst>
            </p:nvPr>
          </p:nvSpPr>
          <p:spPr>
            <a:xfrm>
              <a:off x="4660596" y="3866073"/>
              <a:ext cx="130533" cy="106163"/>
            </a:xfrm>
            <a:custGeom>
              <a:avLst/>
              <a:gdLst>
                <a:gd name="csX0" fmla="*/ 18831 w 130533"/>
                <a:gd name="csY0" fmla="*/ 94103 h 106163"/>
                <a:gd name="csX1" fmla="*/ 4857 w 130533"/>
                <a:gd name="csY1" fmla="*/ 100632 h 106163"/>
                <a:gd name="csX2" fmla="*/ 93 w 130533"/>
                <a:gd name="csY2" fmla="*/ 104051 h 106163"/>
                <a:gd name="csX3" fmla="*/ 4857 w 130533"/>
                <a:gd name="csY3" fmla="*/ 106227 h 106163"/>
                <a:gd name="csX4" fmla="*/ 61548 w 130533"/>
                <a:gd name="csY4" fmla="*/ 106227 h 106163"/>
                <a:gd name="csX5" fmla="*/ 130626 w 130533"/>
                <a:gd name="csY5" fmla="*/ 40633 h 106163"/>
                <a:gd name="csX6" fmla="*/ 88703 w 130533"/>
                <a:gd name="csY6" fmla="*/ 64 h 106163"/>
                <a:gd name="csX7" fmla="*/ 30900 w 130533"/>
                <a:gd name="csY7" fmla="*/ 64 h 106163"/>
                <a:gd name="csX8" fmla="*/ 25818 w 130533"/>
                <a:gd name="csY8" fmla="*/ 3484 h 106163"/>
                <a:gd name="csX9" fmla="*/ 31059 w 130533"/>
                <a:gd name="csY9" fmla="*/ 5660 h 106163"/>
                <a:gd name="csX10" fmla="*/ 37093 w 130533"/>
                <a:gd name="csY10" fmla="*/ 5971 h 106163"/>
                <a:gd name="csX11" fmla="*/ 40586 w 130533"/>
                <a:gd name="csY11" fmla="*/ 8147 h 106163"/>
                <a:gd name="csX12" fmla="*/ 39951 w 130533"/>
                <a:gd name="csY12" fmla="*/ 11567 h 106163"/>
                <a:gd name="csX13" fmla="*/ 18831 w 130533"/>
                <a:gd name="csY13" fmla="*/ 94103 h 106163"/>
                <a:gd name="csX14" fmla="*/ 54402 w 130533"/>
                <a:gd name="csY14" fmla="*/ 10945 h 106163"/>
                <a:gd name="csX15" fmla="*/ 62501 w 130533"/>
                <a:gd name="csY15" fmla="*/ 5660 h 106163"/>
                <a:gd name="csX16" fmla="*/ 82827 w 130533"/>
                <a:gd name="csY16" fmla="*/ 5660 h 106163"/>
                <a:gd name="csX17" fmla="*/ 115540 w 130533"/>
                <a:gd name="csY17" fmla="*/ 35504 h 106163"/>
                <a:gd name="csX18" fmla="*/ 98072 w 130533"/>
                <a:gd name="csY18" fmla="*/ 83689 h 106163"/>
                <a:gd name="csX19" fmla="*/ 58690 w 130533"/>
                <a:gd name="csY19" fmla="*/ 100632 h 106163"/>
                <a:gd name="csX20" fmla="*/ 37093 w 130533"/>
                <a:gd name="csY20" fmla="*/ 100632 h 106163"/>
                <a:gd name="csX21" fmla="*/ 32011 w 130533"/>
                <a:gd name="csY21" fmla="*/ 99077 h 106163"/>
                <a:gd name="csX22" fmla="*/ 32647 w 130533"/>
                <a:gd name="csY22" fmla="*/ 95813 h 106163"/>
                <a:gd name="csX23" fmla="*/ 54402 w 130533"/>
                <a:gd name="csY23" fmla="*/ 10945 h 106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0533" h="106163">
                  <a:moveTo>
                    <a:pt x="18831" y="94103"/>
                  </a:moveTo>
                  <a:cubicBezTo>
                    <a:pt x="17561" y="99388"/>
                    <a:pt x="17243" y="100632"/>
                    <a:pt x="4857" y="100632"/>
                  </a:cubicBezTo>
                  <a:cubicBezTo>
                    <a:pt x="1998" y="100632"/>
                    <a:pt x="93" y="100632"/>
                    <a:pt x="93" y="104051"/>
                  </a:cubicBezTo>
                  <a:cubicBezTo>
                    <a:pt x="93" y="106227"/>
                    <a:pt x="1998" y="106227"/>
                    <a:pt x="4857" y="106227"/>
                  </a:cubicBezTo>
                  <a:lnTo>
                    <a:pt x="61548" y="106227"/>
                  </a:lnTo>
                  <a:cubicBezTo>
                    <a:pt x="96801" y="106227"/>
                    <a:pt x="130626" y="74518"/>
                    <a:pt x="130626" y="40633"/>
                  </a:cubicBezTo>
                  <a:cubicBezTo>
                    <a:pt x="130626" y="17939"/>
                    <a:pt x="114587" y="64"/>
                    <a:pt x="88703" y="64"/>
                  </a:cubicBezTo>
                  <a:lnTo>
                    <a:pt x="30900" y="64"/>
                  </a:lnTo>
                  <a:cubicBezTo>
                    <a:pt x="27724" y="64"/>
                    <a:pt x="25818" y="64"/>
                    <a:pt x="25818" y="3484"/>
                  </a:cubicBezTo>
                  <a:cubicBezTo>
                    <a:pt x="25818" y="5660"/>
                    <a:pt x="27565" y="5660"/>
                    <a:pt x="31059" y="5660"/>
                  </a:cubicBezTo>
                  <a:cubicBezTo>
                    <a:pt x="33599" y="5660"/>
                    <a:pt x="34235" y="5660"/>
                    <a:pt x="37093" y="5971"/>
                  </a:cubicBezTo>
                  <a:cubicBezTo>
                    <a:pt x="40269" y="6282"/>
                    <a:pt x="40586" y="6593"/>
                    <a:pt x="40586" y="8147"/>
                  </a:cubicBezTo>
                  <a:cubicBezTo>
                    <a:pt x="40586" y="8458"/>
                    <a:pt x="40586" y="9235"/>
                    <a:pt x="39951" y="11567"/>
                  </a:cubicBezTo>
                  <a:lnTo>
                    <a:pt x="18831" y="94103"/>
                  </a:lnTo>
                  <a:close/>
                  <a:moveTo>
                    <a:pt x="54402" y="10945"/>
                  </a:moveTo>
                  <a:cubicBezTo>
                    <a:pt x="55672" y="6126"/>
                    <a:pt x="55831" y="5660"/>
                    <a:pt x="62501" y="5660"/>
                  </a:cubicBezTo>
                  <a:lnTo>
                    <a:pt x="82827" y="5660"/>
                  </a:lnTo>
                  <a:cubicBezTo>
                    <a:pt x="100613" y="5660"/>
                    <a:pt x="115540" y="14364"/>
                    <a:pt x="115540" y="35504"/>
                  </a:cubicBezTo>
                  <a:cubicBezTo>
                    <a:pt x="115540" y="39079"/>
                    <a:pt x="113952" y="65969"/>
                    <a:pt x="98072" y="83689"/>
                  </a:cubicBezTo>
                  <a:cubicBezTo>
                    <a:pt x="91879" y="90684"/>
                    <a:pt x="78222" y="100632"/>
                    <a:pt x="58690" y="100632"/>
                  </a:cubicBezTo>
                  <a:lnTo>
                    <a:pt x="37093" y="100632"/>
                  </a:lnTo>
                  <a:cubicBezTo>
                    <a:pt x="32170" y="100632"/>
                    <a:pt x="32011" y="100476"/>
                    <a:pt x="32011" y="99077"/>
                  </a:cubicBezTo>
                  <a:cubicBezTo>
                    <a:pt x="32011" y="98922"/>
                    <a:pt x="32011" y="98145"/>
                    <a:pt x="32647" y="95813"/>
                  </a:cubicBezTo>
                  <a:lnTo>
                    <a:pt x="54402" y="10945"/>
                  </a:lnTo>
                  <a:close/>
                </a:path>
              </a:pathLst>
            </a:custGeom>
            <a:solidFill>
              <a:srgbClr val="000000"/>
            </a:solidFill>
            <a:ln w="22771" cap="flat">
              <a:noFill/>
              <a:prstDash val="solid"/>
              <a:miter/>
            </a:ln>
          </p:spPr>
          <p:txBody>
            <a:bodyPr/>
            <a:lstStyle/>
            <a:p>
              <a:endParaRPr lang="es-CO"/>
            </a:p>
          </p:txBody>
        </p:sp>
        <p:sp>
          <p:nvSpPr>
            <p:cNvPr id="12" name="Freeform: Shape 11">
              <a:extLst>
                <a:ext uri="{FF2B5EF4-FFF2-40B4-BE49-F238E27FC236}">
                  <a16:creationId xmlns:a16="http://schemas.microsoft.com/office/drawing/2014/main" id="{02B6AE0B-26F1-AA9A-7B17-6CCE328DA6CE}"/>
                </a:ext>
              </a:extLst>
            </p:cNvPr>
            <p:cNvSpPr/>
            <p:nvPr>
              <p:custDataLst>
                <p:tags r:id="rId32"/>
              </p:custDataLst>
            </p:nvPr>
          </p:nvSpPr>
          <p:spPr>
            <a:xfrm>
              <a:off x="4836336" y="3772390"/>
              <a:ext cx="52630" cy="222052"/>
            </a:xfrm>
            <a:custGeom>
              <a:avLst/>
              <a:gdLst>
                <a:gd name="csX0" fmla="*/ 52731 w 52630"/>
                <a:gd name="csY0" fmla="*/ 219895 h 222052"/>
                <a:gd name="csX1" fmla="*/ 48874 w 52630"/>
                <a:gd name="csY1" fmla="*/ 215009 h 222052"/>
                <a:gd name="csX2" fmla="*/ 13258 w 52630"/>
                <a:gd name="csY2" fmla="*/ 111089 h 222052"/>
                <a:gd name="csX3" fmla="*/ 49781 w 52630"/>
                <a:gd name="csY3" fmla="*/ 6058 h 222052"/>
                <a:gd name="csX4" fmla="*/ 52731 w 52630"/>
                <a:gd name="csY4" fmla="*/ 2283 h 222052"/>
                <a:gd name="csX5" fmla="*/ 50462 w 52630"/>
                <a:gd name="csY5" fmla="*/ 63 h 222052"/>
                <a:gd name="csX6" fmla="*/ 14392 w 52630"/>
                <a:gd name="csY6" fmla="*/ 43363 h 222052"/>
                <a:gd name="csX7" fmla="*/ 100 w 52630"/>
                <a:gd name="csY7" fmla="*/ 111089 h 222052"/>
                <a:gd name="csX8" fmla="*/ 15072 w 52630"/>
                <a:gd name="csY8" fmla="*/ 180369 h 222052"/>
                <a:gd name="csX9" fmla="*/ 50462 w 52630"/>
                <a:gd name="csY9" fmla="*/ 222115 h 222052"/>
                <a:gd name="csX10" fmla="*/ 52731 w 52630"/>
                <a:gd name="csY10" fmla="*/ 21989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31" y="219895"/>
                  </a:moveTo>
                  <a:cubicBezTo>
                    <a:pt x="52731" y="219228"/>
                    <a:pt x="52731" y="218784"/>
                    <a:pt x="48874" y="215009"/>
                  </a:cubicBezTo>
                  <a:cubicBezTo>
                    <a:pt x="20517" y="187031"/>
                    <a:pt x="13258" y="145063"/>
                    <a:pt x="13258" y="111089"/>
                  </a:cubicBezTo>
                  <a:cubicBezTo>
                    <a:pt x="13258" y="72452"/>
                    <a:pt x="21878" y="33815"/>
                    <a:pt x="49781" y="6058"/>
                  </a:cubicBezTo>
                  <a:cubicBezTo>
                    <a:pt x="52731" y="3394"/>
                    <a:pt x="52731" y="2949"/>
                    <a:pt x="52731" y="2283"/>
                  </a:cubicBezTo>
                  <a:cubicBezTo>
                    <a:pt x="52731" y="729"/>
                    <a:pt x="51823" y="63"/>
                    <a:pt x="50462" y="63"/>
                  </a:cubicBezTo>
                  <a:cubicBezTo>
                    <a:pt x="48193" y="63"/>
                    <a:pt x="27776" y="15162"/>
                    <a:pt x="14392" y="43363"/>
                  </a:cubicBezTo>
                  <a:cubicBezTo>
                    <a:pt x="2822" y="67789"/>
                    <a:pt x="100" y="92437"/>
                    <a:pt x="100" y="111089"/>
                  </a:cubicBezTo>
                  <a:cubicBezTo>
                    <a:pt x="100" y="128409"/>
                    <a:pt x="2595" y="155277"/>
                    <a:pt x="15072" y="180369"/>
                  </a:cubicBezTo>
                  <a:cubicBezTo>
                    <a:pt x="28684" y="207682"/>
                    <a:pt x="48193" y="222115"/>
                    <a:pt x="50462" y="222115"/>
                  </a:cubicBezTo>
                  <a:cubicBezTo>
                    <a:pt x="51823" y="222115"/>
                    <a:pt x="52731" y="221449"/>
                    <a:pt x="52731" y="219895"/>
                  </a:cubicBezTo>
                  <a:close/>
                </a:path>
              </a:pathLst>
            </a:custGeom>
            <a:solidFill>
              <a:srgbClr val="000000"/>
            </a:solidFill>
            <a:ln w="22771" cap="flat">
              <a:noFill/>
              <a:prstDash val="solid"/>
              <a:miter/>
            </a:ln>
          </p:spPr>
          <p:txBody>
            <a:bodyPr/>
            <a:lstStyle/>
            <a:p>
              <a:endParaRPr lang="es-CO"/>
            </a:p>
          </p:txBody>
        </p:sp>
        <p:sp>
          <p:nvSpPr>
            <p:cNvPr id="13" name="Freeform: Shape 12">
              <a:extLst>
                <a:ext uri="{FF2B5EF4-FFF2-40B4-BE49-F238E27FC236}">
                  <a16:creationId xmlns:a16="http://schemas.microsoft.com/office/drawing/2014/main" id="{46C1F32B-435F-793A-4DFC-07F89BBBF92F}"/>
                </a:ext>
              </a:extLst>
            </p:cNvPr>
            <p:cNvSpPr/>
            <p:nvPr>
              <p:custDataLst>
                <p:tags r:id="rId33"/>
              </p:custDataLst>
            </p:nvPr>
          </p:nvSpPr>
          <p:spPr>
            <a:xfrm>
              <a:off x="4907317" y="3799924"/>
              <a:ext cx="69644" cy="141447"/>
            </a:xfrm>
            <a:custGeom>
              <a:avLst/>
              <a:gdLst>
                <a:gd name="csX0" fmla="*/ 41618 w 69644"/>
                <a:gd name="csY0" fmla="*/ 50247 h 141447"/>
                <a:gd name="csX1" fmla="*/ 62943 w 69644"/>
                <a:gd name="csY1" fmla="*/ 50247 h 141447"/>
                <a:gd name="csX2" fmla="*/ 69749 w 69644"/>
                <a:gd name="csY2" fmla="*/ 45806 h 141447"/>
                <a:gd name="csX3" fmla="*/ 63397 w 69644"/>
                <a:gd name="csY3" fmla="*/ 43363 h 141447"/>
                <a:gd name="csX4" fmla="*/ 43433 w 69644"/>
                <a:gd name="csY4" fmla="*/ 43363 h 141447"/>
                <a:gd name="csX5" fmla="*/ 52734 w 69644"/>
                <a:gd name="csY5" fmla="*/ 6058 h 141447"/>
                <a:gd name="csX6" fmla="*/ 46156 w 69644"/>
                <a:gd name="csY6" fmla="*/ 63 h 141447"/>
                <a:gd name="csX7" fmla="*/ 37081 w 69644"/>
                <a:gd name="csY7" fmla="*/ 8057 h 141447"/>
                <a:gd name="csX8" fmla="*/ 28234 w 69644"/>
                <a:gd name="csY8" fmla="*/ 43363 h 141447"/>
                <a:gd name="csX9" fmla="*/ 6909 w 69644"/>
                <a:gd name="csY9" fmla="*/ 43363 h 141447"/>
                <a:gd name="csX10" fmla="*/ 104 w 69644"/>
                <a:gd name="csY10" fmla="*/ 47582 h 141447"/>
                <a:gd name="csX11" fmla="*/ 6456 w 69644"/>
                <a:gd name="csY11" fmla="*/ 50247 h 141447"/>
                <a:gd name="csX12" fmla="*/ 26419 w 69644"/>
                <a:gd name="csY12" fmla="*/ 50247 h 141447"/>
                <a:gd name="csX13" fmla="*/ 9178 w 69644"/>
                <a:gd name="csY13" fmla="*/ 121081 h 141447"/>
                <a:gd name="csX14" fmla="*/ 30049 w 69644"/>
                <a:gd name="csY14" fmla="*/ 141510 h 141447"/>
                <a:gd name="csX15" fmla="*/ 66119 w 69644"/>
                <a:gd name="csY15" fmla="*/ 107314 h 141447"/>
                <a:gd name="csX16" fmla="*/ 63397 w 69644"/>
                <a:gd name="csY16" fmla="*/ 105094 h 141447"/>
                <a:gd name="csX17" fmla="*/ 59994 w 69644"/>
                <a:gd name="csY17" fmla="*/ 108202 h 141447"/>
                <a:gd name="csX18" fmla="*/ 30502 w 69644"/>
                <a:gd name="csY18" fmla="*/ 136625 h 141447"/>
                <a:gd name="csX19" fmla="*/ 23470 w 69644"/>
                <a:gd name="csY19" fmla="*/ 126411 h 141447"/>
                <a:gd name="csX20" fmla="*/ 24831 w 69644"/>
                <a:gd name="csY20" fmla="*/ 115752 h 141447"/>
                <a:gd name="csX21" fmla="*/ 41618 w 69644"/>
                <a:gd name="csY21" fmla="*/ 50247 h 141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9644" h="141447">
                  <a:moveTo>
                    <a:pt x="41618" y="50247"/>
                  </a:moveTo>
                  <a:lnTo>
                    <a:pt x="62943" y="50247"/>
                  </a:lnTo>
                  <a:cubicBezTo>
                    <a:pt x="67480" y="50247"/>
                    <a:pt x="69749" y="50247"/>
                    <a:pt x="69749" y="45806"/>
                  </a:cubicBezTo>
                  <a:cubicBezTo>
                    <a:pt x="69749" y="43363"/>
                    <a:pt x="67480" y="43363"/>
                    <a:pt x="63397" y="43363"/>
                  </a:cubicBezTo>
                  <a:lnTo>
                    <a:pt x="43433" y="43363"/>
                  </a:lnTo>
                  <a:cubicBezTo>
                    <a:pt x="51600" y="11832"/>
                    <a:pt x="52734" y="7390"/>
                    <a:pt x="52734" y="6058"/>
                  </a:cubicBezTo>
                  <a:cubicBezTo>
                    <a:pt x="52734" y="2283"/>
                    <a:pt x="50012" y="63"/>
                    <a:pt x="46156" y="63"/>
                  </a:cubicBezTo>
                  <a:cubicBezTo>
                    <a:pt x="45475" y="63"/>
                    <a:pt x="39123" y="285"/>
                    <a:pt x="37081" y="8057"/>
                  </a:cubicBezTo>
                  <a:lnTo>
                    <a:pt x="28234" y="43363"/>
                  </a:lnTo>
                  <a:lnTo>
                    <a:pt x="6909" y="43363"/>
                  </a:lnTo>
                  <a:cubicBezTo>
                    <a:pt x="2372" y="43363"/>
                    <a:pt x="104" y="43363"/>
                    <a:pt x="104" y="47582"/>
                  </a:cubicBezTo>
                  <a:cubicBezTo>
                    <a:pt x="104" y="50247"/>
                    <a:pt x="1919" y="50247"/>
                    <a:pt x="6456" y="50247"/>
                  </a:cubicBezTo>
                  <a:lnTo>
                    <a:pt x="26419" y="50247"/>
                  </a:lnTo>
                  <a:cubicBezTo>
                    <a:pt x="10085" y="113309"/>
                    <a:pt x="9178" y="117084"/>
                    <a:pt x="9178" y="121081"/>
                  </a:cubicBezTo>
                  <a:cubicBezTo>
                    <a:pt x="9178" y="133072"/>
                    <a:pt x="17799" y="141510"/>
                    <a:pt x="30049" y="141510"/>
                  </a:cubicBezTo>
                  <a:cubicBezTo>
                    <a:pt x="53188" y="141510"/>
                    <a:pt x="66119" y="109090"/>
                    <a:pt x="66119" y="107314"/>
                  </a:cubicBezTo>
                  <a:cubicBezTo>
                    <a:pt x="66119" y="105094"/>
                    <a:pt x="64304" y="105094"/>
                    <a:pt x="63397" y="105094"/>
                  </a:cubicBezTo>
                  <a:cubicBezTo>
                    <a:pt x="61355" y="105094"/>
                    <a:pt x="61128" y="105760"/>
                    <a:pt x="59994" y="108202"/>
                  </a:cubicBezTo>
                  <a:cubicBezTo>
                    <a:pt x="50239" y="131296"/>
                    <a:pt x="38216" y="136625"/>
                    <a:pt x="30502" y="136625"/>
                  </a:cubicBezTo>
                  <a:cubicBezTo>
                    <a:pt x="25738" y="136625"/>
                    <a:pt x="23470" y="133738"/>
                    <a:pt x="23470" y="126411"/>
                  </a:cubicBezTo>
                  <a:cubicBezTo>
                    <a:pt x="23470" y="121081"/>
                    <a:pt x="23924" y="119527"/>
                    <a:pt x="24831" y="115752"/>
                  </a:cubicBezTo>
                  <a:lnTo>
                    <a:pt x="41618" y="50247"/>
                  </a:lnTo>
                  <a:close/>
                </a:path>
              </a:pathLst>
            </a:custGeom>
            <a:solidFill>
              <a:srgbClr val="000000"/>
            </a:solidFill>
            <a:ln w="22771" cap="flat">
              <a:noFill/>
              <a:prstDash val="solid"/>
              <a:miter/>
            </a:ln>
          </p:spPr>
          <p:txBody>
            <a:bodyPr/>
            <a:lstStyle/>
            <a:p>
              <a:endParaRPr lang="es-CO"/>
            </a:p>
          </p:txBody>
        </p:sp>
        <p:sp>
          <p:nvSpPr>
            <p:cNvPr id="14" name="Freeform: Shape 13">
              <a:extLst>
                <a:ext uri="{FF2B5EF4-FFF2-40B4-BE49-F238E27FC236}">
                  <a16:creationId xmlns:a16="http://schemas.microsoft.com/office/drawing/2014/main" id="{330853AD-6993-F271-E22D-BEC533895354}"/>
                </a:ext>
              </a:extLst>
            </p:cNvPr>
            <p:cNvSpPr/>
            <p:nvPr>
              <p:custDataLst>
                <p:tags r:id="rId34"/>
              </p:custDataLst>
            </p:nvPr>
          </p:nvSpPr>
          <p:spPr>
            <a:xfrm>
              <a:off x="4996951" y="3772390"/>
              <a:ext cx="52630" cy="222052"/>
            </a:xfrm>
            <a:custGeom>
              <a:avLst/>
              <a:gdLst>
                <a:gd name="csX0" fmla="*/ 52738 w 52630"/>
                <a:gd name="csY0" fmla="*/ 111089 h 222052"/>
                <a:gd name="csX1" fmla="*/ 37765 w 52630"/>
                <a:gd name="csY1" fmla="*/ 41809 h 222052"/>
                <a:gd name="csX2" fmla="*/ 2376 w 52630"/>
                <a:gd name="csY2" fmla="*/ 63 h 222052"/>
                <a:gd name="csX3" fmla="*/ 107 w 52630"/>
                <a:gd name="csY3" fmla="*/ 2283 h 222052"/>
                <a:gd name="csX4" fmla="*/ 4418 w 52630"/>
                <a:gd name="csY4" fmla="*/ 7390 h 222052"/>
                <a:gd name="csX5" fmla="*/ 39580 w 52630"/>
                <a:gd name="csY5" fmla="*/ 111089 h 222052"/>
                <a:gd name="csX6" fmla="*/ 3056 w 52630"/>
                <a:gd name="csY6" fmla="*/ 216120 h 222052"/>
                <a:gd name="csX7" fmla="*/ 107 w 52630"/>
                <a:gd name="csY7" fmla="*/ 219895 h 222052"/>
                <a:gd name="csX8" fmla="*/ 2376 w 52630"/>
                <a:gd name="csY8" fmla="*/ 222115 h 222052"/>
                <a:gd name="csX9" fmla="*/ 38446 w 52630"/>
                <a:gd name="csY9" fmla="*/ 178815 h 222052"/>
                <a:gd name="csX10" fmla="*/ 52738 w 52630"/>
                <a:gd name="csY10" fmla="*/ 111089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38" y="111089"/>
                  </a:moveTo>
                  <a:cubicBezTo>
                    <a:pt x="52738" y="93769"/>
                    <a:pt x="50243" y="66901"/>
                    <a:pt x="37765" y="41809"/>
                  </a:cubicBezTo>
                  <a:cubicBezTo>
                    <a:pt x="24154" y="14496"/>
                    <a:pt x="4644" y="63"/>
                    <a:pt x="2376" y="63"/>
                  </a:cubicBezTo>
                  <a:cubicBezTo>
                    <a:pt x="1015" y="63"/>
                    <a:pt x="107" y="951"/>
                    <a:pt x="107" y="2283"/>
                  </a:cubicBezTo>
                  <a:cubicBezTo>
                    <a:pt x="107" y="2949"/>
                    <a:pt x="107" y="3394"/>
                    <a:pt x="4418" y="7390"/>
                  </a:cubicBezTo>
                  <a:cubicBezTo>
                    <a:pt x="26650" y="29374"/>
                    <a:pt x="39580" y="64680"/>
                    <a:pt x="39580" y="111089"/>
                  </a:cubicBezTo>
                  <a:cubicBezTo>
                    <a:pt x="39580" y="149060"/>
                    <a:pt x="31187" y="188141"/>
                    <a:pt x="3056" y="216120"/>
                  </a:cubicBezTo>
                  <a:cubicBezTo>
                    <a:pt x="107" y="218784"/>
                    <a:pt x="107" y="219228"/>
                    <a:pt x="107" y="219895"/>
                  </a:cubicBezTo>
                  <a:cubicBezTo>
                    <a:pt x="107" y="221227"/>
                    <a:pt x="1015" y="222115"/>
                    <a:pt x="2376" y="222115"/>
                  </a:cubicBezTo>
                  <a:cubicBezTo>
                    <a:pt x="4644" y="222115"/>
                    <a:pt x="25062" y="207016"/>
                    <a:pt x="38446" y="178815"/>
                  </a:cubicBezTo>
                  <a:cubicBezTo>
                    <a:pt x="50016" y="154389"/>
                    <a:pt x="52738" y="129741"/>
                    <a:pt x="52738" y="111089"/>
                  </a:cubicBezTo>
                  <a:close/>
                </a:path>
              </a:pathLst>
            </a:custGeom>
            <a:solidFill>
              <a:srgbClr val="000000"/>
            </a:solidFill>
            <a:ln w="22771" cap="flat">
              <a:noFill/>
              <a:prstDash val="solid"/>
              <a:miter/>
            </a:ln>
          </p:spPr>
          <p:txBody>
            <a:bodyPr/>
            <a:lstStyle/>
            <a:p>
              <a:endParaRPr lang="es-CO"/>
            </a:p>
          </p:txBody>
        </p:sp>
        <p:sp>
          <p:nvSpPr>
            <p:cNvPr id="15" name="Freeform: Shape 14">
              <a:extLst>
                <a:ext uri="{FF2B5EF4-FFF2-40B4-BE49-F238E27FC236}">
                  <a16:creationId xmlns:a16="http://schemas.microsoft.com/office/drawing/2014/main" id="{03A5F560-D151-FAF1-2163-103D12312447}"/>
                </a:ext>
              </a:extLst>
            </p:cNvPr>
            <p:cNvSpPr/>
            <p:nvPr>
              <p:custDataLst>
                <p:tags r:id="rId35"/>
              </p:custDataLst>
            </p:nvPr>
          </p:nvSpPr>
          <p:spPr>
            <a:xfrm>
              <a:off x="5147960" y="3857436"/>
              <a:ext cx="150859" cy="51960"/>
            </a:xfrm>
            <a:custGeom>
              <a:avLst/>
              <a:gdLst>
                <a:gd name="csX0" fmla="*/ 143260 w 150859"/>
                <a:gd name="csY0" fmla="*/ 8945 h 51960"/>
                <a:gd name="csX1" fmla="*/ 150973 w 150859"/>
                <a:gd name="csY1" fmla="*/ 4504 h 51960"/>
                <a:gd name="csX2" fmla="*/ 143487 w 150859"/>
                <a:gd name="csY2" fmla="*/ 63 h 51960"/>
                <a:gd name="csX3" fmla="*/ 7600 w 150859"/>
                <a:gd name="csY3" fmla="*/ 63 h 51960"/>
                <a:gd name="csX4" fmla="*/ 114 w 150859"/>
                <a:gd name="csY4" fmla="*/ 4504 h 51960"/>
                <a:gd name="csX5" fmla="*/ 7827 w 150859"/>
                <a:gd name="csY5" fmla="*/ 8945 h 51960"/>
                <a:gd name="csX6" fmla="*/ 143260 w 150859"/>
                <a:gd name="csY6" fmla="*/ 8945 h 51960"/>
                <a:gd name="csX7" fmla="*/ 143487 w 150859"/>
                <a:gd name="csY7" fmla="*/ 52023 h 51960"/>
                <a:gd name="csX8" fmla="*/ 150973 w 150859"/>
                <a:gd name="csY8" fmla="*/ 47582 h 51960"/>
                <a:gd name="csX9" fmla="*/ 143260 w 150859"/>
                <a:gd name="csY9" fmla="*/ 43141 h 51960"/>
                <a:gd name="csX10" fmla="*/ 7827 w 150859"/>
                <a:gd name="csY10" fmla="*/ 43141 h 51960"/>
                <a:gd name="csX11" fmla="*/ 114 w 150859"/>
                <a:gd name="csY11" fmla="*/ 47582 h 51960"/>
                <a:gd name="csX12" fmla="*/ 7600 w 150859"/>
                <a:gd name="csY12" fmla="*/ 52023 h 51960"/>
                <a:gd name="csX13" fmla="*/ 143487 w 150859"/>
                <a:gd name="csY13" fmla="*/ 52023 h 51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0859" h="51960">
                  <a:moveTo>
                    <a:pt x="143260" y="8945"/>
                  </a:moveTo>
                  <a:cubicBezTo>
                    <a:pt x="146663" y="8945"/>
                    <a:pt x="150973" y="8945"/>
                    <a:pt x="150973" y="4504"/>
                  </a:cubicBezTo>
                  <a:cubicBezTo>
                    <a:pt x="150973" y="63"/>
                    <a:pt x="146663" y="63"/>
                    <a:pt x="143487" y="63"/>
                  </a:cubicBezTo>
                  <a:lnTo>
                    <a:pt x="7600" y="63"/>
                  </a:lnTo>
                  <a:cubicBezTo>
                    <a:pt x="4424" y="63"/>
                    <a:pt x="114" y="63"/>
                    <a:pt x="114" y="4504"/>
                  </a:cubicBezTo>
                  <a:cubicBezTo>
                    <a:pt x="114" y="8945"/>
                    <a:pt x="4424" y="8945"/>
                    <a:pt x="7827" y="8945"/>
                  </a:cubicBezTo>
                  <a:lnTo>
                    <a:pt x="143260" y="8945"/>
                  </a:lnTo>
                  <a:close/>
                  <a:moveTo>
                    <a:pt x="143487" y="52023"/>
                  </a:moveTo>
                  <a:cubicBezTo>
                    <a:pt x="146663" y="52023"/>
                    <a:pt x="150973" y="52023"/>
                    <a:pt x="150973" y="47582"/>
                  </a:cubicBezTo>
                  <a:cubicBezTo>
                    <a:pt x="150973" y="43141"/>
                    <a:pt x="146663" y="43141"/>
                    <a:pt x="143260" y="43141"/>
                  </a:cubicBezTo>
                  <a:lnTo>
                    <a:pt x="7827" y="43141"/>
                  </a:lnTo>
                  <a:cubicBezTo>
                    <a:pt x="4424" y="43141"/>
                    <a:pt x="114" y="43141"/>
                    <a:pt x="114" y="47582"/>
                  </a:cubicBezTo>
                  <a:cubicBezTo>
                    <a:pt x="114" y="52023"/>
                    <a:pt x="4424" y="52023"/>
                    <a:pt x="7600" y="52023"/>
                  </a:cubicBezTo>
                  <a:lnTo>
                    <a:pt x="143487" y="52023"/>
                  </a:lnTo>
                  <a:close/>
                </a:path>
              </a:pathLst>
            </a:custGeom>
            <a:solidFill>
              <a:srgbClr val="000000"/>
            </a:solidFill>
            <a:ln w="22771" cap="flat">
              <a:noFill/>
              <a:prstDash val="solid"/>
              <a:miter/>
            </a:ln>
          </p:spPr>
          <p:txBody>
            <a:bodyPr/>
            <a:lstStyle/>
            <a:p>
              <a:endParaRPr lang="es-CO"/>
            </a:p>
          </p:txBody>
        </p:sp>
        <p:sp>
          <p:nvSpPr>
            <p:cNvPr id="16" name="Freeform: Shape 15">
              <a:extLst>
                <a:ext uri="{FF2B5EF4-FFF2-40B4-BE49-F238E27FC236}">
                  <a16:creationId xmlns:a16="http://schemas.microsoft.com/office/drawing/2014/main" id="{7A94A17B-B45C-C41C-B278-31B5FD206027}"/>
                </a:ext>
              </a:extLst>
            </p:cNvPr>
            <p:cNvSpPr/>
            <p:nvPr>
              <p:custDataLst>
                <p:tags r:id="rId36"/>
              </p:custDataLst>
            </p:nvPr>
          </p:nvSpPr>
          <p:spPr>
            <a:xfrm>
              <a:off x="5383789" y="3787267"/>
              <a:ext cx="161975" cy="151661"/>
            </a:xfrm>
            <a:custGeom>
              <a:avLst/>
              <a:gdLst>
                <a:gd name="csX0" fmla="*/ 59788 w 161975"/>
                <a:gd name="csY0" fmla="*/ 81556 h 151661"/>
                <a:gd name="csX1" fmla="*/ 98353 w 161975"/>
                <a:gd name="csY1" fmla="*/ 81556 h 151661"/>
                <a:gd name="csX2" fmla="*/ 162100 w 161975"/>
                <a:gd name="csY2" fmla="*/ 33593 h 151661"/>
                <a:gd name="csX3" fmla="*/ 117409 w 161975"/>
                <a:gd name="csY3" fmla="*/ 63 h 151661"/>
                <a:gd name="csX4" fmla="*/ 43908 w 161975"/>
                <a:gd name="csY4" fmla="*/ 63 h 151661"/>
                <a:gd name="csX5" fmla="*/ 37102 w 161975"/>
                <a:gd name="csY5" fmla="*/ 4282 h 151661"/>
                <a:gd name="csX6" fmla="*/ 43681 w 161975"/>
                <a:gd name="csY6" fmla="*/ 6946 h 151661"/>
                <a:gd name="csX7" fmla="*/ 53436 w 161975"/>
                <a:gd name="csY7" fmla="*/ 7390 h 151661"/>
                <a:gd name="csX8" fmla="*/ 58427 w 161975"/>
                <a:gd name="csY8" fmla="*/ 10943 h 151661"/>
                <a:gd name="csX9" fmla="*/ 57519 w 161975"/>
                <a:gd name="csY9" fmla="*/ 15162 h 151661"/>
                <a:gd name="csX10" fmla="*/ 27120 w 161975"/>
                <a:gd name="csY10" fmla="*/ 134404 h 151661"/>
                <a:gd name="csX11" fmla="*/ 6476 w 161975"/>
                <a:gd name="csY11" fmla="*/ 144841 h 151661"/>
                <a:gd name="csX12" fmla="*/ 124 w 161975"/>
                <a:gd name="csY12" fmla="*/ 149060 h 151661"/>
                <a:gd name="csX13" fmla="*/ 3527 w 161975"/>
                <a:gd name="csY13" fmla="*/ 151724 h 151661"/>
                <a:gd name="csX14" fmla="*/ 32338 w 161975"/>
                <a:gd name="csY14" fmla="*/ 151058 h 151661"/>
                <a:gd name="csX15" fmla="*/ 46857 w 161975"/>
                <a:gd name="csY15" fmla="*/ 151280 h 151661"/>
                <a:gd name="csX16" fmla="*/ 61603 w 161975"/>
                <a:gd name="csY16" fmla="*/ 151724 h 151661"/>
                <a:gd name="csX17" fmla="*/ 66140 w 161975"/>
                <a:gd name="csY17" fmla="*/ 147283 h 151661"/>
                <a:gd name="csX18" fmla="*/ 59788 w 161975"/>
                <a:gd name="csY18" fmla="*/ 144841 h 151661"/>
                <a:gd name="csX19" fmla="*/ 45042 w 161975"/>
                <a:gd name="csY19" fmla="*/ 140844 h 151661"/>
                <a:gd name="csX20" fmla="*/ 45723 w 161975"/>
                <a:gd name="csY20" fmla="*/ 137069 h 151661"/>
                <a:gd name="csX21" fmla="*/ 59788 w 161975"/>
                <a:gd name="csY21" fmla="*/ 81556 h 151661"/>
                <a:gd name="csX22" fmla="*/ 76121 w 161975"/>
                <a:gd name="csY22" fmla="*/ 15384 h 151661"/>
                <a:gd name="csX23" fmla="*/ 88372 w 161975"/>
                <a:gd name="csY23" fmla="*/ 6946 h 151661"/>
                <a:gd name="csX24" fmla="*/ 110150 w 161975"/>
                <a:gd name="csY24" fmla="*/ 6946 h 151661"/>
                <a:gd name="csX25" fmla="*/ 141002 w 161975"/>
                <a:gd name="csY25" fmla="*/ 28263 h 151661"/>
                <a:gd name="csX26" fmla="*/ 127618 w 161975"/>
                <a:gd name="csY26" fmla="*/ 64014 h 151661"/>
                <a:gd name="csX27" fmla="*/ 92682 w 161975"/>
                <a:gd name="csY27" fmla="*/ 75783 h 151661"/>
                <a:gd name="csX28" fmla="*/ 60695 w 161975"/>
                <a:gd name="csY28" fmla="*/ 75783 h 151661"/>
                <a:gd name="csX29" fmla="*/ 76121 w 161975"/>
                <a:gd name="csY29" fmla="*/ 15384 h 151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61975" h="151661">
                  <a:moveTo>
                    <a:pt x="59788" y="81556"/>
                  </a:moveTo>
                  <a:lnTo>
                    <a:pt x="98353" y="81556"/>
                  </a:lnTo>
                  <a:cubicBezTo>
                    <a:pt x="130567" y="81556"/>
                    <a:pt x="162100" y="58463"/>
                    <a:pt x="162100" y="33593"/>
                  </a:cubicBezTo>
                  <a:cubicBezTo>
                    <a:pt x="162100" y="16495"/>
                    <a:pt x="147127" y="63"/>
                    <a:pt x="117409" y="63"/>
                  </a:cubicBezTo>
                  <a:lnTo>
                    <a:pt x="43908" y="63"/>
                  </a:lnTo>
                  <a:cubicBezTo>
                    <a:pt x="39597" y="63"/>
                    <a:pt x="37102" y="63"/>
                    <a:pt x="37102" y="4282"/>
                  </a:cubicBezTo>
                  <a:cubicBezTo>
                    <a:pt x="37102" y="6946"/>
                    <a:pt x="39144" y="6946"/>
                    <a:pt x="43681" y="6946"/>
                  </a:cubicBezTo>
                  <a:cubicBezTo>
                    <a:pt x="46630" y="6946"/>
                    <a:pt x="50713" y="7168"/>
                    <a:pt x="53436" y="7390"/>
                  </a:cubicBezTo>
                  <a:cubicBezTo>
                    <a:pt x="57065" y="7835"/>
                    <a:pt x="58427" y="8501"/>
                    <a:pt x="58427" y="10943"/>
                  </a:cubicBezTo>
                  <a:cubicBezTo>
                    <a:pt x="58427" y="11832"/>
                    <a:pt x="58200" y="12498"/>
                    <a:pt x="57519" y="15162"/>
                  </a:cubicBezTo>
                  <a:lnTo>
                    <a:pt x="27120" y="134404"/>
                  </a:lnTo>
                  <a:cubicBezTo>
                    <a:pt x="24852" y="143064"/>
                    <a:pt x="24398" y="144841"/>
                    <a:pt x="6476" y="144841"/>
                  </a:cubicBezTo>
                  <a:cubicBezTo>
                    <a:pt x="2620" y="144841"/>
                    <a:pt x="124" y="144841"/>
                    <a:pt x="124" y="149060"/>
                  </a:cubicBezTo>
                  <a:cubicBezTo>
                    <a:pt x="124" y="151724"/>
                    <a:pt x="2847" y="151724"/>
                    <a:pt x="3527" y="151724"/>
                  </a:cubicBezTo>
                  <a:cubicBezTo>
                    <a:pt x="9879" y="151724"/>
                    <a:pt x="25986" y="151058"/>
                    <a:pt x="32338" y="151058"/>
                  </a:cubicBezTo>
                  <a:cubicBezTo>
                    <a:pt x="37102" y="151058"/>
                    <a:pt x="42093" y="151280"/>
                    <a:pt x="46857" y="151280"/>
                  </a:cubicBezTo>
                  <a:cubicBezTo>
                    <a:pt x="51848" y="151280"/>
                    <a:pt x="56839" y="151724"/>
                    <a:pt x="61603" y="151724"/>
                  </a:cubicBezTo>
                  <a:cubicBezTo>
                    <a:pt x="63191" y="151724"/>
                    <a:pt x="66140" y="151724"/>
                    <a:pt x="66140" y="147283"/>
                  </a:cubicBezTo>
                  <a:cubicBezTo>
                    <a:pt x="66140" y="144841"/>
                    <a:pt x="64098" y="144841"/>
                    <a:pt x="59788" y="144841"/>
                  </a:cubicBezTo>
                  <a:cubicBezTo>
                    <a:pt x="51394" y="144841"/>
                    <a:pt x="45042" y="144841"/>
                    <a:pt x="45042" y="140844"/>
                  </a:cubicBezTo>
                  <a:cubicBezTo>
                    <a:pt x="45042" y="139512"/>
                    <a:pt x="45496" y="138401"/>
                    <a:pt x="45723" y="137069"/>
                  </a:cubicBezTo>
                  <a:lnTo>
                    <a:pt x="59788" y="81556"/>
                  </a:lnTo>
                  <a:close/>
                  <a:moveTo>
                    <a:pt x="76121" y="15384"/>
                  </a:moveTo>
                  <a:cubicBezTo>
                    <a:pt x="78163" y="7613"/>
                    <a:pt x="78617" y="6946"/>
                    <a:pt x="88372" y="6946"/>
                  </a:cubicBezTo>
                  <a:lnTo>
                    <a:pt x="110150" y="6946"/>
                  </a:lnTo>
                  <a:cubicBezTo>
                    <a:pt x="128979" y="6946"/>
                    <a:pt x="141002" y="12942"/>
                    <a:pt x="141002" y="28263"/>
                  </a:cubicBezTo>
                  <a:cubicBezTo>
                    <a:pt x="141002" y="36923"/>
                    <a:pt x="136465" y="56020"/>
                    <a:pt x="127618" y="64014"/>
                  </a:cubicBezTo>
                  <a:cubicBezTo>
                    <a:pt x="116275" y="74006"/>
                    <a:pt x="102664" y="75783"/>
                    <a:pt x="92682" y="75783"/>
                  </a:cubicBezTo>
                  <a:lnTo>
                    <a:pt x="60695" y="75783"/>
                  </a:lnTo>
                  <a:lnTo>
                    <a:pt x="76121" y="15384"/>
                  </a:lnTo>
                  <a:close/>
                </a:path>
              </a:pathLst>
            </a:custGeom>
            <a:solidFill>
              <a:srgbClr val="000000"/>
            </a:solidFill>
            <a:ln w="22771" cap="flat">
              <a:noFill/>
              <a:prstDash val="solid"/>
              <a:miter/>
            </a:ln>
          </p:spPr>
          <p:txBody>
            <a:bodyPr/>
            <a:lstStyle/>
            <a:p>
              <a:endParaRPr lang="es-CO"/>
            </a:p>
          </p:txBody>
        </p:sp>
        <p:sp>
          <p:nvSpPr>
            <p:cNvPr id="17" name="Freeform: Shape 16">
              <a:extLst>
                <a:ext uri="{FF2B5EF4-FFF2-40B4-BE49-F238E27FC236}">
                  <a16:creationId xmlns:a16="http://schemas.microsoft.com/office/drawing/2014/main" id="{5498735C-FC46-7A8D-5DE1-C668A66D3FDB}"/>
                </a:ext>
              </a:extLst>
            </p:cNvPr>
            <p:cNvSpPr/>
            <p:nvPr>
              <p:custDataLst>
                <p:tags r:id="rId37"/>
              </p:custDataLst>
            </p:nvPr>
          </p:nvSpPr>
          <p:spPr>
            <a:xfrm>
              <a:off x="5574327" y="3772390"/>
              <a:ext cx="52630" cy="222052"/>
            </a:xfrm>
            <a:custGeom>
              <a:avLst/>
              <a:gdLst>
                <a:gd name="csX0" fmla="*/ 52763 w 52630"/>
                <a:gd name="csY0" fmla="*/ 219895 h 222052"/>
                <a:gd name="csX1" fmla="*/ 48906 w 52630"/>
                <a:gd name="csY1" fmla="*/ 215009 h 222052"/>
                <a:gd name="csX2" fmla="*/ 13290 w 52630"/>
                <a:gd name="csY2" fmla="*/ 111089 h 222052"/>
                <a:gd name="csX3" fmla="*/ 49814 w 52630"/>
                <a:gd name="csY3" fmla="*/ 6058 h 222052"/>
                <a:gd name="csX4" fmla="*/ 52763 w 52630"/>
                <a:gd name="csY4" fmla="*/ 2283 h 222052"/>
                <a:gd name="csX5" fmla="*/ 50494 w 52630"/>
                <a:gd name="csY5" fmla="*/ 63 h 222052"/>
                <a:gd name="csX6" fmla="*/ 14424 w 52630"/>
                <a:gd name="csY6" fmla="*/ 43363 h 222052"/>
                <a:gd name="csX7" fmla="*/ 132 w 52630"/>
                <a:gd name="csY7" fmla="*/ 111089 h 222052"/>
                <a:gd name="csX8" fmla="*/ 15105 w 52630"/>
                <a:gd name="csY8" fmla="*/ 180369 h 222052"/>
                <a:gd name="csX9" fmla="*/ 50494 w 52630"/>
                <a:gd name="csY9" fmla="*/ 222115 h 222052"/>
                <a:gd name="csX10" fmla="*/ 52763 w 52630"/>
                <a:gd name="csY10" fmla="*/ 21989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63" y="219895"/>
                  </a:moveTo>
                  <a:cubicBezTo>
                    <a:pt x="52763" y="219228"/>
                    <a:pt x="52763" y="218784"/>
                    <a:pt x="48906" y="215009"/>
                  </a:cubicBezTo>
                  <a:cubicBezTo>
                    <a:pt x="20549" y="187031"/>
                    <a:pt x="13290" y="145063"/>
                    <a:pt x="13290" y="111089"/>
                  </a:cubicBezTo>
                  <a:cubicBezTo>
                    <a:pt x="13290" y="72452"/>
                    <a:pt x="21910" y="33815"/>
                    <a:pt x="49814" y="6058"/>
                  </a:cubicBezTo>
                  <a:cubicBezTo>
                    <a:pt x="52763" y="3394"/>
                    <a:pt x="52763" y="2949"/>
                    <a:pt x="52763" y="2283"/>
                  </a:cubicBezTo>
                  <a:cubicBezTo>
                    <a:pt x="52763" y="729"/>
                    <a:pt x="51856" y="63"/>
                    <a:pt x="50494" y="63"/>
                  </a:cubicBezTo>
                  <a:cubicBezTo>
                    <a:pt x="48226" y="63"/>
                    <a:pt x="27809" y="15162"/>
                    <a:pt x="14424" y="43363"/>
                  </a:cubicBezTo>
                  <a:cubicBezTo>
                    <a:pt x="2855" y="67789"/>
                    <a:pt x="132" y="92437"/>
                    <a:pt x="132" y="111089"/>
                  </a:cubicBezTo>
                  <a:cubicBezTo>
                    <a:pt x="132" y="128409"/>
                    <a:pt x="2628" y="155277"/>
                    <a:pt x="15105" y="180369"/>
                  </a:cubicBezTo>
                  <a:cubicBezTo>
                    <a:pt x="28716" y="207682"/>
                    <a:pt x="48226" y="222115"/>
                    <a:pt x="50494" y="222115"/>
                  </a:cubicBezTo>
                  <a:cubicBezTo>
                    <a:pt x="51856" y="222115"/>
                    <a:pt x="52763" y="221449"/>
                    <a:pt x="52763" y="219895"/>
                  </a:cubicBezTo>
                  <a:close/>
                </a:path>
              </a:pathLst>
            </a:custGeom>
            <a:solidFill>
              <a:srgbClr val="000000"/>
            </a:solidFill>
            <a:ln w="22771" cap="flat">
              <a:noFill/>
              <a:prstDash val="solid"/>
              <a:miter/>
            </a:ln>
          </p:spPr>
          <p:txBody>
            <a:bodyPr/>
            <a:lstStyle/>
            <a:p>
              <a:endParaRPr lang="es-CO"/>
            </a:p>
          </p:txBody>
        </p:sp>
        <p:sp>
          <p:nvSpPr>
            <p:cNvPr id="18" name="Freeform: Shape 17">
              <a:extLst>
                <a:ext uri="{FF2B5EF4-FFF2-40B4-BE49-F238E27FC236}">
                  <a16:creationId xmlns:a16="http://schemas.microsoft.com/office/drawing/2014/main" id="{3E39182F-7010-2A44-21C0-857D6E221000}"/>
                </a:ext>
              </a:extLst>
            </p:cNvPr>
            <p:cNvSpPr/>
            <p:nvPr>
              <p:custDataLst>
                <p:tags r:id="rId38"/>
              </p:custDataLst>
            </p:nvPr>
          </p:nvSpPr>
          <p:spPr>
            <a:xfrm>
              <a:off x="5645308" y="3799924"/>
              <a:ext cx="69644" cy="141447"/>
            </a:xfrm>
            <a:custGeom>
              <a:avLst/>
              <a:gdLst>
                <a:gd name="csX0" fmla="*/ 41651 w 69644"/>
                <a:gd name="csY0" fmla="*/ 50247 h 141447"/>
                <a:gd name="csX1" fmla="*/ 62975 w 69644"/>
                <a:gd name="csY1" fmla="*/ 50247 h 141447"/>
                <a:gd name="csX2" fmla="*/ 69781 w 69644"/>
                <a:gd name="csY2" fmla="*/ 45806 h 141447"/>
                <a:gd name="csX3" fmla="*/ 63429 w 69644"/>
                <a:gd name="csY3" fmla="*/ 43363 h 141447"/>
                <a:gd name="csX4" fmla="*/ 43466 w 69644"/>
                <a:gd name="csY4" fmla="*/ 43363 h 141447"/>
                <a:gd name="csX5" fmla="*/ 52767 w 69644"/>
                <a:gd name="csY5" fmla="*/ 6058 h 141447"/>
                <a:gd name="csX6" fmla="*/ 46188 w 69644"/>
                <a:gd name="csY6" fmla="*/ 63 h 141447"/>
                <a:gd name="csX7" fmla="*/ 37114 w 69644"/>
                <a:gd name="csY7" fmla="*/ 8057 h 141447"/>
                <a:gd name="csX8" fmla="*/ 28266 w 69644"/>
                <a:gd name="csY8" fmla="*/ 43363 h 141447"/>
                <a:gd name="csX9" fmla="*/ 6942 w 69644"/>
                <a:gd name="csY9" fmla="*/ 43363 h 141447"/>
                <a:gd name="csX10" fmla="*/ 136 w 69644"/>
                <a:gd name="csY10" fmla="*/ 47582 h 141447"/>
                <a:gd name="csX11" fmla="*/ 6488 w 69644"/>
                <a:gd name="csY11" fmla="*/ 50247 h 141447"/>
                <a:gd name="csX12" fmla="*/ 26451 w 69644"/>
                <a:gd name="csY12" fmla="*/ 50247 h 141447"/>
                <a:gd name="csX13" fmla="*/ 9210 w 69644"/>
                <a:gd name="csY13" fmla="*/ 121081 h 141447"/>
                <a:gd name="csX14" fmla="*/ 30081 w 69644"/>
                <a:gd name="csY14" fmla="*/ 141510 h 141447"/>
                <a:gd name="csX15" fmla="*/ 66151 w 69644"/>
                <a:gd name="csY15" fmla="*/ 107314 h 141447"/>
                <a:gd name="csX16" fmla="*/ 63429 w 69644"/>
                <a:gd name="csY16" fmla="*/ 105094 h 141447"/>
                <a:gd name="csX17" fmla="*/ 60026 w 69644"/>
                <a:gd name="csY17" fmla="*/ 108202 h 141447"/>
                <a:gd name="csX18" fmla="*/ 30535 w 69644"/>
                <a:gd name="csY18" fmla="*/ 136625 h 141447"/>
                <a:gd name="csX19" fmla="*/ 23502 w 69644"/>
                <a:gd name="csY19" fmla="*/ 126411 h 141447"/>
                <a:gd name="csX20" fmla="*/ 24863 w 69644"/>
                <a:gd name="csY20" fmla="*/ 115752 h 141447"/>
                <a:gd name="csX21" fmla="*/ 41651 w 69644"/>
                <a:gd name="csY21" fmla="*/ 50247 h 141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9644" h="141447">
                  <a:moveTo>
                    <a:pt x="41651" y="50247"/>
                  </a:moveTo>
                  <a:lnTo>
                    <a:pt x="62975" y="50247"/>
                  </a:lnTo>
                  <a:cubicBezTo>
                    <a:pt x="67512" y="50247"/>
                    <a:pt x="69781" y="50247"/>
                    <a:pt x="69781" y="45806"/>
                  </a:cubicBezTo>
                  <a:cubicBezTo>
                    <a:pt x="69781" y="43363"/>
                    <a:pt x="67512" y="43363"/>
                    <a:pt x="63429" y="43363"/>
                  </a:cubicBezTo>
                  <a:lnTo>
                    <a:pt x="43466" y="43363"/>
                  </a:lnTo>
                  <a:cubicBezTo>
                    <a:pt x="51633" y="11832"/>
                    <a:pt x="52767" y="7390"/>
                    <a:pt x="52767" y="6058"/>
                  </a:cubicBezTo>
                  <a:cubicBezTo>
                    <a:pt x="52767" y="2283"/>
                    <a:pt x="50045" y="63"/>
                    <a:pt x="46188" y="63"/>
                  </a:cubicBezTo>
                  <a:cubicBezTo>
                    <a:pt x="45507" y="63"/>
                    <a:pt x="39155" y="285"/>
                    <a:pt x="37114" y="8057"/>
                  </a:cubicBezTo>
                  <a:lnTo>
                    <a:pt x="28266" y="43363"/>
                  </a:lnTo>
                  <a:lnTo>
                    <a:pt x="6942" y="43363"/>
                  </a:lnTo>
                  <a:cubicBezTo>
                    <a:pt x="2405" y="43363"/>
                    <a:pt x="136" y="43363"/>
                    <a:pt x="136" y="47582"/>
                  </a:cubicBezTo>
                  <a:cubicBezTo>
                    <a:pt x="136" y="50247"/>
                    <a:pt x="1951" y="50247"/>
                    <a:pt x="6488" y="50247"/>
                  </a:cubicBezTo>
                  <a:lnTo>
                    <a:pt x="26451" y="50247"/>
                  </a:lnTo>
                  <a:cubicBezTo>
                    <a:pt x="10118" y="113309"/>
                    <a:pt x="9210" y="117084"/>
                    <a:pt x="9210" y="121081"/>
                  </a:cubicBezTo>
                  <a:cubicBezTo>
                    <a:pt x="9210" y="133072"/>
                    <a:pt x="17831" y="141510"/>
                    <a:pt x="30081" y="141510"/>
                  </a:cubicBezTo>
                  <a:cubicBezTo>
                    <a:pt x="53221" y="141510"/>
                    <a:pt x="66151" y="109090"/>
                    <a:pt x="66151" y="107314"/>
                  </a:cubicBezTo>
                  <a:cubicBezTo>
                    <a:pt x="66151" y="105094"/>
                    <a:pt x="64336" y="105094"/>
                    <a:pt x="63429" y="105094"/>
                  </a:cubicBezTo>
                  <a:cubicBezTo>
                    <a:pt x="61387" y="105094"/>
                    <a:pt x="61160" y="105760"/>
                    <a:pt x="60026" y="108202"/>
                  </a:cubicBezTo>
                  <a:cubicBezTo>
                    <a:pt x="50271" y="131296"/>
                    <a:pt x="38248" y="136625"/>
                    <a:pt x="30535" y="136625"/>
                  </a:cubicBezTo>
                  <a:cubicBezTo>
                    <a:pt x="25771" y="136625"/>
                    <a:pt x="23502" y="133738"/>
                    <a:pt x="23502" y="126411"/>
                  </a:cubicBezTo>
                  <a:cubicBezTo>
                    <a:pt x="23502" y="121081"/>
                    <a:pt x="23956" y="119527"/>
                    <a:pt x="24863" y="115752"/>
                  </a:cubicBezTo>
                  <a:lnTo>
                    <a:pt x="41651" y="50247"/>
                  </a:lnTo>
                  <a:close/>
                </a:path>
              </a:pathLst>
            </a:custGeom>
            <a:solidFill>
              <a:srgbClr val="000000"/>
            </a:solidFill>
            <a:ln w="22771" cap="flat">
              <a:noFill/>
              <a:prstDash val="solid"/>
              <a:miter/>
            </a:ln>
          </p:spPr>
          <p:txBody>
            <a:bodyPr/>
            <a:lstStyle/>
            <a:p>
              <a:endParaRPr lang="es-CO"/>
            </a:p>
          </p:txBody>
        </p:sp>
        <p:sp>
          <p:nvSpPr>
            <p:cNvPr id="19" name="Freeform: Shape 18">
              <a:extLst>
                <a:ext uri="{FF2B5EF4-FFF2-40B4-BE49-F238E27FC236}">
                  <a16:creationId xmlns:a16="http://schemas.microsoft.com/office/drawing/2014/main" id="{EE1239EE-E4E8-6F40-1F60-DECAFEB42A9B}"/>
                </a:ext>
              </a:extLst>
            </p:cNvPr>
            <p:cNvSpPr/>
            <p:nvPr>
              <p:custDataLst>
                <p:tags r:id="rId39"/>
              </p:custDataLst>
            </p:nvPr>
          </p:nvSpPr>
          <p:spPr>
            <a:xfrm>
              <a:off x="5734942" y="3772390"/>
              <a:ext cx="52630" cy="222052"/>
            </a:xfrm>
            <a:custGeom>
              <a:avLst/>
              <a:gdLst>
                <a:gd name="csX0" fmla="*/ 52770 w 52630"/>
                <a:gd name="csY0" fmla="*/ 111089 h 222052"/>
                <a:gd name="csX1" fmla="*/ 37798 w 52630"/>
                <a:gd name="csY1" fmla="*/ 41809 h 222052"/>
                <a:gd name="csX2" fmla="*/ 2408 w 52630"/>
                <a:gd name="csY2" fmla="*/ 63 h 222052"/>
                <a:gd name="csX3" fmla="*/ 140 w 52630"/>
                <a:gd name="csY3" fmla="*/ 2283 h 222052"/>
                <a:gd name="csX4" fmla="*/ 4450 w 52630"/>
                <a:gd name="csY4" fmla="*/ 7390 h 222052"/>
                <a:gd name="csX5" fmla="*/ 39613 w 52630"/>
                <a:gd name="csY5" fmla="*/ 111089 h 222052"/>
                <a:gd name="csX6" fmla="*/ 3089 w 52630"/>
                <a:gd name="csY6" fmla="*/ 216120 h 222052"/>
                <a:gd name="csX7" fmla="*/ 140 w 52630"/>
                <a:gd name="csY7" fmla="*/ 219895 h 222052"/>
                <a:gd name="csX8" fmla="*/ 2408 w 52630"/>
                <a:gd name="csY8" fmla="*/ 222115 h 222052"/>
                <a:gd name="csX9" fmla="*/ 38478 w 52630"/>
                <a:gd name="csY9" fmla="*/ 178815 h 222052"/>
                <a:gd name="csX10" fmla="*/ 52770 w 52630"/>
                <a:gd name="csY10" fmla="*/ 111089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70" y="111089"/>
                  </a:moveTo>
                  <a:cubicBezTo>
                    <a:pt x="52770" y="93769"/>
                    <a:pt x="50275" y="66901"/>
                    <a:pt x="37798" y="41809"/>
                  </a:cubicBezTo>
                  <a:cubicBezTo>
                    <a:pt x="24187" y="14496"/>
                    <a:pt x="4677" y="63"/>
                    <a:pt x="2408" y="63"/>
                  </a:cubicBezTo>
                  <a:cubicBezTo>
                    <a:pt x="1047" y="63"/>
                    <a:pt x="140" y="951"/>
                    <a:pt x="140" y="2283"/>
                  </a:cubicBezTo>
                  <a:cubicBezTo>
                    <a:pt x="140" y="2949"/>
                    <a:pt x="140" y="3394"/>
                    <a:pt x="4450" y="7390"/>
                  </a:cubicBezTo>
                  <a:cubicBezTo>
                    <a:pt x="26682" y="29374"/>
                    <a:pt x="39613" y="64680"/>
                    <a:pt x="39613" y="111089"/>
                  </a:cubicBezTo>
                  <a:cubicBezTo>
                    <a:pt x="39613" y="149060"/>
                    <a:pt x="31219" y="188141"/>
                    <a:pt x="3089" y="216120"/>
                  </a:cubicBezTo>
                  <a:cubicBezTo>
                    <a:pt x="140" y="218784"/>
                    <a:pt x="140" y="219228"/>
                    <a:pt x="140" y="219895"/>
                  </a:cubicBezTo>
                  <a:cubicBezTo>
                    <a:pt x="140" y="221227"/>
                    <a:pt x="1047" y="222115"/>
                    <a:pt x="2408" y="222115"/>
                  </a:cubicBezTo>
                  <a:cubicBezTo>
                    <a:pt x="4677" y="222115"/>
                    <a:pt x="25094" y="207016"/>
                    <a:pt x="38478" y="178815"/>
                  </a:cubicBezTo>
                  <a:cubicBezTo>
                    <a:pt x="50048" y="154389"/>
                    <a:pt x="52770" y="129741"/>
                    <a:pt x="52770" y="111089"/>
                  </a:cubicBezTo>
                  <a:close/>
                </a:path>
              </a:pathLst>
            </a:custGeom>
            <a:solidFill>
              <a:srgbClr val="000000"/>
            </a:solidFill>
            <a:ln w="22771" cap="flat">
              <a:noFill/>
              <a:prstDash val="solid"/>
              <a:miter/>
            </a:ln>
          </p:spPr>
          <p:txBody>
            <a:bodyPr/>
            <a:lstStyle/>
            <a:p>
              <a:endParaRPr lang="es-CO"/>
            </a:p>
          </p:txBody>
        </p:sp>
        <p:sp>
          <p:nvSpPr>
            <p:cNvPr id="20" name="Freeform: Shape 19">
              <a:extLst>
                <a:ext uri="{FF2B5EF4-FFF2-40B4-BE49-F238E27FC236}">
                  <a16:creationId xmlns:a16="http://schemas.microsoft.com/office/drawing/2014/main" id="{959468F8-860B-F406-0ED1-F10066C48BE5}"/>
                </a:ext>
              </a:extLst>
            </p:cNvPr>
            <p:cNvSpPr/>
            <p:nvPr>
              <p:custDataLst>
                <p:tags r:id="rId40"/>
              </p:custDataLst>
            </p:nvPr>
          </p:nvSpPr>
          <p:spPr>
            <a:xfrm>
              <a:off x="5873348" y="3809473"/>
              <a:ext cx="150859" cy="147886"/>
            </a:xfrm>
            <a:custGeom>
              <a:avLst/>
              <a:gdLst>
                <a:gd name="csX0" fmla="*/ 80226 w 150859"/>
                <a:gd name="csY0" fmla="*/ 78447 h 147886"/>
                <a:gd name="csX1" fmla="*/ 143519 w 150859"/>
                <a:gd name="csY1" fmla="*/ 78447 h 147886"/>
                <a:gd name="csX2" fmla="*/ 151005 w 150859"/>
                <a:gd name="csY2" fmla="*/ 74006 h 147886"/>
                <a:gd name="csX3" fmla="*/ 143519 w 150859"/>
                <a:gd name="csY3" fmla="*/ 69565 h 147886"/>
                <a:gd name="csX4" fmla="*/ 80226 w 150859"/>
                <a:gd name="csY4" fmla="*/ 69565 h 147886"/>
                <a:gd name="csX5" fmla="*/ 80226 w 150859"/>
                <a:gd name="csY5" fmla="*/ 7390 h 147886"/>
                <a:gd name="csX6" fmla="*/ 75689 w 150859"/>
                <a:gd name="csY6" fmla="*/ 63 h 147886"/>
                <a:gd name="csX7" fmla="*/ 71152 w 150859"/>
                <a:gd name="csY7" fmla="*/ 7390 h 147886"/>
                <a:gd name="csX8" fmla="*/ 71152 w 150859"/>
                <a:gd name="csY8" fmla="*/ 69565 h 147886"/>
                <a:gd name="csX9" fmla="*/ 7632 w 150859"/>
                <a:gd name="csY9" fmla="*/ 69565 h 147886"/>
                <a:gd name="csX10" fmla="*/ 146 w 150859"/>
                <a:gd name="csY10" fmla="*/ 74006 h 147886"/>
                <a:gd name="csX11" fmla="*/ 7632 w 150859"/>
                <a:gd name="csY11" fmla="*/ 78447 h 147886"/>
                <a:gd name="csX12" fmla="*/ 71152 w 150859"/>
                <a:gd name="csY12" fmla="*/ 78447 h 147886"/>
                <a:gd name="csX13" fmla="*/ 71152 w 150859"/>
                <a:gd name="csY13" fmla="*/ 140622 h 147886"/>
                <a:gd name="csX14" fmla="*/ 75689 w 150859"/>
                <a:gd name="csY14" fmla="*/ 147950 h 147886"/>
                <a:gd name="csX15" fmla="*/ 80226 w 150859"/>
                <a:gd name="csY15" fmla="*/ 140622 h 147886"/>
                <a:gd name="csX16" fmla="*/ 80226 w 150859"/>
                <a:gd name="csY16" fmla="*/ 78447 h 147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0859" h="147886">
                  <a:moveTo>
                    <a:pt x="80226" y="78447"/>
                  </a:moveTo>
                  <a:lnTo>
                    <a:pt x="143519" y="78447"/>
                  </a:lnTo>
                  <a:cubicBezTo>
                    <a:pt x="146695" y="78447"/>
                    <a:pt x="151005" y="78447"/>
                    <a:pt x="151005" y="74006"/>
                  </a:cubicBezTo>
                  <a:cubicBezTo>
                    <a:pt x="151005" y="69565"/>
                    <a:pt x="146695" y="69565"/>
                    <a:pt x="143519" y="69565"/>
                  </a:cubicBezTo>
                  <a:lnTo>
                    <a:pt x="80226" y="69565"/>
                  </a:lnTo>
                  <a:lnTo>
                    <a:pt x="80226" y="7390"/>
                  </a:lnTo>
                  <a:cubicBezTo>
                    <a:pt x="80226" y="4282"/>
                    <a:pt x="80226" y="63"/>
                    <a:pt x="75689" y="63"/>
                  </a:cubicBezTo>
                  <a:cubicBezTo>
                    <a:pt x="71152" y="63"/>
                    <a:pt x="71152" y="4282"/>
                    <a:pt x="71152" y="7390"/>
                  </a:cubicBezTo>
                  <a:lnTo>
                    <a:pt x="71152" y="69565"/>
                  </a:lnTo>
                  <a:lnTo>
                    <a:pt x="7632" y="69565"/>
                  </a:lnTo>
                  <a:cubicBezTo>
                    <a:pt x="4456" y="69565"/>
                    <a:pt x="146" y="69565"/>
                    <a:pt x="146" y="74006"/>
                  </a:cubicBezTo>
                  <a:cubicBezTo>
                    <a:pt x="146" y="78447"/>
                    <a:pt x="4456" y="78447"/>
                    <a:pt x="7632" y="78447"/>
                  </a:cubicBezTo>
                  <a:lnTo>
                    <a:pt x="71152" y="78447"/>
                  </a:lnTo>
                  <a:lnTo>
                    <a:pt x="71152" y="140622"/>
                  </a:lnTo>
                  <a:cubicBezTo>
                    <a:pt x="71152" y="143731"/>
                    <a:pt x="71152" y="147950"/>
                    <a:pt x="75689" y="147950"/>
                  </a:cubicBezTo>
                  <a:cubicBezTo>
                    <a:pt x="80226" y="147950"/>
                    <a:pt x="80226" y="143731"/>
                    <a:pt x="80226" y="140622"/>
                  </a:cubicBezTo>
                  <a:lnTo>
                    <a:pt x="80226" y="78447"/>
                  </a:lnTo>
                  <a:close/>
                </a:path>
              </a:pathLst>
            </a:custGeom>
            <a:solidFill>
              <a:srgbClr val="000000"/>
            </a:solidFill>
            <a:ln w="22771" cap="flat">
              <a:noFill/>
              <a:prstDash val="solid"/>
              <a:miter/>
            </a:ln>
          </p:spPr>
          <p:txBody>
            <a:bodyPr/>
            <a:lstStyle/>
            <a:p>
              <a:endParaRPr lang="es-CO"/>
            </a:p>
          </p:txBody>
        </p:sp>
        <p:sp>
          <p:nvSpPr>
            <p:cNvPr id="21" name="Freeform: Shape 20">
              <a:extLst>
                <a:ext uri="{FF2B5EF4-FFF2-40B4-BE49-F238E27FC236}">
                  <a16:creationId xmlns:a16="http://schemas.microsoft.com/office/drawing/2014/main" id="{CF2B3CA5-9151-3D9B-2B08-10577CE72BFC}"/>
                </a:ext>
              </a:extLst>
            </p:cNvPr>
            <p:cNvSpPr/>
            <p:nvPr>
              <p:custDataLst>
                <p:tags r:id="rId41"/>
              </p:custDataLst>
            </p:nvPr>
          </p:nvSpPr>
          <p:spPr>
            <a:xfrm>
              <a:off x="6095213" y="3787267"/>
              <a:ext cx="105034" cy="151661"/>
            </a:xfrm>
            <a:custGeom>
              <a:avLst/>
              <a:gdLst>
                <a:gd name="csX0" fmla="*/ 77287 w 105034"/>
                <a:gd name="csY0" fmla="*/ 17161 h 151661"/>
                <a:gd name="csX1" fmla="*/ 97931 w 105034"/>
                <a:gd name="csY1" fmla="*/ 6946 h 151661"/>
                <a:gd name="csX2" fmla="*/ 105190 w 105034"/>
                <a:gd name="csY2" fmla="*/ 2727 h 151661"/>
                <a:gd name="csX3" fmla="*/ 101787 w 105034"/>
                <a:gd name="csY3" fmla="*/ 63 h 151661"/>
                <a:gd name="csX4" fmla="*/ 71842 w 105034"/>
                <a:gd name="csY4" fmla="*/ 729 h 151661"/>
                <a:gd name="csX5" fmla="*/ 41670 w 105034"/>
                <a:gd name="csY5" fmla="*/ 63 h 151661"/>
                <a:gd name="csX6" fmla="*/ 37133 w 105034"/>
                <a:gd name="csY6" fmla="*/ 4504 h 151661"/>
                <a:gd name="csX7" fmla="*/ 43485 w 105034"/>
                <a:gd name="csY7" fmla="*/ 6946 h 151661"/>
                <a:gd name="csX8" fmla="*/ 59138 w 105034"/>
                <a:gd name="csY8" fmla="*/ 11165 h 151661"/>
                <a:gd name="csX9" fmla="*/ 58685 w 105034"/>
                <a:gd name="csY9" fmla="*/ 14718 h 151661"/>
                <a:gd name="csX10" fmla="*/ 28059 w 105034"/>
                <a:gd name="csY10" fmla="*/ 134404 h 151661"/>
                <a:gd name="csX11" fmla="*/ 7415 w 105034"/>
                <a:gd name="csY11" fmla="*/ 144841 h 151661"/>
                <a:gd name="csX12" fmla="*/ 156 w 105034"/>
                <a:gd name="csY12" fmla="*/ 149282 h 151661"/>
                <a:gd name="csX13" fmla="*/ 3559 w 105034"/>
                <a:gd name="csY13" fmla="*/ 151724 h 151661"/>
                <a:gd name="csX14" fmla="*/ 33277 w 105034"/>
                <a:gd name="csY14" fmla="*/ 151058 h 151661"/>
                <a:gd name="csX15" fmla="*/ 63676 w 105034"/>
                <a:gd name="csY15" fmla="*/ 151724 h 151661"/>
                <a:gd name="csX16" fmla="*/ 68213 w 105034"/>
                <a:gd name="csY16" fmla="*/ 147506 h 151661"/>
                <a:gd name="csX17" fmla="*/ 61407 w 105034"/>
                <a:gd name="csY17" fmla="*/ 144841 h 151661"/>
                <a:gd name="csX18" fmla="*/ 51652 w 105034"/>
                <a:gd name="csY18" fmla="*/ 144397 h 151661"/>
                <a:gd name="csX19" fmla="*/ 45981 w 105034"/>
                <a:gd name="csY19" fmla="*/ 140622 h 151661"/>
                <a:gd name="csX20" fmla="*/ 46888 w 105034"/>
                <a:gd name="csY20" fmla="*/ 135515 h 151661"/>
                <a:gd name="csX21" fmla="*/ 77287 w 105034"/>
                <a:gd name="csY21" fmla="*/ 17161 h 151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05034" h="151661">
                  <a:moveTo>
                    <a:pt x="77287" y="17161"/>
                  </a:moveTo>
                  <a:cubicBezTo>
                    <a:pt x="79329" y="9167"/>
                    <a:pt x="80009" y="6946"/>
                    <a:pt x="97931" y="6946"/>
                  </a:cubicBezTo>
                  <a:cubicBezTo>
                    <a:pt x="103375" y="6946"/>
                    <a:pt x="105190" y="6946"/>
                    <a:pt x="105190" y="2727"/>
                  </a:cubicBezTo>
                  <a:cubicBezTo>
                    <a:pt x="105190" y="63"/>
                    <a:pt x="102695" y="63"/>
                    <a:pt x="101787" y="63"/>
                  </a:cubicBezTo>
                  <a:cubicBezTo>
                    <a:pt x="95209" y="63"/>
                    <a:pt x="78421" y="729"/>
                    <a:pt x="71842" y="729"/>
                  </a:cubicBezTo>
                  <a:cubicBezTo>
                    <a:pt x="65037" y="729"/>
                    <a:pt x="48476" y="63"/>
                    <a:pt x="41670" y="63"/>
                  </a:cubicBezTo>
                  <a:cubicBezTo>
                    <a:pt x="40082" y="63"/>
                    <a:pt x="37133" y="63"/>
                    <a:pt x="37133" y="4504"/>
                  </a:cubicBezTo>
                  <a:cubicBezTo>
                    <a:pt x="37133" y="6946"/>
                    <a:pt x="39175" y="6946"/>
                    <a:pt x="43485" y="6946"/>
                  </a:cubicBezTo>
                  <a:cubicBezTo>
                    <a:pt x="53013" y="6946"/>
                    <a:pt x="59138" y="6946"/>
                    <a:pt x="59138" y="11165"/>
                  </a:cubicBezTo>
                  <a:cubicBezTo>
                    <a:pt x="59138" y="12276"/>
                    <a:pt x="59138" y="12720"/>
                    <a:pt x="58685" y="14718"/>
                  </a:cubicBezTo>
                  <a:lnTo>
                    <a:pt x="28059" y="134404"/>
                  </a:lnTo>
                  <a:cubicBezTo>
                    <a:pt x="26017" y="142620"/>
                    <a:pt x="25337" y="144841"/>
                    <a:pt x="7415" y="144841"/>
                  </a:cubicBezTo>
                  <a:cubicBezTo>
                    <a:pt x="2198" y="144841"/>
                    <a:pt x="156" y="144841"/>
                    <a:pt x="156" y="149282"/>
                  </a:cubicBezTo>
                  <a:cubicBezTo>
                    <a:pt x="156" y="151724"/>
                    <a:pt x="2878" y="151724"/>
                    <a:pt x="3559" y="151724"/>
                  </a:cubicBezTo>
                  <a:cubicBezTo>
                    <a:pt x="10137" y="151724"/>
                    <a:pt x="26698" y="151058"/>
                    <a:pt x="33277" y="151058"/>
                  </a:cubicBezTo>
                  <a:cubicBezTo>
                    <a:pt x="40082" y="151058"/>
                    <a:pt x="56870" y="151724"/>
                    <a:pt x="63676" y="151724"/>
                  </a:cubicBezTo>
                  <a:cubicBezTo>
                    <a:pt x="65490" y="151724"/>
                    <a:pt x="68213" y="151724"/>
                    <a:pt x="68213" y="147506"/>
                  </a:cubicBezTo>
                  <a:cubicBezTo>
                    <a:pt x="68213" y="144841"/>
                    <a:pt x="66398" y="144841"/>
                    <a:pt x="61407" y="144841"/>
                  </a:cubicBezTo>
                  <a:cubicBezTo>
                    <a:pt x="57324" y="144841"/>
                    <a:pt x="56189" y="144841"/>
                    <a:pt x="51652" y="144397"/>
                  </a:cubicBezTo>
                  <a:cubicBezTo>
                    <a:pt x="46888" y="143953"/>
                    <a:pt x="45981" y="143064"/>
                    <a:pt x="45981" y="140622"/>
                  </a:cubicBezTo>
                  <a:cubicBezTo>
                    <a:pt x="45981" y="138845"/>
                    <a:pt x="46434" y="137069"/>
                    <a:pt x="46888" y="135515"/>
                  </a:cubicBezTo>
                  <a:lnTo>
                    <a:pt x="77287" y="17161"/>
                  </a:lnTo>
                  <a:close/>
                </a:path>
              </a:pathLst>
            </a:custGeom>
            <a:solidFill>
              <a:srgbClr val="000000"/>
            </a:solidFill>
            <a:ln w="22771" cap="flat">
              <a:noFill/>
              <a:prstDash val="solid"/>
              <a:miter/>
            </a:ln>
          </p:spPr>
          <p:txBody>
            <a:bodyPr/>
            <a:lstStyle/>
            <a:p>
              <a:endParaRPr lang="es-CO"/>
            </a:p>
          </p:txBody>
        </p:sp>
        <p:sp>
          <p:nvSpPr>
            <p:cNvPr id="22" name="Freeform: Shape 21">
              <a:extLst>
                <a:ext uri="{FF2B5EF4-FFF2-40B4-BE49-F238E27FC236}">
                  <a16:creationId xmlns:a16="http://schemas.microsoft.com/office/drawing/2014/main" id="{F3839CAA-1C1A-1272-45D2-F1C99AFF7AB1}"/>
                </a:ext>
              </a:extLst>
            </p:cNvPr>
            <p:cNvSpPr/>
            <p:nvPr>
              <p:custDataLst>
                <p:tags r:id="rId42"/>
              </p:custDataLst>
            </p:nvPr>
          </p:nvSpPr>
          <p:spPr>
            <a:xfrm>
              <a:off x="6227483" y="3772390"/>
              <a:ext cx="52630" cy="222052"/>
            </a:xfrm>
            <a:custGeom>
              <a:avLst/>
              <a:gdLst>
                <a:gd name="csX0" fmla="*/ 52792 w 52630"/>
                <a:gd name="csY0" fmla="*/ 219895 h 222052"/>
                <a:gd name="csX1" fmla="*/ 48935 w 52630"/>
                <a:gd name="csY1" fmla="*/ 215009 h 222052"/>
                <a:gd name="csX2" fmla="*/ 13319 w 52630"/>
                <a:gd name="csY2" fmla="*/ 111089 h 222052"/>
                <a:gd name="csX3" fmla="*/ 49843 w 52630"/>
                <a:gd name="csY3" fmla="*/ 6058 h 222052"/>
                <a:gd name="csX4" fmla="*/ 52792 w 52630"/>
                <a:gd name="csY4" fmla="*/ 2283 h 222052"/>
                <a:gd name="csX5" fmla="*/ 50523 w 52630"/>
                <a:gd name="csY5" fmla="*/ 63 h 222052"/>
                <a:gd name="csX6" fmla="*/ 14453 w 52630"/>
                <a:gd name="csY6" fmla="*/ 43363 h 222052"/>
                <a:gd name="csX7" fmla="*/ 161 w 52630"/>
                <a:gd name="csY7" fmla="*/ 111089 h 222052"/>
                <a:gd name="csX8" fmla="*/ 15133 w 52630"/>
                <a:gd name="csY8" fmla="*/ 180369 h 222052"/>
                <a:gd name="csX9" fmla="*/ 50523 w 52630"/>
                <a:gd name="csY9" fmla="*/ 222115 h 222052"/>
                <a:gd name="csX10" fmla="*/ 52792 w 52630"/>
                <a:gd name="csY10" fmla="*/ 21989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92" y="219895"/>
                  </a:moveTo>
                  <a:cubicBezTo>
                    <a:pt x="52792" y="219228"/>
                    <a:pt x="52792" y="218784"/>
                    <a:pt x="48935" y="215009"/>
                  </a:cubicBezTo>
                  <a:cubicBezTo>
                    <a:pt x="20578" y="187031"/>
                    <a:pt x="13319" y="145063"/>
                    <a:pt x="13319" y="111089"/>
                  </a:cubicBezTo>
                  <a:cubicBezTo>
                    <a:pt x="13319" y="72452"/>
                    <a:pt x="21939" y="33815"/>
                    <a:pt x="49843" y="6058"/>
                  </a:cubicBezTo>
                  <a:cubicBezTo>
                    <a:pt x="52792" y="3394"/>
                    <a:pt x="52792" y="2949"/>
                    <a:pt x="52792" y="2283"/>
                  </a:cubicBezTo>
                  <a:cubicBezTo>
                    <a:pt x="52792" y="729"/>
                    <a:pt x="51884" y="63"/>
                    <a:pt x="50523" y="63"/>
                  </a:cubicBezTo>
                  <a:cubicBezTo>
                    <a:pt x="48255" y="63"/>
                    <a:pt x="27837" y="15162"/>
                    <a:pt x="14453" y="43363"/>
                  </a:cubicBezTo>
                  <a:cubicBezTo>
                    <a:pt x="2883" y="67789"/>
                    <a:pt x="161" y="92437"/>
                    <a:pt x="161" y="111089"/>
                  </a:cubicBezTo>
                  <a:cubicBezTo>
                    <a:pt x="161" y="128409"/>
                    <a:pt x="2656" y="155277"/>
                    <a:pt x="15133" y="180369"/>
                  </a:cubicBezTo>
                  <a:cubicBezTo>
                    <a:pt x="28745" y="207682"/>
                    <a:pt x="48255" y="222115"/>
                    <a:pt x="50523" y="222115"/>
                  </a:cubicBezTo>
                  <a:cubicBezTo>
                    <a:pt x="51884" y="222115"/>
                    <a:pt x="52792" y="221449"/>
                    <a:pt x="52792" y="219895"/>
                  </a:cubicBezTo>
                  <a:close/>
                </a:path>
              </a:pathLst>
            </a:custGeom>
            <a:solidFill>
              <a:srgbClr val="000000"/>
            </a:solidFill>
            <a:ln w="22771" cap="flat">
              <a:noFill/>
              <a:prstDash val="solid"/>
              <a:miter/>
            </a:ln>
          </p:spPr>
          <p:txBody>
            <a:bodyPr/>
            <a:lstStyle/>
            <a:p>
              <a:endParaRPr lang="es-CO"/>
            </a:p>
          </p:txBody>
        </p:sp>
        <p:sp>
          <p:nvSpPr>
            <p:cNvPr id="23" name="Freeform: Shape 22">
              <a:extLst>
                <a:ext uri="{FF2B5EF4-FFF2-40B4-BE49-F238E27FC236}">
                  <a16:creationId xmlns:a16="http://schemas.microsoft.com/office/drawing/2014/main" id="{CEC94102-EC14-D277-3590-C69EE98978AC}"/>
                </a:ext>
              </a:extLst>
            </p:cNvPr>
            <p:cNvSpPr/>
            <p:nvPr>
              <p:custDataLst>
                <p:tags r:id="rId43"/>
              </p:custDataLst>
            </p:nvPr>
          </p:nvSpPr>
          <p:spPr>
            <a:xfrm>
              <a:off x="6298464" y="3799924"/>
              <a:ext cx="69644" cy="141447"/>
            </a:xfrm>
            <a:custGeom>
              <a:avLst/>
              <a:gdLst>
                <a:gd name="csX0" fmla="*/ 41680 w 69644"/>
                <a:gd name="csY0" fmla="*/ 50247 h 141447"/>
                <a:gd name="csX1" fmla="*/ 63004 w 69644"/>
                <a:gd name="csY1" fmla="*/ 50247 h 141447"/>
                <a:gd name="csX2" fmla="*/ 69810 w 69644"/>
                <a:gd name="csY2" fmla="*/ 45806 h 141447"/>
                <a:gd name="csX3" fmla="*/ 63458 w 69644"/>
                <a:gd name="csY3" fmla="*/ 43363 h 141447"/>
                <a:gd name="csX4" fmla="*/ 43494 w 69644"/>
                <a:gd name="csY4" fmla="*/ 43363 h 141447"/>
                <a:gd name="csX5" fmla="*/ 52795 w 69644"/>
                <a:gd name="csY5" fmla="*/ 6058 h 141447"/>
                <a:gd name="csX6" fmla="*/ 46217 w 69644"/>
                <a:gd name="csY6" fmla="*/ 63 h 141447"/>
                <a:gd name="csX7" fmla="*/ 37142 w 69644"/>
                <a:gd name="csY7" fmla="*/ 8057 h 141447"/>
                <a:gd name="csX8" fmla="*/ 28295 w 69644"/>
                <a:gd name="csY8" fmla="*/ 43363 h 141447"/>
                <a:gd name="csX9" fmla="*/ 6971 w 69644"/>
                <a:gd name="csY9" fmla="*/ 43363 h 141447"/>
                <a:gd name="csX10" fmla="*/ 165 w 69644"/>
                <a:gd name="csY10" fmla="*/ 47582 h 141447"/>
                <a:gd name="csX11" fmla="*/ 6517 w 69644"/>
                <a:gd name="csY11" fmla="*/ 50247 h 141447"/>
                <a:gd name="csX12" fmla="*/ 26480 w 69644"/>
                <a:gd name="csY12" fmla="*/ 50247 h 141447"/>
                <a:gd name="csX13" fmla="*/ 9239 w 69644"/>
                <a:gd name="csY13" fmla="*/ 121081 h 141447"/>
                <a:gd name="csX14" fmla="*/ 30110 w 69644"/>
                <a:gd name="csY14" fmla="*/ 141510 h 141447"/>
                <a:gd name="csX15" fmla="*/ 66180 w 69644"/>
                <a:gd name="csY15" fmla="*/ 107314 h 141447"/>
                <a:gd name="csX16" fmla="*/ 63458 w 69644"/>
                <a:gd name="csY16" fmla="*/ 105094 h 141447"/>
                <a:gd name="csX17" fmla="*/ 60055 w 69644"/>
                <a:gd name="csY17" fmla="*/ 108202 h 141447"/>
                <a:gd name="csX18" fmla="*/ 30564 w 69644"/>
                <a:gd name="csY18" fmla="*/ 136625 h 141447"/>
                <a:gd name="csX19" fmla="*/ 23531 w 69644"/>
                <a:gd name="csY19" fmla="*/ 126411 h 141447"/>
                <a:gd name="csX20" fmla="*/ 24892 w 69644"/>
                <a:gd name="csY20" fmla="*/ 115752 h 141447"/>
                <a:gd name="csX21" fmla="*/ 41680 w 69644"/>
                <a:gd name="csY21" fmla="*/ 50247 h 141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9644" h="141447">
                  <a:moveTo>
                    <a:pt x="41680" y="50247"/>
                  </a:moveTo>
                  <a:lnTo>
                    <a:pt x="63004" y="50247"/>
                  </a:lnTo>
                  <a:cubicBezTo>
                    <a:pt x="67541" y="50247"/>
                    <a:pt x="69810" y="50247"/>
                    <a:pt x="69810" y="45806"/>
                  </a:cubicBezTo>
                  <a:cubicBezTo>
                    <a:pt x="69810" y="43363"/>
                    <a:pt x="67541" y="43363"/>
                    <a:pt x="63458" y="43363"/>
                  </a:cubicBezTo>
                  <a:lnTo>
                    <a:pt x="43494" y="43363"/>
                  </a:lnTo>
                  <a:cubicBezTo>
                    <a:pt x="51661" y="11832"/>
                    <a:pt x="52795" y="7390"/>
                    <a:pt x="52795" y="6058"/>
                  </a:cubicBezTo>
                  <a:cubicBezTo>
                    <a:pt x="52795" y="2283"/>
                    <a:pt x="50073" y="63"/>
                    <a:pt x="46217" y="63"/>
                  </a:cubicBezTo>
                  <a:cubicBezTo>
                    <a:pt x="45536" y="63"/>
                    <a:pt x="39184" y="285"/>
                    <a:pt x="37142" y="8057"/>
                  </a:cubicBezTo>
                  <a:lnTo>
                    <a:pt x="28295" y="43363"/>
                  </a:lnTo>
                  <a:lnTo>
                    <a:pt x="6971" y="43363"/>
                  </a:lnTo>
                  <a:cubicBezTo>
                    <a:pt x="2433" y="43363"/>
                    <a:pt x="165" y="43363"/>
                    <a:pt x="165" y="47582"/>
                  </a:cubicBezTo>
                  <a:cubicBezTo>
                    <a:pt x="165" y="50247"/>
                    <a:pt x="1980" y="50247"/>
                    <a:pt x="6517" y="50247"/>
                  </a:cubicBezTo>
                  <a:lnTo>
                    <a:pt x="26480" y="50247"/>
                  </a:lnTo>
                  <a:cubicBezTo>
                    <a:pt x="10147" y="113309"/>
                    <a:pt x="9239" y="117084"/>
                    <a:pt x="9239" y="121081"/>
                  </a:cubicBezTo>
                  <a:cubicBezTo>
                    <a:pt x="9239" y="133072"/>
                    <a:pt x="17860" y="141510"/>
                    <a:pt x="30110" y="141510"/>
                  </a:cubicBezTo>
                  <a:cubicBezTo>
                    <a:pt x="53249" y="141510"/>
                    <a:pt x="66180" y="109090"/>
                    <a:pt x="66180" y="107314"/>
                  </a:cubicBezTo>
                  <a:cubicBezTo>
                    <a:pt x="66180" y="105094"/>
                    <a:pt x="64365" y="105094"/>
                    <a:pt x="63458" y="105094"/>
                  </a:cubicBezTo>
                  <a:cubicBezTo>
                    <a:pt x="61416" y="105094"/>
                    <a:pt x="61189" y="105760"/>
                    <a:pt x="60055" y="108202"/>
                  </a:cubicBezTo>
                  <a:cubicBezTo>
                    <a:pt x="50300" y="131296"/>
                    <a:pt x="38277" y="136625"/>
                    <a:pt x="30564" y="136625"/>
                  </a:cubicBezTo>
                  <a:cubicBezTo>
                    <a:pt x="25800" y="136625"/>
                    <a:pt x="23531" y="133738"/>
                    <a:pt x="23531" y="126411"/>
                  </a:cubicBezTo>
                  <a:cubicBezTo>
                    <a:pt x="23531" y="121081"/>
                    <a:pt x="23985" y="119527"/>
                    <a:pt x="24892" y="115752"/>
                  </a:cubicBezTo>
                  <a:lnTo>
                    <a:pt x="41680" y="50247"/>
                  </a:lnTo>
                  <a:close/>
                </a:path>
              </a:pathLst>
            </a:custGeom>
            <a:solidFill>
              <a:srgbClr val="000000"/>
            </a:solidFill>
            <a:ln w="22771" cap="flat">
              <a:noFill/>
              <a:prstDash val="solid"/>
              <a:miter/>
            </a:ln>
          </p:spPr>
          <p:txBody>
            <a:bodyPr/>
            <a:lstStyle/>
            <a:p>
              <a:endParaRPr lang="es-CO"/>
            </a:p>
          </p:txBody>
        </p:sp>
        <p:sp>
          <p:nvSpPr>
            <p:cNvPr id="24" name="Freeform: Shape 23">
              <a:extLst>
                <a:ext uri="{FF2B5EF4-FFF2-40B4-BE49-F238E27FC236}">
                  <a16:creationId xmlns:a16="http://schemas.microsoft.com/office/drawing/2014/main" id="{37C65029-7009-B204-CBEC-0DD813DA6947}"/>
                </a:ext>
              </a:extLst>
            </p:cNvPr>
            <p:cNvSpPr/>
            <p:nvPr>
              <p:custDataLst>
                <p:tags r:id="rId44"/>
              </p:custDataLst>
            </p:nvPr>
          </p:nvSpPr>
          <p:spPr>
            <a:xfrm>
              <a:off x="6388098" y="3772390"/>
              <a:ext cx="52630" cy="222052"/>
            </a:xfrm>
            <a:custGeom>
              <a:avLst/>
              <a:gdLst>
                <a:gd name="csX0" fmla="*/ 52799 w 52630"/>
                <a:gd name="csY0" fmla="*/ 111089 h 222052"/>
                <a:gd name="csX1" fmla="*/ 37827 w 52630"/>
                <a:gd name="csY1" fmla="*/ 41809 h 222052"/>
                <a:gd name="csX2" fmla="*/ 2437 w 52630"/>
                <a:gd name="csY2" fmla="*/ 63 h 222052"/>
                <a:gd name="csX3" fmla="*/ 168 w 52630"/>
                <a:gd name="csY3" fmla="*/ 2283 h 222052"/>
                <a:gd name="csX4" fmla="*/ 4479 w 52630"/>
                <a:gd name="csY4" fmla="*/ 7390 h 222052"/>
                <a:gd name="csX5" fmla="*/ 39641 w 52630"/>
                <a:gd name="csY5" fmla="*/ 111089 h 222052"/>
                <a:gd name="csX6" fmla="*/ 3118 w 52630"/>
                <a:gd name="csY6" fmla="*/ 216120 h 222052"/>
                <a:gd name="csX7" fmla="*/ 168 w 52630"/>
                <a:gd name="csY7" fmla="*/ 219895 h 222052"/>
                <a:gd name="csX8" fmla="*/ 2437 w 52630"/>
                <a:gd name="csY8" fmla="*/ 222115 h 222052"/>
                <a:gd name="csX9" fmla="*/ 38507 w 52630"/>
                <a:gd name="csY9" fmla="*/ 178815 h 222052"/>
                <a:gd name="csX10" fmla="*/ 52799 w 52630"/>
                <a:gd name="csY10" fmla="*/ 111089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799" y="111089"/>
                  </a:moveTo>
                  <a:cubicBezTo>
                    <a:pt x="52799" y="93769"/>
                    <a:pt x="50304" y="66901"/>
                    <a:pt x="37827" y="41809"/>
                  </a:cubicBezTo>
                  <a:cubicBezTo>
                    <a:pt x="24215" y="14496"/>
                    <a:pt x="4706" y="63"/>
                    <a:pt x="2437" y="63"/>
                  </a:cubicBezTo>
                  <a:cubicBezTo>
                    <a:pt x="1076" y="63"/>
                    <a:pt x="168" y="951"/>
                    <a:pt x="168" y="2283"/>
                  </a:cubicBezTo>
                  <a:cubicBezTo>
                    <a:pt x="168" y="2949"/>
                    <a:pt x="168" y="3394"/>
                    <a:pt x="4479" y="7390"/>
                  </a:cubicBezTo>
                  <a:cubicBezTo>
                    <a:pt x="26711" y="29374"/>
                    <a:pt x="39641" y="64680"/>
                    <a:pt x="39641" y="111089"/>
                  </a:cubicBezTo>
                  <a:cubicBezTo>
                    <a:pt x="39641" y="149060"/>
                    <a:pt x="31248" y="188141"/>
                    <a:pt x="3118" y="216120"/>
                  </a:cubicBezTo>
                  <a:cubicBezTo>
                    <a:pt x="168" y="218784"/>
                    <a:pt x="168" y="219228"/>
                    <a:pt x="168" y="219895"/>
                  </a:cubicBezTo>
                  <a:cubicBezTo>
                    <a:pt x="168" y="221227"/>
                    <a:pt x="1076" y="222115"/>
                    <a:pt x="2437" y="222115"/>
                  </a:cubicBezTo>
                  <a:cubicBezTo>
                    <a:pt x="4706" y="222115"/>
                    <a:pt x="25123" y="207016"/>
                    <a:pt x="38507" y="178815"/>
                  </a:cubicBezTo>
                  <a:cubicBezTo>
                    <a:pt x="50077" y="154389"/>
                    <a:pt x="52799" y="129741"/>
                    <a:pt x="52799" y="111089"/>
                  </a:cubicBezTo>
                  <a:close/>
                </a:path>
              </a:pathLst>
            </a:custGeom>
            <a:solidFill>
              <a:srgbClr val="000000"/>
            </a:solidFill>
            <a:ln w="22771" cap="flat">
              <a:noFill/>
              <a:prstDash val="solid"/>
              <a:miter/>
            </a:ln>
          </p:spPr>
          <p:txBody>
            <a:bodyPr/>
            <a:lstStyle/>
            <a:p>
              <a:endParaRPr lang="es-CO"/>
            </a:p>
          </p:txBody>
        </p:sp>
        <p:sp>
          <p:nvSpPr>
            <p:cNvPr id="25" name="Freeform: Shape 24">
              <a:extLst>
                <a:ext uri="{FF2B5EF4-FFF2-40B4-BE49-F238E27FC236}">
                  <a16:creationId xmlns:a16="http://schemas.microsoft.com/office/drawing/2014/main" id="{96E26BD2-C9A1-8242-E9B8-56C8011D09D9}"/>
                </a:ext>
              </a:extLst>
            </p:cNvPr>
            <p:cNvSpPr/>
            <p:nvPr>
              <p:custDataLst>
                <p:tags r:id="rId45"/>
              </p:custDataLst>
            </p:nvPr>
          </p:nvSpPr>
          <p:spPr>
            <a:xfrm>
              <a:off x="6526504" y="3809473"/>
              <a:ext cx="150859" cy="147886"/>
            </a:xfrm>
            <a:custGeom>
              <a:avLst/>
              <a:gdLst>
                <a:gd name="csX0" fmla="*/ 80255 w 150859"/>
                <a:gd name="csY0" fmla="*/ 78447 h 147886"/>
                <a:gd name="csX1" fmla="*/ 143548 w 150859"/>
                <a:gd name="csY1" fmla="*/ 78447 h 147886"/>
                <a:gd name="csX2" fmla="*/ 151034 w 150859"/>
                <a:gd name="csY2" fmla="*/ 74006 h 147886"/>
                <a:gd name="csX3" fmla="*/ 143548 w 150859"/>
                <a:gd name="csY3" fmla="*/ 69565 h 147886"/>
                <a:gd name="csX4" fmla="*/ 80255 w 150859"/>
                <a:gd name="csY4" fmla="*/ 69565 h 147886"/>
                <a:gd name="csX5" fmla="*/ 80255 w 150859"/>
                <a:gd name="csY5" fmla="*/ 7390 h 147886"/>
                <a:gd name="csX6" fmla="*/ 75718 w 150859"/>
                <a:gd name="csY6" fmla="*/ 63 h 147886"/>
                <a:gd name="csX7" fmla="*/ 71181 w 150859"/>
                <a:gd name="csY7" fmla="*/ 7390 h 147886"/>
                <a:gd name="csX8" fmla="*/ 71181 w 150859"/>
                <a:gd name="csY8" fmla="*/ 69565 h 147886"/>
                <a:gd name="csX9" fmla="*/ 7661 w 150859"/>
                <a:gd name="csY9" fmla="*/ 69565 h 147886"/>
                <a:gd name="csX10" fmla="*/ 175 w 150859"/>
                <a:gd name="csY10" fmla="*/ 74006 h 147886"/>
                <a:gd name="csX11" fmla="*/ 7661 w 150859"/>
                <a:gd name="csY11" fmla="*/ 78447 h 147886"/>
                <a:gd name="csX12" fmla="*/ 71181 w 150859"/>
                <a:gd name="csY12" fmla="*/ 78447 h 147886"/>
                <a:gd name="csX13" fmla="*/ 71181 w 150859"/>
                <a:gd name="csY13" fmla="*/ 140622 h 147886"/>
                <a:gd name="csX14" fmla="*/ 75718 w 150859"/>
                <a:gd name="csY14" fmla="*/ 147950 h 147886"/>
                <a:gd name="csX15" fmla="*/ 80255 w 150859"/>
                <a:gd name="csY15" fmla="*/ 140622 h 147886"/>
                <a:gd name="csX16" fmla="*/ 80255 w 150859"/>
                <a:gd name="csY16" fmla="*/ 78447 h 147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0859" h="147886">
                  <a:moveTo>
                    <a:pt x="80255" y="78447"/>
                  </a:moveTo>
                  <a:lnTo>
                    <a:pt x="143548" y="78447"/>
                  </a:lnTo>
                  <a:cubicBezTo>
                    <a:pt x="146724" y="78447"/>
                    <a:pt x="151034" y="78447"/>
                    <a:pt x="151034" y="74006"/>
                  </a:cubicBezTo>
                  <a:cubicBezTo>
                    <a:pt x="151034" y="69565"/>
                    <a:pt x="146724" y="69565"/>
                    <a:pt x="143548" y="69565"/>
                  </a:cubicBezTo>
                  <a:lnTo>
                    <a:pt x="80255" y="69565"/>
                  </a:lnTo>
                  <a:lnTo>
                    <a:pt x="80255" y="7390"/>
                  </a:lnTo>
                  <a:cubicBezTo>
                    <a:pt x="80255" y="4282"/>
                    <a:pt x="80255" y="63"/>
                    <a:pt x="75718" y="63"/>
                  </a:cubicBezTo>
                  <a:cubicBezTo>
                    <a:pt x="71181" y="63"/>
                    <a:pt x="71181" y="4282"/>
                    <a:pt x="71181" y="7390"/>
                  </a:cubicBezTo>
                  <a:lnTo>
                    <a:pt x="71181" y="69565"/>
                  </a:lnTo>
                  <a:lnTo>
                    <a:pt x="7661" y="69565"/>
                  </a:lnTo>
                  <a:cubicBezTo>
                    <a:pt x="4485" y="69565"/>
                    <a:pt x="175" y="69565"/>
                    <a:pt x="175" y="74006"/>
                  </a:cubicBezTo>
                  <a:cubicBezTo>
                    <a:pt x="175" y="78447"/>
                    <a:pt x="4485" y="78447"/>
                    <a:pt x="7661" y="78447"/>
                  </a:cubicBezTo>
                  <a:lnTo>
                    <a:pt x="71181" y="78447"/>
                  </a:lnTo>
                  <a:lnTo>
                    <a:pt x="71181" y="140622"/>
                  </a:lnTo>
                  <a:cubicBezTo>
                    <a:pt x="71181" y="143731"/>
                    <a:pt x="71181" y="147950"/>
                    <a:pt x="75718" y="147950"/>
                  </a:cubicBezTo>
                  <a:cubicBezTo>
                    <a:pt x="80255" y="147950"/>
                    <a:pt x="80255" y="143731"/>
                    <a:pt x="80255" y="140622"/>
                  </a:cubicBezTo>
                  <a:lnTo>
                    <a:pt x="80255" y="78447"/>
                  </a:lnTo>
                  <a:close/>
                </a:path>
              </a:pathLst>
            </a:custGeom>
            <a:solidFill>
              <a:srgbClr val="000000"/>
            </a:solidFill>
            <a:ln w="22771" cap="flat">
              <a:noFill/>
              <a:prstDash val="solid"/>
              <a:miter/>
            </a:ln>
          </p:spPr>
          <p:txBody>
            <a:bodyPr/>
            <a:lstStyle/>
            <a:p>
              <a:endParaRPr lang="es-CO"/>
            </a:p>
          </p:txBody>
        </p:sp>
        <p:sp>
          <p:nvSpPr>
            <p:cNvPr id="26" name="Freeform: Shape 25">
              <a:extLst>
                <a:ext uri="{FF2B5EF4-FFF2-40B4-BE49-F238E27FC236}">
                  <a16:creationId xmlns:a16="http://schemas.microsoft.com/office/drawing/2014/main" id="{9D872CCB-7693-87FC-8696-A0EF5729AE82}"/>
                </a:ext>
              </a:extLst>
            </p:cNvPr>
            <p:cNvSpPr/>
            <p:nvPr>
              <p:custDataLst>
                <p:tags r:id="rId46"/>
              </p:custDataLst>
            </p:nvPr>
          </p:nvSpPr>
          <p:spPr>
            <a:xfrm>
              <a:off x="6749730" y="3787267"/>
              <a:ext cx="173318" cy="151661"/>
            </a:xfrm>
            <a:custGeom>
              <a:avLst/>
              <a:gdLst>
                <a:gd name="csX0" fmla="*/ 27180 w 173318"/>
                <a:gd name="csY0" fmla="*/ 134404 h 151661"/>
                <a:gd name="csX1" fmla="*/ 6536 w 173318"/>
                <a:gd name="csY1" fmla="*/ 144841 h 151661"/>
                <a:gd name="csX2" fmla="*/ 184 w 173318"/>
                <a:gd name="csY2" fmla="*/ 149060 h 151661"/>
                <a:gd name="csX3" fmla="*/ 6536 w 173318"/>
                <a:gd name="csY3" fmla="*/ 151724 h 151661"/>
                <a:gd name="csX4" fmla="*/ 81626 w 173318"/>
                <a:gd name="csY4" fmla="*/ 151724 h 151661"/>
                <a:gd name="csX5" fmla="*/ 173503 w 173318"/>
                <a:gd name="csY5" fmla="*/ 56242 h 151661"/>
                <a:gd name="csX6" fmla="*/ 120191 w 173318"/>
                <a:gd name="csY6" fmla="*/ 63 h 151661"/>
                <a:gd name="csX7" fmla="*/ 43968 w 173318"/>
                <a:gd name="csY7" fmla="*/ 63 h 151661"/>
                <a:gd name="csX8" fmla="*/ 37162 w 173318"/>
                <a:gd name="csY8" fmla="*/ 4282 h 151661"/>
                <a:gd name="csX9" fmla="*/ 43741 w 173318"/>
                <a:gd name="csY9" fmla="*/ 6946 h 151661"/>
                <a:gd name="csX10" fmla="*/ 53496 w 173318"/>
                <a:gd name="csY10" fmla="*/ 7390 h 151661"/>
                <a:gd name="csX11" fmla="*/ 58487 w 173318"/>
                <a:gd name="csY11" fmla="*/ 10943 h 151661"/>
                <a:gd name="csX12" fmla="*/ 57579 w 173318"/>
                <a:gd name="csY12" fmla="*/ 15162 h 151661"/>
                <a:gd name="csX13" fmla="*/ 27180 w 173318"/>
                <a:gd name="csY13" fmla="*/ 134404 h 151661"/>
                <a:gd name="csX14" fmla="*/ 76181 w 173318"/>
                <a:gd name="csY14" fmla="*/ 15384 h 151661"/>
                <a:gd name="csX15" fmla="*/ 88432 w 173318"/>
                <a:gd name="csY15" fmla="*/ 6946 h 151661"/>
                <a:gd name="csX16" fmla="*/ 112705 w 173318"/>
                <a:gd name="csY16" fmla="*/ 6946 h 151661"/>
                <a:gd name="csX17" fmla="*/ 153766 w 173318"/>
                <a:gd name="csY17" fmla="*/ 48026 h 151661"/>
                <a:gd name="csX18" fmla="*/ 129946 w 173318"/>
                <a:gd name="csY18" fmla="*/ 119749 h 151661"/>
                <a:gd name="csX19" fmla="*/ 77542 w 173318"/>
                <a:gd name="csY19" fmla="*/ 144841 h 151661"/>
                <a:gd name="csX20" fmla="*/ 51908 w 173318"/>
                <a:gd name="csY20" fmla="*/ 144841 h 151661"/>
                <a:gd name="csX21" fmla="*/ 46917 w 173318"/>
                <a:gd name="csY21" fmla="*/ 144619 h 151661"/>
                <a:gd name="csX22" fmla="*/ 43968 w 173318"/>
                <a:gd name="csY22" fmla="*/ 142398 h 151661"/>
                <a:gd name="csX23" fmla="*/ 45102 w 173318"/>
                <a:gd name="csY23" fmla="*/ 137291 h 151661"/>
                <a:gd name="csX24" fmla="*/ 76181 w 173318"/>
                <a:gd name="csY24" fmla="*/ 15384 h 151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73318" h="151661">
                  <a:moveTo>
                    <a:pt x="27180" y="134404"/>
                  </a:moveTo>
                  <a:cubicBezTo>
                    <a:pt x="24912" y="143064"/>
                    <a:pt x="24458" y="144841"/>
                    <a:pt x="6536" y="144841"/>
                  </a:cubicBezTo>
                  <a:cubicBezTo>
                    <a:pt x="2680" y="144841"/>
                    <a:pt x="184" y="144841"/>
                    <a:pt x="184" y="149060"/>
                  </a:cubicBezTo>
                  <a:cubicBezTo>
                    <a:pt x="184" y="151724"/>
                    <a:pt x="2226" y="151724"/>
                    <a:pt x="6536" y="151724"/>
                  </a:cubicBezTo>
                  <a:lnTo>
                    <a:pt x="81626" y="151724"/>
                  </a:lnTo>
                  <a:cubicBezTo>
                    <a:pt x="128812" y="151724"/>
                    <a:pt x="173503" y="104871"/>
                    <a:pt x="173503" y="56242"/>
                  </a:cubicBezTo>
                  <a:cubicBezTo>
                    <a:pt x="173503" y="24933"/>
                    <a:pt x="154220" y="63"/>
                    <a:pt x="120191" y="63"/>
                  </a:cubicBezTo>
                  <a:lnTo>
                    <a:pt x="43968" y="63"/>
                  </a:lnTo>
                  <a:cubicBezTo>
                    <a:pt x="39657" y="63"/>
                    <a:pt x="37162" y="63"/>
                    <a:pt x="37162" y="4282"/>
                  </a:cubicBezTo>
                  <a:cubicBezTo>
                    <a:pt x="37162" y="6946"/>
                    <a:pt x="39204" y="6946"/>
                    <a:pt x="43741" y="6946"/>
                  </a:cubicBezTo>
                  <a:cubicBezTo>
                    <a:pt x="46690" y="6946"/>
                    <a:pt x="50773" y="7168"/>
                    <a:pt x="53496" y="7390"/>
                  </a:cubicBezTo>
                  <a:cubicBezTo>
                    <a:pt x="57125" y="7835"/>
                    <a:pt x="58487" y="8501"/>
                    <a:pt x="58487" y="10943"/>
                  </a:cubicBezTo>
                  <a:cubicBezTo>
                    <a:pt x="58487" y="11832"/>
                    <a:pt x="58260" y="12498"/>
                    <a:pt x="57579" y="15162"/>
                  </a:cubicBezTo>
                  <a:lnTo>
                    <a:pt x="27180" y="134404"/>
                  </a:lnTo>
                  <a:close/>
                  <a:moveTo>
                    <a:pt x="76181" y="15384"/>
                  </a:moveTo>
                  <a:cubicBezTo>
                    <a:pt x="78223" y="7613"/>
                    <a:pt x="78677" y="6946"/>
                    <a:pt x="88432" y="6946"/>
                  </a:cubicBezTo>
                  <a:lnTo>
                    <a:pt x="112705" y="6946"/>
                  </a:lnTo>
                  <a:cubicBezTo>
                    <a:pt x="134937" y="6946"/>
                    <a:pt x="153766" y="18715"/>
                    <a:pt x="153766" y="48026"/>
                  </a:cubicBezTo>
                  <a:cubicBezTo>
                    <a:pt x="153766" y="58907"/>
                    <a:pt x="149229" y="95323"/>
                    <a:pt x="129946" y="119749"/>
                  </a:cubicBezTo>
                  <a:cubicBezTo>
                    <a:pt x="123367" y="127965"/>
                    <a:pt x="105446" y="144841"/>
                    <a:pt x="77542" y="144841"/>
                  </a:cubicBezTo>
                  <a:lnTo>
                    <a:pt x="51908" y="144841"/>
                  </a:lnTo>
                  <a:cubicBezTo>
                    <a:pt x="48732" y="144841"/>
                    <a:pt x="48278" y="144841"/>
                    <a:pt x="46917" y="144619"/>
                  </a:cubicBezTo>
                  <a:cubicBezTo>
                    <a:pt x="44648" y="144397"/>
                    <a:pt x="43968" y="144175"/>
                    <a:pt x="43968" y="142398"/>
                  </a:cubicBezTo>
                  <a:cubicBezTo>
                    <a:pt x="43968" y="141732"/>
                    <a:pt x="43968" y="141288"/>
                    <a:pt x="45102" y="137291"/>
                  </a:cubicBezTo>
                  <a:lnTo>
                    <a:pt x="76181" y="15384"/>
                  </a:lnTo>
                  <a:close/>
                </a:path>
              </a:pathLst>
            </a:custGeom>
            <a:solidFill>
              <a:srgbClr val="000000"/>
            </a:solidFill>
            <a:ln w="22771" cap="flat">
              <a:noFill/>
              <a:prstDash val="solid"/>
              <a:miter/>
            </a:ln>
          </p:spPr>
          <p:txBody>
            <a:bodyPr/>
            <a:lstStyle/>
            <a:p>
              <a:endParaRPr lang="es-CO"/>
            </a:p>
          </p:txBody>
        </p:sp>
        <p:sp>
          <p:nvSpPr>
            <p:cNvPr id="27" name="Freeform: Shape 26">
              <a:extLst>
                <a:ext uri="{FF2B5EF4-FFF2-40B4-BE49-F238E27FC236}">
                  <a16:creationId xmlns:a16="http://schemas.microsoft.com/office/drawing/2014/main" id="{B1D99A88-96E5-C5D7-E8AB-55EC437D8240}"/>
                </a:ext>
              </a:extLst>
            </p:cNvPr>
            <p:cNvSpPr/>
            <p:nvPr>
              <p:custDataLst>
                <p:tags r:id="rId47"/>
              </p:custDataLst>
            </p:nvPr>
          </p:nvSpPr>
          <p:spPr>
            <a:xfrm>
              <a:off x="6957235" y="3772390"/>
              <a:ext cx="52630" cy="222052"/>
            </a:xfrm>
            <a:custGeom>
              <a:avLst/>
              <a:gdLst>
                <a:gd name="csX0" fmla="*/ 52824 w 52630"/>
                <a:gd name="csY0" fmla="*/ 219895 h 222052"/>
                <a:gd name="csX1" fmla="*/ 48967 w 52630"/>
                <a:gd name="csY1" fmla="*/ 215009 h 222052"/>
                <a:gd name="csX2" fmla="*/ 13351 w 52630"/>
                <a:gd name="csY2" fmla="*/ 111089 h 222052"/>
                <a:gd name="csX3" fmla="*/ 49875 w 52630"/>
                <a:gd name="csY3" fmla="*/ 6058 h 222052"/>
                <a:gd name="csX4" fmla="*/ 52824 w 52630"/>
                <a:gd name="csY4" fmla="*/ 2283 h 222052"/>
                <a:gd name="csX5" fmla="*/ 50555 w 52630"/>
                <a:gd name="csY5" fmla="*/ 63 h 222052"/>
                <a:gd name="csX6" fmla="*/ 14485 w 52630"/>
                <a:gd name="csY6" fmla="*/ 43363 h 222052"/>
                <a:gd name="csX7" fmla="*/ 193 w 52630"/>
                <a:gd name="csY7" fmla="*/ 111089 h 222052"/>
                <a:gd name="csX8" fmla="*/ 15166 w 52630"/>
                <a:gd name="csY8" fmla="*/ 180369 h 222052"/>
                <a:gd name="csX9" fmla="*/ 50555 w 52630"/>
                <a:gd name="csY9" fmla="*/ 222115 h 222052"/>
                <a:gd name="csX10" fmla="*/ 52824 w 52630"/>
                <a:gd name="csY10" fmla="*/ 219895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824" y="219895"/>
                  </a:moveTo>
                  <a:cubicBezTo>
                    <a:pt x="52824" y="219228"/>
                    <a:pt x="52824" y="218784"/>
                    <a:pt x="48967" y="215009"/>
                  </a:cubicBezTo>
                  <a:cubicBezTo>
                    <a:pt x="20610" y="187031"/>
                    <a:pt x="13351" y="145063"/>
                    <a:pt x="13351" y="111089"/>
                  </a:cubicBezTo>
                  <a:cubicBezTo>
                    <a:pt x="13351" y="72452"/>
                    <a:pt x="21971" y="33815"/>
                    <a:pt x="49875" y="6058"/>
                  </a:cubicBezTo>
                  <a:cubicBezTo>
                    <a:pt x="52824" y="3394"/>
                    <a:pt x="52824" y="2949"/>
                    <a:pt x="52824" y="2283"/>
                  </a:cubicBezTo>
                  <a:cubicBezTo>
                    <a:pt x="52824" y="729"/>
                    <a:pt x="51916" y="63"/>
                    <a:pt x="50555" y="63"/>
                  </a:cubicBezTo>
                  <a:cubicBezTo>
                    <a:pt x="48287" y="63"/>
                    <a:pt x="27869" y="15162"/>
                    <a:pt x="14485" y="43363"/>
                  </a:cubicBezTo>
                  <a:cubicBezTo>
                    <a:pt x="2915" y="67789"/>
                    <a:pt x="193" y="92437"/>
                    <a:pt x="193" y="111089"/>
                  </a:cubicBezTo>
                  <a:cubicBezTo>
                    <a:pt x="193" y="128409"/>
                    <a:pt x="2688" y="155277"/>
                    <a:pt x="15166" y="180369"/>
                  </a:cubicBezTo>
                  <a:cubicBezTo>
                    <a:pt x="28777" y="207682"/>
                    <a:pt x="48287" y="222115"/>
                    <a:pt x="50555" y="222115"/>
                  </a:cubicBezTo>
                  <a:cubicBezTo>
                    <a:pt x="51916" y="222115"/>
                    <a:pt x="52824" y="221449"/>
                    <a:pt x="52824" y="219895"/>
                  </a:cubicBezTo>
                  <a:close/>
                </a:path>
              </a:pathLst>
            </a:custGeom>
            <a:solidFill>
              <a:srgbClr val="000000"/>
            </a:solidFill>
            <a:ln w="22771" cap="flat">
              <a:noFill/>
              <a:prstDash val="solid"/>
              <a:miter/>
            </a:ln>
          </p:spPr>
          <p:txBody>
            <a:bodyPr/>
            <a:lstStyle/>
            <a:p>
              <a:endParaRPr lang="es-CO"/>
            </a:p>
          </p:txBody>
        </p:sp>
        <p:sp>
          <p:nvSpPr>
            <p:cNvPr id="28" name="Freeform: Shape 27">
              <a:extLst>
                <a:ext uri="{FF2B5EF4-FFF2-40B4-BE49-F238E27FC236}">
                  <a16:creationId xmlns:a16="http://schemas.microsoft.com/office/drawing/2014/main" id="{0E169539-BF14-64F7-1E1B-65FA8F5F913F}"/>
                </a:ext>
              </a:extLst>
            </p:cNvPr>
            <p:cNvSpPr/>
            <p:nvPr>
              <p:custDataLst>
                <p:tags r:id="rId48"/>
              </p:custDataLst>
            </p:nvPr>
          </p:nvSpPr>
          <p:spPr>
            <a:xfrm>
              <a:off x="7028216" y="3799924"/>
              <a:ext cx="69644" cy="141447"/>
            </a:xfrm>
            <a:custGeom>
              <a:avLst/>
              <a:gdLst>
                <a:gd name="csX0" fmla="*/ 41712 w 69644"/>
                <a:gd name="csY0" fmla="*/ 50247 h 141447"/>
                <a:gd name="csX1" fmla="*/ 63036 w 69644"/>
                <a:gd name="csY1" fmla="*/ 50247 h 141447"/>
                <a:gd name="csX2" fmla="*/ 69842 w 69644"/>
                <a:gd name="csY2" fmla="*/ 45806 h 141447"/>
                <a:gd name="csX3" fmla="*/ 63490 w 69644"/>
                <a:gd name="csY3" fmla="*/ 43363 h 141447"/>
                <a:gd name="csX4" fmla="*/ 43526 w 69644"/>
                <a:gd name="csY4" fmla="*/ 43363 h 141447"/>
                <a:gd name="csX5" fmla="*/ 52828 w 69644"/>
                <a:gd name="csY5" fmla="*/ 6058 h 141447"/>
                <a:gd name="csX6" fmla="*/ 46249 w 69644"/>
                <a:gd name="csY6" fmla="*/ 63 h 141447"/>
                <a:gd name="csX7" fmla="*/ 37174 w 69644"/>
                <a:gd name="csY7" fmla="*/ 8057 h 141447"/>
                <a:gd name="csX8" fmla="*/ 28327 w 69644"/>
                <a:gd name="csY8" fmla="*/ 43363 h 141447"/>
                <a:gd name="csX9" fmla="*/ 7003 w 69644"/>
                <a:gd name="csY9" fmla="*/ 43363 h 141447"/>
                <a:gd name="csX10" fmla="*/ 197 w 69644"/>
                <a:gd name="csY10" fmla="*/ 47582 h 141447"/>
                <a:gd name="csX11" fmla="*/ 6549 w 69644"/>
                <a:gd name="csY11" fmla="*/ 50247 h 141447"/>
                <a:gd name="csX12" fmla="*/ 26512 w 69644"/>
                <a:gd name="csY12" fmla="*/ 50247 h 141447"/>
                <a:gd name="csX13" fmla="*/ 9271 w 69644"/>
                <a:gd name="csY13" fmla="*/ 121081 h 141447"/>
                <a:gd name="csX14" fmla="*/ 30142 w 69644"/>
                <a:gd name="csY14" fmla="*/ 141510 h 141447"/>
                <a:gd name="csX15" fmla="*/ 66212 w 69644"/>
                <a:gd name="csY15" fmla="*/ 107314 h 141447"/>
                <a:gd name="csX16" fmla="*/ 63490 w 69644"/>
                <a:gd name="csY16" fmla="*/ 105094 h 141447"/>
                <a:gd name="csX17" fmla="*/ 60087 w 69644"/>
                <a:gd name="csY17" fmla="*/ 108202 h 141447"/>
                <a:gd name="csX18" fmla="*/ 30596 w 69644"/>
                <a:gd name="csY18" fmla="*/ 136625 h 141447"/>
                <a:gd name="csX19" fmla="*/ 23563 w 69644"/>
                <a:gd name="csY19" fmla="*/ 126411 h 141447"/>
                <a:gd name="csX20" fmla="*/ 24924 w 69644"/>
                <a:gd name="csY20" fmla="*/ 115752 h 141447"/>
                <a:gd name="csX21" fmla="*/ 41712 w 69644"/>
                <a:gd name="csY21" fmla="*/ 50247 h 141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9644" h="141447">
                  <a:moveTo>
                    <a:pt x="41712" y="50247"/>
                  </a:moveTo>
                  <a:lnTo>
                    <a:pt x="63036" y="50247"/>
                  </a:lnTo>
                  <a:cubicBezTo>
                    <a:pt x="67573" y="50247"/>
                    <a:pt x="69842" y="50247"/>
                    <a:pt x="69842" y="45806"/>
                  </a:cubicBezTo>
                  <a:cubicBezTo>
                    <a:pt x="69842" y="43363"/>
                    <a:pt x="67573" y="43363"/>
                    <a:pt x="63490" y="43363"/>
                  </a:cubicBezTo>
                  <a:lnTo>
                    <a:pt x="43526" y="43363"/>
                  </a:lnTo>
                  <a:cubicBezTo>
                    <a:pt x="51693" y="11832"/>
                    <a:pt x="52828" y="7390"/>
                    <a:pt x="52828" y="6058"/>
                  </a:cubicBezTo>
                  <a:cubicBezTo>
                    <a:pt x="52828" y="2283"/>
                    <a:pt x="50105" y="63"/>
                    <a:pt x="46249" y="63"/>
                  </a:cubicBezTo>
                  <a:cubicBezTo>
                    <a:pt x="45568" y="63"/>
                    <a:pt x="39216" y="285"/>
                    <a:pt x="37174" y="8057"/>
                  </a:cubicBezTo>
                  <a:lnTo>
                    <a:pt x="28327" y="43363"/>
                  </a:lnTo>
                  <a:lnTo>
                    <a:pt x="7003" y="43363"/>
                  </a:lnTo>
                  <a:cubicBezTo>
                    <a:pt x="2465" y="43363"/>
                    <a:pt x="197" y="43363"/>
                    <a:pt x="197" y="47582"/>
                  </a:cubicBezTo>
                  <a:cubicBezTo>
                    <a:pt x="197" y="50247"/>
                    <a:pt x="2012" y="50247"/>
                    <a:pt x="6549" y="50247"/>
                  </a:cubicBezTo>
                  <a:lnTo>
                    <a:pt x="26512" y="50247"/>
                  </a:lnTo>
                  <a:cubicBezTo>
                    <a:pt x="10179" y="113309"/>
                    <a:pt x="9271" y="117084"/>
                    <a:pt x="9271" y="121081"/>
                  </a:cubicBezTo>
                  <a:cubicBezTo>
                    <a:pt x="9271" y="133072"/>
                    <a:pt x="17892" y="141510"/>
                    <a:pt x="30142" y="141510"/>
                  </a:cubicBezTo>
                  <a:cubicBezTo>
                    <a:pt x="53281" y="141510"/>
                    <a:pt x="66212" y="109090"/>
                    <a:pt x="66212" y="107314"/>
                  </a:cubicBezTo>
                  <a:cubicBezTo>
                    <a:pt x="66212" y="105094"/>
                    <a:pt x="64397" y="105094"/>
                    <a:pt x="63490" y="105094"/>
                  </a:cubicBezTo>
                  <a:cubicBezTo>
                    <a:pt x="61448" y="105094"/>
                    <a:pt x="61221" y="105760"/>
                    <a:pt x="60087" y="108202"/>
                  </a:cubicBezTo>
                  <a:cubicBezTo>
                    <a:pt x="50332" y="131296"/>
                    <a:pt x="38309" y="136625"/>
                    <a:pt x="30596" y="136625"/>
                  </a:cubicBezTo>
                  <a:cubicBezTo>
                    <a:pt x="25832" y="136625"/>
                    <a:pt x="23563" y="133738"/>
                    <a:pt x="23563" y="126411"/>
                  </a:cubicBezTo>
                  <a:cubicBezTo>
                    <a:pt x="23563" y="121081"/>
                    <a:pt x="24017" y="119527"/>
                    <a:pt x="24924" y="115752"/>
                  </a:cubicBezTo>
                  <a:lnTo>
                    <a:pt x="41712" y="50247"/>
                  </a:lnTo>
                  <a:close/>
                </a:path>
              </a:pathLst>
            </a:custGeom>
            <a:solidFill>
              <a:srgbClr val="000000"/>
            </a:solidFill>
            <a:ln w="22771" cap="flat">
              <a:noFill/>
              <a:prstDash val="solid"/>
              <a:miter/>
            </a:ln>
          </p:spPr>
          <p:txBody>
            <a:bodyPr/>
            <a:lstStyle/>
            <a:p>
              <a:endParaRPr lang="es-CO"/>
            </a:p>
          </p:txBody>
        </p:sp>
        <p:sp>
          <p:nvSpPr>
            <p:cNvPr id="29" name="Freeform: Shape 28">
              <a:extLst>
                <a:ext uri="{FF2B5EF4-FFF2-40B4-BE49-F238E27FC236}">
                  <a16:creationId xmlns:a16="http://schemas.microsoft.com/office/drawing/2014/main" id="{7E87EEA3-59AB-C7A9-CD20-9FF994BC48BE}"/>
                </a:ext>
              </a:extLst>
            </p:cNvPr>
            <p:cNvSpPr/>
            <p:nvPr>
              <p:custDataLst>
                <p:tags r:id="rId49"/>
              </p:custDataLst>
            </p:nvPr>
          </p:nvSpPr>
          <p:spPr>
            <a:xfrm>
              <a:off x="7117850" y="3772390"/>
              <a:ext cx="52630" cy="222052"/>
            </a:xfrm>
            <a:custGeom>
              <a:avLst/>
              <a:gdLst>
                <a:gd name="csX0" fmla="*/ 52831 w 52630"/>
                <a:gd name="csY0" fmla="*/ 111089 h 222052"/>
                <a:gd name="csX1" fmla="*/ 37859 w 52630"/>
                <a:gd name="csY1" fmla="*/ 41809 h 222052"/>
                <a:gd name="csX2" fmla="*/ 2469 w 52630"/>
                <a:gd name="csY2" fmla="*/ 63 h 222052"/>
                <a:gd name="csX3" fmla="*/ 200 w 52630"/>
                <a:gd name="csY3" fmla="*/ 2283 h 222052"/>
                <a:gd name="csX4" fmla="*/ 4511 w 52630"/>
                <a:gd name="csY4" fmla="*/ 7390 h 222052"/>
                <a:gd name="csX5" fmla="*/ 39673 w 52630"/>
                <a:gd name="csY5" fmla="*/ 111089 h 222052"/>
                <a:gd name="csX6" fmla="*/ 3150 w 52630"/>
                <a:gd name="csY6" fmla="*/ 216120 h 222052"/>
                <a:gd name="csX7" fmla="*/ 200 w 52630"/>
                <a:gd name="csY7" fmla="*/ 219895 h 222052"/>
                <a:gd name="csX8" fmla="*/ 2469 w 52630"/>
                <a:gd name="csY8" fmla="*/ 222115 h 222052"/>
                <a:gd name="csX9" fmla="*/ 38539 w 52630"/>
                <a:gd name="csY9" fmla="*/ 178815 h 222052"/>
                <a:gd name="csX10" fmla="*/ 52831 w 52630"/>
                <a:gd name="csY10" fmla="*/ 111089 h 222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630" h="222052">
                  <a:moveTo>
                    <a:pt x="52831" y="111089"/>
                  </a:moveTo>
                  <a:cubicBezTo>
                    <a:pt x="52831" y="93769"/>
                    <a:pt x="50336" y="66901"/>
                    <a:pt x="37859" y="41809"/>
                  </a:cubicBezTo>
                  <a:cubicBezTo>
                    <a:pt x="24247" y="14496"/>
                    <a:pt x="4738" y="63"/>
                    <a:pt x="2469" y="63"/>
                  </a:cubicBezTo>
                  <a:cubicBezTo>
                    <a:pt x="1108" y="63"/>
                    <a:pt x="200" y="951"/>
                    <a:pt x="200" y="2283"/>
                  </a:cubicBezTo>
                  <a:cubicBezTo>
                    <a:pt x="200" y="2949"/>
                    <a:pt x="200" y="3394"/>
                    <a:pt x="4511" y="7390"/>
                  </a:cubicBezTo>
                  <a:cubicBezTo>
                    <a:pt x="26743" y="29374"/>
                    <a:pt x="39673" y="64680"/>
                    <a:pt x="39673" y="111089"/>
                  </a:cubicBezTo>
                  <a:cubicBezTo>
                    <a:pt x="39673" y="149060"/>
                    <a:pt x="31280" y="188141"/>
                    <a:pt x="3150" y="216120"/>
                  </a:cubicBezTo>
                  <a:cubicBezTo>
                    <a:pt x="200" y="218784"/>
                    <a:pt x="200" y="219228"/>
                    <a:pt x="200" y="219895"/>
                  </a:cubicBezTo>
                  <a:cubicBezTo>
                    <a:pt x="200" y="221227"/>
                    <a:pt x="1108" y="222115"/>
                    <a:pt x="2469" y="222115"/>
                  </a:cubicBezTo>
                  <a:cubicBezTo>
                    <a:pt x="4738" y="222115"/>
                    <a:pt x="25155" y="207016"/>
                    <a:pt x="38539" y="178815"/>
                  </a:cubicBezTo>
                  <a:cubicBezTo>
                    <a:pt x="50109" y="154389"/>
                    <a:pt x="52831" y="129741"/>
                    <a:pt x="52831" y="111089"/>
                  </a:cubicBezTo>
                  <a:close/>
                </a:path>
              </a:pathLst>
            </a:custGeom>
            <a:solidFill>
              <a:srgbClr val="000000"/>
            </a:solidFill>
            <a:ln w="22771" cap="flat">
              <a:noFill/>
              <a:prstDash val="solid"/>
              <a:miter/>
            </a:ln>
          </p:spPr>
          <p:txBody>
            <a:bodyPr/>
            <a:lstStyle/>
            <a:p>
              <a:endParaRPr lang="es-CO"/>
            </a:p>
          </p:txBody>
        </p:sp>
      </p:grpSp>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857751B7-60EE-5037-95A9-DD464C06018A}"/>
                  </a:ext>
                </a:extLst>
              </p:cNvPr>
              <p:cNvSpPr txBox="1">
                <a:spLocks/>
              </p:cNvSpPr>
              <p:nvPr/>
            </p:nvSpPr>
            <p:spPr>
              <a:xfrm>
                <a:off x="773391" y="3979903"/>
                <a:ext cx="10515600" cy="86255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t> Queremos que en el instante exacto de cambiar el interruptor </a:t>
                </a:r>
                <a14:m>
                  <m:oMath xmlns:m="http://schemas.openxmlformats.org/officeDocument/2006/math">
                    <m:d>
                      <m:dPr>
                        <m:ctrlPr>
                          <a:rPr lang="es-ES" i="1" dirty="0" smtClean="0">
                            <a:latin typeface="Cambria Math" panose="02040503050406030204" pitchFamily="18" charset="0"/>
                          </a:rPr>
                        </m:ctrlPr>
                      </m:dPr>
                      <m:e>
                        <m:r>
                          <a:rPr lang="es-ES" i="1" dirty="0" smtClean="0">
                            <a:latin typeface="Cambria Math" panose="02040503050406030204" pitchFamily="18" charset="0"/>
                          </a:rPr>
                          <m:t>𝑡</m:t>
                        </m:r>
                        <m:r>
                          <a:rPr lang="es-ES" i="1" dirty="0" smtClean="0">
                            <a:latin typeface="Cambria Math" panose="02040503050406030204" pitchFamily="18" charset="0"/>
                          </a:rPr>
                          <m:t> = </m:t>
                        </m:r>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𝑡</m:t>
                            </m:r>
                          </m:e>
                          <m:sub>
                            <m:r>
                              <a:rPr lang="en-US" b="0" i="1" dirty="0" smtClean="0">
                                <a:latin typeface="Cambria Math" panose="02040503050406030204" pitchFamily="18" charset="0"/>
                              </a:rPr>
                              <m:t>0</m:t>
                            </m:r>
                          </m:sub>
                        </m:sSub>
                      </m:e>
                    </m:d>
                    <m:r>
                      <a:rPr lang="es-ES" i="1" dirty="0" smtClean="0">
                        <a:latin typeface="Cambria Math" panose="02040503050406030204" pitchFamily="18" charset="0"/>
                      </a:rPr>
                      <m:t>, </m:t>
                    </m:r>
                  </m:oMath>
                </a14:m>
                <a:r>
                  <a:rPr lang="es-ES"/>
                  <a:t>la señal del controlador sea exactamente igual a la señal manual que el operador tiene en su joystick: </a:t>
                </a:r>
                <a14:m>
                  <m:oMath xmlns:m="http://schemas.openxmlformats.org/officeDocument/2006/math">
                    <m:sSub>
                      <m:sSubPr>
                        <m:ctrlPr>
                          <a:rPr lang="es-ES" i="1" dirty="0" smtClean="0">
                            <a:latin typeface="Cambria Math" panose="02040503050406030204" pitchFamily="18" charset="0"/>
                          </a:rPr>
                        </m:ctrlPr>
                      </m:sSubPr>
                      <m:e>
                        <m:r>
                          <a:rPr lang="es-ES" i="1" dirty="0" smtClean="0">
                            <a:latin typeface="Cambria Math" panose="02040503050406030204" pitchFamily="18" charset="0"/>
                          </a:rPr>
                          <m:t>𝑢</m:t>
                        </m:r>
                      </m:e>
                      <m:sub>
                        <m:r>
                          <a:rPr lang="es-ES" i="1" dirty="0" smtClean="0">
                            <a:latin typeface="Cambria Math" panose="02040503050406030204" pitchFamily="18" charset="0"/>
                          </a:rPr>
                          <m:t>𝑃𝐼𝐷</m:t>
                        </m:r>
                      </m:sub>
                    </m:sSub>
                    <m:r>
                      <a:rPr lang="es-ES" i="1" dirty="0" smtClean="0">
                        <a:latin typeface="Cambria Math" panose="02040503050406030204" pitchFamily="18" charset="0"/>
                      </a:rPr>
                      <m:t>= </m:t>
                    </m:r>
                    <m:sSub>
                      <m:sSubPr>
                        <m:ctrlPr>
                          <a:rPr lang="es-ES" i="1" dirty="0" err="1" smtClean="0">
                            <a:latin typeface="Cambria Math" panose="02040503050406030204" pitchFamily="18" charset="0"/>
                          </a:rPr>
                        </m:ctrlPr>
                      </m:sSubPr>
                      <m:e>
                        <m:r>
                          <a:rPr lang="es-ES" i="1" dirty="0" err="1" smtClean="0">
                            <a:latin typeface="Cambria Math" panose="02040503050406030204" pitchFamily="18" charset="0"/>
                          </a:rPr>
                          <m:t>𝑢</m:t>
                        </m:r>
                      </m:e>
                      <m:sub>
                        <m:r>
                          <a:rPr lang="es-ES" i="1" dirty="0" err="1" smtClean="0">
                            <a:latin typeface="Cambria Math" panose="02040503050406030204" pitchFamily="18" charset="0"/>
                          </a:rPr>
                          <m:t>𝑚𝑎𝑛𝑢𝑎𝑙</m:t>
                        </m:r>
                      </m:sub>
                    </m:sSub>
                  </m:oMath>
                </a14:m>
                <a:r>
                  <a:rPr lang="es-ES"/>
                  <a:t>.</a:t>
                </a:r>
                <a:endParaRPr lang="es-CO"/>
              </a:p>
            </p:txBody>
          </p:sp>
        </mc:Choice>
        <mc:Fallback xmlns="">
          <p:sp>
            <p:nvSpPr>
              <p:cNvPr id="31" name="Content Placeholder 2">
                <a:extLst>
                  <a:ext uri="{FF2B5EF4-FFF2-40B4-BE49-F238E27FC236}">
                    <a16:creationId xmlns:a16="http://schemas.microsoft.com/office/drawing/2014/main" id="{857751B7-60EE-5037-95A9-DD464C06018A}"/>
                  </a:ext>
                </a:extLst>
              </p:cNvPr>
              <p:cNvSpPr txBox="1">
                <a:spLocks noRot="1" noChangeAspect="1" noMove="1" noResize="1" noEditPoints="1" noAdjustHandles="1" noChangeArrowheads="1" noChangeShapeType="1" noTextEdit="1"/>
              </p:cNvSpPr>
              <p:nvPr/>
            </p:nvSpPr>
            <p:spPr>
              <a:xfrm>
                <a:off x="773391" y="3979903"/>
                <a:ext cx="10515600" cy="862552"/>
              </a:xfrm>
              <a:prstGeom prst="rect">
                <a:avLst/>
              </a:prstGeom>
              <a:blipFill>
                <a:blip r:embed="rId51"/>
                <a:stretch>
                  <a:fillRect l="-754" t="-14894" b="-8511"/>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D22B2AE3-1BEC-6682-2AD4-9B202BD218D0}"/>
              </a:ext>
            </a:extLst>
          </p:cNvPr>
          <p:cNvSpPr txBox="1"/>
          <p:nvPr/>
        </p:nvSpPr>
        <p:spPr>
          <a:xfrm>
            <a:off x="7954806" y="2170180"/>
            <a:ext cx="2900987" cy="369332"/>
          </a:xfrm>
          <a:prstGeom prst="rect">
            <a:avLst/>
          </a:prstGeom>
          <a:noFill/>
        </p:spPr>
        <p:txBody>
          <a:bodyPr wrap="none" rtlCol="0">
            <a:spAutoFit/>
          </a:bodyPr>
          <a:lstStyle/>
          <a:p>
            <a:r>
              <a:rPr lang="es-CO" b="1">
                <a:solidFill>
                  <a:schemeClr val="accent6"/>
                </a:solidFill>
              </a:rPr>
              <a:t>Cambian Rápido con el error</a:t>
            </a:r>
          </a:p>
        </p:txBody>
      </p:sp>
      <p:sp>
        <p:nvSpPr>
          <p:cNvPr id="34" name="TextBox 33">
            <a:extLst>
              <a:ext uri="{FF2B5EF4-FFF2-40B4-BE49-F238E27FC236}">
                <a16:creationId xmlns:a16="http://schemas.microsoft.com/office/drawing/2014/main" id="{5E29127F-3ABD-9912-5113-C65648326555}"/>
              </a:ext>
            </a:extLst>
          </p:cNvPr>
          <p:cNvSpPr txBox="1"/>
          <p:nvPr/>
        </p:nvSpPr>
        <p:spPr>
          <a:xfrm>
            <a:off x="7832939" y="3418925"/>
            <a:ext cx="2763257" cy="369332"/>
          </a:xfrm>
          <a:prstGeom prst="rect">
            <a:avLst/>
          </a:prstGeom>
          <a:noFill/>
        </p:spPr>
        <p:txBody>
          <a:bodyPr wrap="none" rtlCol="0">
            <a:spAutoFit/>
          </a:bodyPr>
          <a:lstStyle/>
          <a:p>
            <a:r>
              <a:rPr lang="es-CO" b="1">
                <a:solidFill>
                  <a:schemeClr val="accent6"/>
                </a:solidFill>
              </a:rPr>
              <a:t>Única variable acumulativa</a:t>
            </a:r>
          </a:p>
        </p:txBody>
      </p:sp>
      <p:sp>
        <p:nvSpPr>
          <p:cNvPr id="35" name="Freeform: Shape 34">
            <a:extLst>
              <a:ext uri="{FF2B5EF4-FFF2-40B4-BE49-F238E27FC236}">
                <a16:creationId xmlns:a16="http://schemas.microsoft.com/office/drawing/2014/main" id="{1277F4F3-4C8B-B3F5-EE05-D320F04E7CA6}"/>
              </a:ext>
            </a:extLst>
          </p:cNvPr>
          <p:cNvSpPr/>
          <p:nvPr/>
        </p:nvSpPr>
        <p:spPr>
          <a:xfrm>
            <a:off x="5421145" y="2329132"/>
            <a:ext cx="2480651" cy="362310"/>
          </a:xfrm>
          <a:custGeom>
            <a:avLst/>
            <a:gdLst>
              <a:gd name="csX0" fmla="*/ 48002 w 2480651"/>
              <a:gd name="csY0" fmla="*/ 362310 h 362310"/>
              <a:gd name="csX1" fmla="*/ 324047 w 2480651"/>
              <a:gd name="csY1" fmla="*/ 146649 h 362310"/>
              <a:gd name="csX2" fmla="*/ 2480651 w 2480651"/>
              <a:gd name="csY2" fmla="*/ 0 h 362310"/>
            </a:gdLst>
            <a:ahLst/>
            <a:cxnLst>
              <a:cxn ang="0">
                <a:pos x="csX0" y="csY0"/>
              </a:cxn>
              <a:cxn ang="0">
                <a:pos x="csX1" y="csY1"/>
              </a:cxn>
              <a:cxn ang="0">
                <a:pos x="csX2" y="csY2"/>
              </a:cxn>
            </a:cxnLst>
            <a:rect l="l" t="t" r="r" b="b"/>
            <a:pathLst>
              <a:path w="2480651" h="362310">
                <a:moveTo>
                  <a:pt x="48002" y="362310"/>
                </a:moveTo>
                <a:cubicBezTo>
                  <a:pt x="-16697" y="284672"/>
                  <a:pt x="-81395" y="207034"/>
                  <a:pt x="324047" y="146649"/>
                </a:cubicBezTo>
                <a:cubicBezTo>
                  <a:pt x="729489" y="86264"/>
                  <a:pt x="1605070" y="43132"/>
                  <a:pt x="2480651" y="0"/>
                </a:cubicBezTo>
              </a:path>
            </a:pathLst>
          </a:custGeom>
          <a:ln>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sp>
        <p:nvSpPr>
          <p:cNvPr id="37" name="Freeform: Shape 36">
            <a:extLst>
              <a:ext uri="{FF2B5EF4-FFF2-40B4-BE49-F238E27FC236}">
                <a16:creationId xmlns:a16="http://schemas.microsoft.com/office/drawing/2014/main" id="{C6B91B58-752F-6138-E68E-720AE8CA30AD}"/>
              </a:ext>
            </a:extLst>
          </p:cNvPr>
          <p:cNvSpPr/>
          <p:nvPr/>
        </p:nvSpPr>
        <p:spPr>
          <a:xfrm>
            <a:off x="7556740" y="2543173"/>
            <a:ext cx="1130060" cy="200092"/>
          </a:xfrm>
          <a:custGeom>
            <a:avLst/>
            <a:gdLst>
              <a:gd name="csX0" fmla="*/ 0 w 1130060"/>
              <a:gd name="csY0" fmla="*/ 122389 h 200092"/>
              <a:gd name="csX1" fmla="*/ 327803 w 1130060"/>
              <a:gd name="csY1" fmla="*/ 1619 h 200092"/>
              <a:gd name="csX2" fmla="*/ 672860 w 1130060"/>
              <a:gd name="csY2" fmla="*/ 200027 h 200092"/>
              <a:gd name="csX3" fmla="*/ 1130060 w 1130060"/>
              <a:gd name="csY3" fmla="*/ 18872 h 200092"/>
            </a:gdLst>
            <a:ahLst/>
            <a:cxnLst>
              <a:cxn ang="0">
                <a:pos x="csX0" y="csY0"/>
              </a:cxn>
              <a:cxn ang="0">
                <a:pos x="csX1" y="csY1"/>
              </a:cxn>
              <a:cxn ang="0">
                <a:pos x="csX2" y="csY2"/>
              </a:cxn>
              <a:cxn ang="0">
                <a:pos x="csX3" y="csY3"/>
              </a:cxn>
            </a:cxnLst>
            <a:rect l="l" t="t" r="r" b="b"/>
            <a:pathLst>
              <a:path w="1130060" h="200092">
                <a:moveTo>
                  <a:pt x="0" y="122389"/>
                </a:moveTo>
                <a:cubicBezTo>
                  <a:pt x="107830" y="55534"/>
                  <a:pt x="215660" y="-11321"/>
                  <a:pt x="327803" y="1619"/>
                </a:cubicBezTo>
                <a:cubicBezTo>
                  <a:pt x="439946" y="14559"/>
                  <a:pt x="539151" y="197152"/>
                  <a:pt x="672860" y="200027"/>
                </a:cubicBezTo>
                <a:cubicBezTo>
                  <a:pt x="806569" y="202902"/>
                  <a:pt x="968314" y="110887"/>
                  <a:pt x="1130060" y="18872"/>
                </a:cubicBezTo>
              </a:path>
            </a:pathLst>
          </a:custGeom>
          <a:ln>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sp>
        <p:nvSpPr>
          <p:cNvPr id="38" name="Freeform: Shape 37">
            <a:extLst>
              <a:ext uri="{FF2B5EF4-FFF2-40B4-BE49-F238E27FC236}">
                <a16:creationId xmlns:a16="http://schemas.microsoft.com/office/drawing/2014/main" id="{1C841F65-B3A1-0B84-303E-E744F6A444CA}"/>
              </a:ext>
            </a:extLst>
          </p:cNvPr>
          <p:cNvSpPr/>
          <p:nvPr/>
        </p:nvSpPr>
        <p:spPr>
          <a:xfrm>
            <a:off x="6346437" y="3131389"/>
            <a:ext cx="1434589" cy="516103"/>
          </a:xfrm>
          <a:custGeom>
            <a:avLst/>
            <a:gdLst>
              <a:gd name="csX0" fmla="*/ 45737 w 1434589"/>
              <a:gd name="csY0" fmla="*/ 0 h 516103"/>
              <a:gd name="csX1" fmla="*/ 54363 w 1434589"/>
              <a:gd name="csY1" fmla="*/ 336430 h 516103"/>
              <a:gd name="csX2" fmla="*/ 589201 w 1434589"/>
              <a:gd name="csY2" fmla="*/ 500332 h 516103"/>
              <a:gd name="csX3" fmla="*/ 1434589 w 1434589"/>
              <a:gd name="csY3" fmla="*/ 500332 h 516103"/>
            </a:gdLst>
            <a:ahLst/>
            <a:cxnLst>
              <a:cxn ang="0">
                <a:pos x="csX0" y="csY0"/>
              </a:cxn>
              <a:cxn ang="0">
                <a:pos x="csX1" y="csY1"/>
              </a:cxn>
              <a:cxn ang="0">
                <a:pos x="csX2" y="csY2"/>
              </a:cxn>
              <a:cxn ang="0">
                <a:pos x="csX3" y="csY3"/>
              </a:cxn>
            </a:cxnLst>
            <a:rect l="l" t="t" r="r" b="b"/>
            <a:pathLst>
              <a:path w="1434589" h="516103">
                <a:moveTo>
                  <a:pt x="45737" y="0"/>
                </a:moveTo>
                <a:cubicBezTo>
                  <a:pt x="4761" y="126520"/>
                  <a:pt x="-36214" y="253041"/>
                  <a:pt x="54363" y="336430"/>
                </a:cubicBezTo>
                <a:cubicBezTo>
                  <a:pt x="144940" y="419819"/>
                  <a:pt x="359163" y="473015"/>
                  <a:pt x="589201" y="500332"/>
                </a:cubicBezTo>
                <a:cubicBezTo>
                  <a:pt x="819239" y="527649"/>
                  <a:pt x="1126914" y="513990"/>
                  <a:pt x="1434589" y="500332"/>
                </a:cubicBezTo>
              </a:path>
            </a:pathLst>
          </a:custGeom>
          <a:ln>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grpSp>
        <p:nvGrpSpPr>
          <p:cNvPr id="93" name="Group 92" descr="\documentclass{article}&#10;\usepackage{amsmath}&#10;\pagestyle{empty}&#10;\begin{document}&#10;&#10;$I(t_0) = u_{manual} - P(t_0) - D(t_0)$&#10;&#10;&#10;\end{document}" title="IguanaTex Vector Display">
            <a:extLst>
              <a:ext uri="{FF2B5EF4-FFF2-40B4-BE49-F238E27FC236}">
                <a16:creationId xmlns:a16="http://schemas.microsoft.com/office/drawing/2014/main" id="{A4E1B36F-F038-C3E5-3E30-7319FF6E1307}"/>
              </a:ext>
            </a:extLst>
          </p:cNvPr>
          <p:cNvGrpSpPr>
            <a:grpSpLocks noChangeAspect="1"/>
          </p:cNvGrpSpPr>
          <p:nvPr>
            <p:custDataLst>
              <p:tags r:id="rId2"/>
            </p:custDataLst>
          </p:nvPr>
        </p:nvGrpSpPr>
        <p:grpSpPr>
          <a:xfrm>
            <a:off x="2530730" y="5415985"/>
            <a:ext cx="6494594" cy="452795"/>
            <a:chOff x="2730487" y="5349224"/>
            <a:chExt cx="3538847" cy="246724"/>
          </a:xfrm>
        </p:grpSpPr>
        <p:sp>
          <p:nvSpPr>
            <p:cNvPr id="68" name="Freeform: Shape 67">
              <a:extLst>
                <a:ext uri="{FF2B5EF4-FFF2-40B4-BE49-F238E27FC236}">
                  <a16:creationId xmlns:a16="http://schemas.microsoft.com/office/drawing/2014/main" id="{0E760DD7-2490-DD30-191D-F9A8CD47869F}"/>
                </a:ext>
              </a:extLst>
            </p:cNvPr>
            <p:cNvSpPr/>
            <p:nvPr>
              <p:custDataLst>
                <p:tags r:id="rId3"/>
              </p:custDataLst>
            </p:nvPr>
          </p:nvSpPr>
          <p:spPr>
            <a:xfrm>
              <a:off x="2730487" y="5365755"/>
              <a:ext cx="117162" cy="168513"/>
            </a:xfrm>
            <a:custGeom>
              <a:avLst/>
              <a:gdLst>
                <a:gd name="csX0" fmla="*/ 86114 w 117162"/>
                <a:gd name="csY0" fmla="*/ 19061 h 168513"/>
                <a:gd name="csX1" fmla="*/ 109142 w 117162"/>
                <a:gd name="csY1" fmla="*/ 7711 h 168513"/>
                <a:gd name="csX2" fmla="*/ 117239 w 117162"/>
                <a:gd name="csY2" fmla="*/ 3023 h 168513"/>
                <a:gd name="csX3" fmla="*/ 113444 w 117162"/>
                <a:gd name="csY3" fmla="*/ 63 h 168513"/>
                <a:gd name="csX4" fmla="*/ 80041 w 117162"/>
                <a:gd name="csY4" fmla="*/ 803 h 168513"/>
                <a:gd name="csX5" fmla="*/ 46385 w 117162"/>
                <a:gd name="csY5" fmla="*/ 63 h 168513"/>
                <a:gd name="csX6" fmla="*/ 41324 w 117162"/>
                <a:gd name="csY6" fmla="*/ 4997 h 168513"/>
                <a:gd name="csX7" fmla="*/ 48409 w 117162"/>
                <a:gd name="csY7" fmla="*/ 7711 h 168513"/>
                <a:gd name="csX8" fmla="*/ 65870 w 117162"/>
                <a:gd name="csY8" fmla="*/ 12399 h 168513"/>
                <a:gd name="csX9" fmla="*/ 65364 w 117162"/>
                <a:gd name="csY9" fmla="*/ 16347 h 168513"/>
                <a:gd name="csX10" fmla="*/ 31202 w 117162"/>
                <a:gd name="csY10" fmla="*/ 149331 h 168513"/>
                <a:gd name="csX11" fmla="*/ 8174 w 117162"/>
                <a:gd name="csY11" fmla="*/ 160927 h 168513"/>
                <a:gd name="csX12" fmla="*/ 77 w 117162"/>
                <a:gd name="csY12" fmla="*/ 165862 h 168513"/>
                <a:gd name="csX13" fmla="*/ 3872 w 117162"/>
                <a:gd name="csY13" fmla="*/ 168576 h 168513"/>
                <a:gd name="csX14" fmla="*/ 37022 w 117162"/>
                <a:gd name="csY14" fmla="*/ 167836 h 168513"/>
                <a:gd name="csX15" fmla="*/ 70931 w 117162"/>
                <a:gd name="csY15" fmla="*/ 168576 h 168513"/>
                <a:gd name="csX16" fmla="*/ 75992 w 117162"/>
                <a:gd name="csY16" fmla="*/ 163888 h 168513"/>
                <a:gd name="csX17" fmla="*/ 68401 w 117162"/>
                <a:gd name="csY17" fmla="*/ 160927 h 168513"/>
                <a:gd name="csX18" fmla="*/ 57519 w 117162"/>
                <a:gd name="csY18" fmla="*/ 160434 h 168513"/>
                <a:gd name="csX19" fmla="*/ 51193 w 117162"/>
                <a:gd name="csY19" fmla="*/ 156240 h 168513"/>
                <a:gd name="csX20" fmla="*/ 52205 w 117162"/>
                <a:gd name="csY20" fmla="*/ 150565 h 168513"/>
                <a:gd name="csX21" fmla="*/ 86114 w 117162"/>
                <a:gd name="csY21" fmla="*/ 19061 h 1685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17162" h="168513">
                  <a:moveTo>
                    <a:pt x="86114" y="19061"/>
                  </a:moveTo>
                  <a:cubicBezTo>
                    <a:pt x="88392" y="10178"/>
                    <a:pt x="89151" y="7711"/>
                    <a:pt x="109142" y="7711"/>
                  </a:cubicBezTo>
                  <a:cubicBezTo>
                    <a:pt x="115215" y="7711"/>
                    <a:pt x="117239" y="7711"/>
                    <a:pt x="117239" y="3023"/>
                  </a:cubicBezTo>
                  <a:cubicBezTo>
                    <a:pt x="117239" y="63"/>
                    <a:pt x="114456" y="63"/>
                    <a:pt x="113444" y="63"/>
                  </a:cubicBezTo>
                  <a:cubicBezTo>
                    <a:pt x="106105" y="63"/>
                    <a:pt x="87379" y="803"/>
                    <a:pt x="80041" y="803"/>
                  </a:cubicBezTo>
                  <a:cubicBezTo>
                    <a:pt x="72449" y="803"/>
                    <a:pt x="53977" y="63"/>
                    <a:pt x="46385" y="63"/>
                  </a:cubicBezTo>
                  <a:cubicBezTo>
                    <a:pt x="44614" y="63"/>
                    <a:pt x="41324" y="63"/>
                    <a:pt x="41324" y="4997"/>
                  </a:cubicBezTo>
                  <a:cubicBezTo>
                    <a:pt x="41324" y="7711"/>
                    <a:pt x="43601" y="7711"/>
                    <a:pt x="48409" y="7711"/>
                  </a:cubicBezTo>
                  <a:cubicBezTo>
                    <a:pt x="59038" y="7711"/>
                    <a:pt x="65870" y="7711"/>
                    <a:pt x="65870" y="12399"/>
                  </a:cubicBezTo>
                  <a:cubicBezTo>
                    <a:pt x="65870" y="13633"/>
                    <a:pt x="65870" y="14126"/>
                    <a:pt x="65364" y="16347"/>
                  </a:cubicBezTo>
                  <a:lnTo>
                    <a:pt x="31202" y="149331"/>
                  </a:lnTo>
                  <a:cubicBezTo>
                    <a:pt x="28925" y="158460"/>
                    <a:pt x="28165" y="160927"/>
                    <a:pt x="8174" y="160927"/>
                  </a:cubicBezTo>
                  <a:cubicBezTo>
                    <a:pt x="2354" y="160927"/>
                    <a:pt x="77" y="160927"/>
                    <a:pt x="77" y="165862"/>
                  </a:cubicBezTo>
                  <a:cubicBezTo>
                    <a:pt x="77" y="168576"/>
                    <a:pt x="3113" y="168576"/>
                    <a:pt x="3872" y="168576"/>
                  </a:cubicBezTo>
                  <a:cubicBezTo>
                    <a:pt x="11211" y="168576"/>
                    <a:pt x="29684" y="167836"/>
                    <a:pt x="37022" y="167836"/>
                  </a:cubicBezTo>
                  <a:cubicBezTo>
                    <a:pt x="44614" y="167836"/>
                    <a:pt x="63339" y="168576"/>
                    <a:pt x="70931" y="168576"/>
                  </a:cubicBezTo>
                  <a:cubicBezTo>
                    <a:pt x="72955" y="168576"/>
                    <a:pt x="75992" y="168576"/>
                    <a:pt x="75992" y="163888"/>
                  </a:cubicBezTo>
                  <a:cubicBezTo>
                    <a:pt x="75992" y="160927"/>
                    <a:pt x="73968" y="160927"/>
                    <a:pt x="68401" y="160927"/>
                  </a:cubicBezTo>
                  <a:cubicBezTo>
                    <a:pt x="63846" y="160927"/>
                    <a:pt x="62580" y="160927"/>
                    <a:pt x="57519" y="160434"/>
                  </a:cubicBezTo>
                  <a:cubicBezTo>
                    <a:pt x="52205" y="159940"/>
                    <a:pt x="51193" y="158954"/>
                    <a:pt x="51193" y="156240"/>
                  </a:cubicBezTo>
                  <a:cubicBezTo>
                    <a:pt x="51193" y="154266"/>
                    <a:pt x="51699" y="152292"/>
                    <a:pt x="52205" y="150565"/>
                  </a:cubicBezTo>
                  <a:lnTo>
                    <a:pt x="86114" y="19061"/>
                  </a:lnTo>
                  <a:close/>
                </a:path>
              </a:pathLst>
            </a:custGeom>
            <a:solidFill>
              <a:srgbClr val="000000"/>
            </a:solidFill>
            <a:ln w="25400" cap="flat">
              <a:noFill/>
              <a:prstDash val="solid"/>
              <a:miter/>
            </a:ln>
          </p:spPr>
          <p:txBody>
            <a:bodyPr/>
            <a:lstStyle/>
            <a:p>
              <a:endParaRPr lang="es-CO"/>
            </a:p>
          </p:txBody>
        </p:sp>
        <p:sp>
          <p:nvSpPr>
            <p:cNvPr id="69" name="Freeform: Shape 68">
              <a:extLst>
                <a:ext uri="{FF2B5EF4-FFF2-40B4-BE49-F238E27FC236}">
                  <a16:creationId xmlns:a16="http://schemas.microsoft.com/office/drawing/2014/main" id="{80A36715-A961-D1C8-C273-A10A1F55D73D}"/>
                </a:ext>
              </a:extLst>
            </p:cNvPr>
            <p:cNvSpPr/>
            <p:nvPr>
              <p:custDataLst>
                <p:tags r:id="rId4"/>
              </p:custDataLst>
            </p:nvPr>
          </p:nvSpPr>
          <p:spPr>
            <a:xfrm>
              <a:off x="2878030" y="5349224"/>
              <a:ext cx="58707" cy="246724"/>
            </a:xfrm>
            <a:custGeom>
              <a:avLst/>
              <a:gdLst>
                <a:gd name="csX0" fmla="*/ 58790 w 58707"/>
                <a:gd name="csY0" fmla="*/ 244320 h 246724"/>
                <a:gd name="csX1" fmla="*/ 54488 w 58707"/>
                <a:gd name="csY1" fmla="*/ 238892 h 246724"/>
                <a:gd name="csX2" fmla="*/ 14759 w 58707"/>
                <a:gd name="csY2" fmla="*/ 123425 h 246724"/>
                <a:gd name="csX3" fmla="*/ 55500 w 58707"/>
                <a:gd name="csY3" fmla="*/ 6724 h 246724"/>
                <a:gd name="csX4" fmla="*/ 58790 w 58707"/>
                <a:gd name="csY4" fmla="*/ 2530 h 246724"/>
                <a:gd name="csX5" fmla="*/ 56259 w 58707"/>
                <a:gd name="csY5" fmla="*/ 63 h 246724"/>
                <a:gd name="csX6" fmla="*/ 16024 w 58707"/>
                <a:gd name="csY6" fmla="*/ 48174 h 246724"/>
                <a:gd name="csX7" fmla="*/ 82 w 58707"/>
                <a:gd name="csY7" fmla="*/ 123425 h 246724"/>
                <a:gd name="csX8" fmla="*/ 16783 w 58707"/>
                <a:gd name="csY8" fmla="*/ 200403 h 246724"/>
                <a:gd name="csX9" fmla="*/ 56259 w 58707"/>
                <a:gd name="csY9" fmla="*/ 246788 h 246724"/>
                <a:gd name="csX10" fmla="*/ 58790 w 58707"/>
                <a:gd name="csY10" fmla="*/ 244320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790" y="244320"/>
                  </a:moveTo>
                  <a:cubicBezTo>
                    <a:pt x="58790" y="243580"/>
                    <a:pt x="58790" y="243087"/>
                    <a:pt x="54488" y="238892"/>
                  </a:cubicBezTo>
                  <a:cubicBezTo>
                    <a:pt x="22856" y="207805"/>
                    <a:pt x="14759" y="161174"/>
                    <a:pt x="14759" y="123425"/>
                  </a:cubicBezTo>
                  <a:cubicBezTo>
                    <a:pt x="14759" y="80495"/>
                    <a:pt x="24375" y="37565"/>
                    <a:pt x="55500" y="6724"/>
                  </a:cubicBezTo>
                  <a:cubicBezTo>
                    <a:pt x="58790" y="3764"/>
                    <a:pt x="58790" y="3270"/>
                    <a:pt x="58790" y="2530"/>
                  </a:cubicBezTo>
                  <a:cubicBezTo>
                    <a:pt x="58790" y="803"/>
                    <a:pt x="57778" y="63"/>
                    <a:pt x="56259" y="63"/>
                  </a:cubicBezTo>
                  <a:cubicBezTo>
                    <a:pt x="53729" y="63"/>
                    <a:pt x="30954" y="16840"/>
                    <a:pt x="16024" y="48174"/>
                  </a:cubicBezTo>
                  <a:cubicBezTo>
                    <a:pt x="3118" y="75314"/>
                    <a:pt x="82" y="102700"/>
                    <a:pt x="82" y="123425"/>
                  </a:cubicBezTo>
                  <a:cubicBezTo>
                    <a:pt x="82" y="142670"/>
                    <a:pt x="2865" y="172523"/>
                    <a:pt x="16783" y="200403"/>
                  </a:cubicBezTo>
                  <a:cubicBezTo>
                    <a:pt x="31966" y="230750"/>
                    <a:pt x="53729" y="246788"/>
                    <a:pt x="56259" y="246788"/>
                  </a:cubicBezTo>
                  <a:cubicBezTo>
                    <a:pt x="57778" y="246788"/>
                    <a:pt x="58790" y="246047"/>
                    <a:pt x="58790" y="244320"/>
                  </a:cubicBezTo>
                  <a:close/>
                </a:path>
              </a:pathLst>
            </a:custGeom>
            <a:solidFill>
              <a:srgbClr val="000000"/>
            </a:solidFill>
            <a:ln w="25400" cap="flat">
              <a:noFill/>
              <a:prstDash val="solid"/>
              <a:miter/>
            </a:ln>
          </p:spPr>
          <p:txBody>
            <a:bodyPr/>
            <a:lstStyle/>
            <a:p>
              <a:endParaRPr lang="es-CO"/>
            </a:p>
          </p:txBody>
        </p:sp>
        <p:sp>
          <p:nvSpPr>
            <p:cNvPr id="70" name="Freeform: Shape 69">
              <a:extLst>
                <a:ext uri="{FF2B5EF4-FFF2-40B4-BE49-F238E27FC236}">
                  <a16:creationId xmlns:a16="http://schemas.microsoft.com/office/drawing/2014/main" id="{FA8D2C41-5132-57F2-9243-AE0DE1172267}"/>
                </a:ext>
              </a:extLst>
            </p:cNvPr>
            <p:cNvSpPr/>
            <p:nvPr>
              <p:custDataLst>
                <p:tags r:id="rId5"/>
              </p:custDataLst>
            </p:nvPr>
          </p:nvSpPr>
          <p:spPr>
            <a:xfrm>
              <a:off x="2957207" y="5379818"/>
              <a:ext cx="77686" cy="157163"/>
            </a:xfrm>
            <a:custGeom>
              <a:avLst/>
              <a:gdLst>
                <a:gd name="csX0" fmla="*/ 46394 w 77686"/>
                <a:gd name="csY0" fmla="*/ 55823 h 157163"/>
                <a:gd name="csX1" fmla="*/ 70181 w 77686"/>
                <a:gd name="csY1" fmla="*/ 55823 h 157163"/>
                <a:gd name="csX2" fmla="*/ 77772 w 77686"/>
                <a:gd name="csY2" fmla="*/ 50888 h 157163"/>
                <a:gd name="csX3" fmla="*/ 70687 w 77686"/>
                <a:gd name="csY3" fmla="*/ 48174 h 157163"/>
                <a:gd name="csX4" fmla="*/ 48418 w 77686"/>
                <a:gd name="csY4" fmla="*/ 48174 h 157163"/>
                <a:gd name="csX5" fmla="*/ 58794 w 77686"/>
                <a:gd name="csY5" fmla="*/ 6724 h 157163"/>
                <a:gd name="csX6" fmla="*/ 51455 w 77686"/>
                <a:gd name="csY6" fmla="*/ 63 h 157163"/>
                <a:gd name="csX7" fmla="*/ 41333 w 77686"/>
                <a:gd name="csY7" fmla="*/ 8945 h 157163"/>
                <a:gd name="csX8" fmla="*/ 31464 w 77686"/>
                <a:gd name="csY8" fmla="*/ 48174 h 157163"/>
                <a:gd name="csX9" fmla="*/ 7677 w 77686"/>
                <a:gd name="csY9" fmla="*/ 48174 h 157163"/>
                <a:gd name="csX10" fmla="*/ 86 w 77686"/>
                <a:gd name="csY10" fmla="*/ 52862 h 157163"/>
                <a:gd name="csX11" fmla="*/ 7171 w 77686"/>
                <a:gd name="csY11" fmla="*/ 55823 h 157163"/>
                <a:gd name="csX12" fmla="*/ 29440 w 77686"/>
                <a:gd name="csY12" fmla="*/ 55823 h 157163"/>
                <a:gd name="csX13" fmla="*/ 10208 w 77686"/>
                <a:gd name="csY13" fmla="*/ 134528 h 157163"/>
                <a:gd name="csX14" fmla="*/ 33488 w 77686"/>
                <a:gd name="csY14" fmla="*/ 157226 h 157163"/>
                <a:gd name="csX15" fmla="*/ 73724 w 77686"/>
                <a:gd name="csY15" fmla="*/ 119231 h 157163"/>
                <a:gd name="csX16" fmla="*/ 70687 w 77686"/>
                <a:gd name="csY16" fmla="*/ 116764 h 157163"/>
                <a:gd name="csX17" fmla="*/ 66891 w 77686"/>
                <a:gd name="csY17" fmla="*/ 120218 h 157163"/>
                <a:gd name="csX18" fmla="*/ 33995 w 77686"/>
                <a:gd name="csY18" fmla="*/ 151799 h 157163"/>
                <a:gd name="csX19" fmla="*/ 26150 w 77686"/>
                <a:gd name="csY19" fmla="*/ 140449 h 157163"/>
                <a:gd name="csX20" fmla="*/ 27668 w 77686"/>
                <a:gd name="csY20" fmla="*/ 128606 h 157163"/>
                <a:gd name="csX21" fmla="*/ 46394 w 77686"/>
                <a:gd name="csY21" fmla="*/ 55823 h 157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7686" h="157163">
                  <a:moveTo>
                    <a:pt x="46394" y="55823"/>
                  </a:moveTo>
                  <a:lnTo>
                    <a:pt x="70181" y="55823"/>
                  </a:lnTo>
                  <a:cubicBezTo>
                    <a:pt x="75242" y="55823"/>
                    <a:pt x="77772" y="55823"/>
                    <a:pt x="77772" y="50888"/>
                  </a:cubicBezTo>
                  <a:cubicBezTo>
                    <a:pt x="77772" y="48174"/>
                    <a:pt x="75242" y="48174"/>
                    <a:pt x="70687" y="48174"/>
                  </a:cubicBezTo>
                  <a:lnTo>
                    <a:pt x="48418" y="48174"/>
                  </a:lnTo>
                  <a:cubicBezTo>
                    <a:pt x="57528" y="13139"/>
                    <a:pt x="58794" y="8205"/>
                    <a:pt x="58794" y="6724"/>
                  </a:cubicBezTo>
                  <a:cubicBezTo>
                    <a:pt x="58794" y="2530"/>
                    <a:pt x="55757" y="63"/>
                    <a:pt x="51455" y="63"/>
                  </a:cubicBezTo>
                  <a:cubicBezTo>
                    <a:pt x="50696" y="63"/>
                    <a:pt x="43611" y="309"/>
                    <a:pt x="41333" y="8945"/>
                  </a:cubicBezTo>
                  <a:lnTo>
                    <a:pt x="31464" y="48174"/>
                  </a:lnTo>
                  <a:lnTo>
                    <a:pt x="7677" y="48174"/>
                  </a:lnTo>
                  <a:cubicBezTo>
                    <a:pt x="2616" y="48174"/>
                    <a:pt x="86" y="48174"/>
                    <a:pt x="86" y="52862"/>
                  </a:cubicBezTo>
                  <a:cubicBezTo>
                    <a:pt x="86" y="55823"/>
                    <a:pt x="2110" y="55823"/>
                    <a:pt x="7171" y="55823"/>
                  </a:cubicBezTo>
                  <a:lnTo>
                    <a:pt x="29440" y="55823"/>
                  </a:lnTo>
                  <a:cubicBezTo>
                    <a:pt x="11220" y="125892"/>
                    <a:pt x="10208" y="130087"/>
                    <a:pt x="10208" y="134528"/>
                  </a:cubicBezTo>
                  <a:cubicBezTo>
                    <a:pt x="10208" y="147851"/>
                    <a:pt x="19824" y="157226"/>
                    <a:pt x="33488" y="157226"/>
                  </a:cubicBezTo>
                  <a:cubicBezTo>
                    <a:pt x="59300" y="157226"/>
                    <a:pt x="73724" y="121205"/>
                    <a:pt x="73724" y="119231"/>
                  </a:cubicBezTo>
                  <a:cubicBezTo>
                    <a:pt x="73724" y="116764"/>
                    <a:pt x="71699" y="116764"/>
                    <a:pt x="70687" y="116764"/>
                  </a:cubicBezTo>
                  <a:cubicBezTo>
                    <a:pt x="68410" y="116764"/>
                    <a:pt x="68156" y="117504"/>
                    <a:pt x="66891" y="120218"/>
                  </a:cubicBezTo>
                  <a:cubicBezTo>
                    <a:pt x="56010" y="145877"/>
                    <a:pt x="42598" y="151799"/>
                    <a:pt x="33995" y="151799"/>
                  </a:cubicBezTo>
                  <a:cubicBezTo>
                    <a:pt x="28681" y="151799"/>
                    <a:pt x="26150" y="148591"/>
                    <a:pt x="26150" y="140449"/>
                  </a:cubicBezTo>
                  <a:cubicBezTo>
                    <a:pt x="26150" y="134528"/>
                    <a:pt x="26656" y="132801"/>
                    <a:pt x="27668" y="128606"/>
                  </a:cubicBezTo>
                  <a:lnTo>
                    <a:pt x="46394" y="55823"/>
                  </a:lnTo>
                  <a:close/>
                </a:path>
              </a:pathLst>
            </a:custGeom>
            <a:solidFill>
              <a:srgbClr val="000000"/>
            </a:solidFill>
            <a:ln w="25400" cap="flat">
              <a:noFill/>
              <a:prstDash val="solid"/>
              <a:miter/>
            </a:ln>
          </p:spPr>
          <p:txBody>
            <a:bodyPr/>
            <a:lstStyle/>
            <a:p>
              <a:endParaRPr lang="es-CO"/>
            </a:p>
          </p:txBody>
        </p:sp>
        <p:sp>
          <p:nvSpPr>
            <p:cNvPr id="71" name="Freeform: Shape 70">
              <a:extLst>
                <a:ext uri="{FF2B5EF4-FFF2-40B4-BE49-F238E27FC236}">
                  <a16:creationId xmlns:a16="http://schemas.microsoft.com/office/drawing/2014/main" id="{3BAEBAE8-DF78-04A0-68DD-F0531D51926E}"/>
                </a:ext>
              </a:extLst>
            </p:cNvPr>
            <p:cNvSpPr/>
            <p:nvPr>
              <p:custDataLst>
                <p:tags r:id="rId6"/>
              </p:custDataLst>
            </p:nvPr>
          </p:nvSpPr>
          <p:spPr>
            <a:xfrm>
              <a:off x="3051978" y="5456598"/>
              <a:ext cx="82190" cy="118131"/>
            </a:xfrm>
            <a:custGeom>
              <a:avLst/>
              <a:gdLst>
                <a:gd name="csX0" fmla="*/ 82280 w 82190"/>
                <a:gd name="csY0" fmla="*/ 59648 h 118131"/>
                <a:gd name="csX1" fmla="*/ 71829 w 82190"/>
                <a:gd name="csY1" fmla="*/ 14917 h 118131"/>
                <a:gd name="csX2" fmla="*/ 41185 w 82190"/>
                <a:gd name="csY2" fmla="*/ 64 h 118131"/>
                <a:gd name="csX3" fmla="*/ 89 w 82190"/>
                <a:gd name="csY3" fmla="*/ 59648 h 118131"/>
                <a:gd name="csX4" fmla="*/ 41185 w 82190"/>
                <a:gd name="csY4" fmla="*/ 118196 h 118131"/>
                <a:gd name="csX5" fmla="*/ 82280 w 82190"/>
                <a:gd name="csY5" fmla="*/ 59648 h 118131"/>
                <a:gd name="csX6" fmla="*/ 41185 w 82190"/>
                <a:gd name="csY6" fmla="*/ 113360 h 118131"/>
                <a:gd name="csX7" fmla="*/ 18689 w 82190"/>
                <a:gd name="csY7" fmla="*/ 94535 h 118131"/>
                <a:gd name="csX8" fmla="*/ 16209 w 82190"/>
                <a:gd name="csY8" fmla="*/ 57403 h 118131"/>
                <a:gd name="csX9" fmla="*/ 18866 w 82190"/>
                <a:gd name="csY9" fmla="*/ 22171 h 118131"/>
                <a:gd name="csX10" fmla="*/ 41185 w 82190"/>
                <a:gd name="csY10" fmla="*/ 4900 h 118131"/>
                <a:gd name="csX11" fmla="*/ 63150 w 82190"/>
                <a:gd name="csY11" fmla="*/ 20616 h 118131"/>
                <a:gd name="csX12" fmla="*/ 66161 w 82190"/>
                <a:gd name="csY12" fmla="*/ 57403 h 118131"/>
                <a:gd name="csX13" fmla="*/ 63858 w 82190"/>
                <a:gd name="csY13" fmla="*/ 93844 h 118131"/>
                <a:gd name="csX14" fmla="*/ 41185 w 82190"/>
                <a:gd name="csY14" fmla="*/ 113360 h 118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2190" h="118131">
                  <a:moveTo>
                    <a:pt x="82280" y="59648"/>
                  </a:moveTo>
                  <a:cubicBezTo>
                    <a:pt x="82280" y="40650"/>
                    <a:pt x="79978" y="27007"/>
                    <a:pt x="71829" y="14917"/>
                  </a:cubicBezTo>
                  <a:cubicBezTo>
                    <a:pt x="66338" y="6973"/>
                    <a:pt x="55356" y="64"/>
                    <a:pt x="41185" y="64"/>
                  </a:cubicBezTo>
                  <a:cubicBezTo>
                    <a:pt x="89" y="64"/>
                    <a:pt x="89" y="47213"/>
                    <a:pt x="89" y="59648"/>
                  </a:cubicBezTo>
                  <a:cubicBezTo>
                    <a:pt x="89" y="72083"/>
                    <a:pt x="89" y="118196"/>
                    <a:pt x="41185" y="118196"/>
                  </a:cubicBezTo>
                  <a:cubicBezTo>
                    <a:pt x="82280" y="118196"/>
                    <a:pt x="82280" y="72083"/>
                    <a:pt x="82280" y="59648"/>
                  </a:cubicBezTo>
                  <a:close/>
                  <a:moveTo>
                    <a:pt x="41185" y="113360"/>
                  </a:moveTo>
                  <a:cubicBezTo>
                    <a:pt x="33037" y="113360"/>
                    <a:pt x="22231" y="108697"/>
                    <a:pt x="18689" y="94535"/>
                  </a:cubicBezTo>
                  <a:cubicBezTo>
                    <a:pt x="16209" y="84345"/>
                    <a:pt x="16209" y="70183"/>
                    <a:pt x="16209" y="57403"/>
                  </a:cubicBezTo>
                  <a:cubicBezTo>
                    <a:pt x="16209" y="44795"/>
                    <a:pt x="16209" y="31670"/>
                    <a:pt x="18866" y="22171"/>
                  </a:cubicBezTo>
                  <a:cubicBezTo>
                    <a:pt x="22586" y="8527"/>
                    <a:pt x="33922" y="4900"/>
                    <a:pt x="41185" y="4900"/>
                  </a:cubicBezTo>
                  <a:cubicBezTo>
                    <a:pt x="50750" y="4900"/>
                    <a:pt x="59961" y="10599"/>
                    <a:pt x="63150" y="20616"/>
                  </a:cubicBezTo>
                  <a:cubicBezTo>
                    <a:pt x="65984" y="29943"/>
                    <a:pt x="66161" y="42378"/>
                    <a:pt x="66161" y="57403"/>
                  </a:cubicBezTo>
                  <a:cubicBezTo>
                    <a:pt x="66161" y="70183"/>
                    <a:pt x="66161" y="82964"/>
                    <a:pt x="63858" y="93844"/>
                  </a:cubicBezTo>
                  <a:cubicBezTo>
                    <a:pt x="60315" y="109561"/>
                    <a:pt x="48270" y="113360"/>
                    <a:pt x="41185" y="113360"/>
                  </a:cubicBezTo>
                  <a:close/>
                </a:path>
              </a:pathLst>
            </a:custGeom>
            <a:solidFill>
              <a:srgbClr val="000000"/>
            </a:solidFill>
            <a:ln w="25400" cap="flat">
              <a:noFill/>
              <a:prstDash val="solid"/>
              <a:miter/>
            </a:ln>
          </p:spPr>
          <p:txBody>
            <a:bodyPr/>
            <a:lstStyle/>
            <a:p>
              <a:endParaRPr lang="es-CO"/>
            </a:p>
          </p:txBody>
        </p:sp>
        <p:sp>
          <p:nvSpPr>
            <p:cNvPr id="72" name="Freeform: Shape 71">
              <a:extLst>
                <a:ext uri="{FF2B5EF4-FFF2-40B4-BE49-F238E27FC236}">
                  <a16:creationId xmlns:a16="http://schemas.microsoft.com/office/drawing/2014/main" id="{3CFBDA28-12F5-A6C8-D324-CC4E953D8856}"/>
                </a:ext>
              </a:extLst>
            </p:cNvPr>
            <p:cNvSpPr/>
            <p:nvPr>
              <p:custDataLst>
                <p:tags r:id="rId7"/>
              </p:custDataLst>
            </p:nvPr>
          </p:nvSpPr>
          <p:spPr>
            <a:xfrm>
              <a:off x="3170713" y="5349224"/>
              <a:ext cx="58707" cy="246724"/>
            </a:xfrm>
            <a:custGeom>
              <a:avLst/>
              <a:gdLst>
                <a:gd name="csX0" fmla="*/ 58802 w 58707"/>
                <a:gd name="csY0" fmla="*/ 123425 h 246724"/>
                <a:gd name="csX1" fmla="*/ 42100 w 58707"/>
                <a:gd name="csY1" fmla="*/ 46447 h 246724"/>
                <a:gd name="csX2" fmla="*/ 2624 w 58707"/>
                <a:gd name="csY2" fmla="*/ 63 h 246724"/>
                <a:gd name="csX3" fmla="*/ 94 w 58707"/>
                <a:gd name="csY3" fmla="*/ 2530 h 246724"/>
                <a:gd name="csX4" fmla="*/ 4902 w 58707"/>
                <a:gd name="csY4" fmla="*/ 8205 h 246724"/>
                <a:gd name="csX5" fmla="*/ 44125 w 58707"/>
                <a:gd name="csY5" fmla="*/ 123425 h 246724"/>
                <a:gd name="csX6" fmla="*/ 3383 w 58707"/>
                <a:gd name="csY6" fmla="*/ 240126 h 246724"/>
                <a:gd name="csX7" fmla="*/ 94 w 58707"/>
                <a:gd name="csY7" fmla="*/ 244320 h 246724"/>
                <a:gd name="csX8" fmla="*/ 2624 w 58707"/>
                <a:gd name="csY8" fmla="*/ 246788 h 246724"/>
                <a:gd name="csX9" fmla="*/ 42859 w 58707"/>
                <a:gd name="csY9" fmla="*/ 198676 h 246724"/>
                <a:gd name="csX10" fmla="*/ 58802 w 58707"/>
                <a:gd name="csY10" fmla="*/ 123425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802" y="123425"/>
                  </a:moveTo>
                  <a:cubicBezTo>
                    <a:pt x="58802" y="104181"/>
                    <a:pt x="56018" y="74327"/>
                    <a:pt x="42100" y="46447"/>
                  </a:cubicBezTo>
                  <a:cubicBezTo>
                    <a:pt x="26917" y="16100"/>
                    <a:pt x="5155" y="63"/>
                    <a:pt x="2624" y="63"/>
                  </a:cubicBezTo>
                  <a:cubicBezTo>
                    <a:pt x="1106" y="63"/>
                    <a:pt x="94" y="1050"/>
                    <a:pt x="94" y="2530"/>
                  </a:cubicBezTo>
                  <a:cubicBezTo>
                    <a:pt x="94" y="3270"/>
                    <a:pt x="94" y="3764"/>
                    <a:pt x="4902" y="8205"/>
                  </a:cubicBezTo>
                  <a:cubicBezTo>
                    <a:pt x="29701" y="32630"/>
                    <a:pt x="44125" y="71860"/>
                    <a:pt x="44125" y="123425"/>
                  </a:cubicBezTo>
                  <a:cubicBezTo>
                    <a:pt x="44125" y="165615"/>
                    <a:pt x="34762" y="209039"/>
                    <a:pt x="3383" y="240126"/>
                  </a:cubicBezTo>
                  <a:cubicBezTo>
                    <a:pt x="94" y="243087"/>
                    <a:pt x="94" y="243580"/>
                    <a:pt x="94" y="244320"/>
                  </a:cubicBezTo>
                  <a:cubicBezTo>
                    <a:pt x="94" y="245801"/>
                    <a:pt x="1106" y="246788"/>
                    <a:pt x="2624" y="246788"/>
                  </a:cubicBezTo>
                  <a:cubicBezTo>
                    <a:pt x="5155" y="246788"/>
                    <a:pt x="27929" y="230010"/>
                    <a:pt x="42859" y="198676"/>
                  </a:cubicBezTo>
                  <a:cubicBezTo>
                    <a:pt x="55765" y="171537"/>
                    <a:pt x="58802" y="144150"/>
                    <a:pt x="58802" y="123425"/>
                  </a:cubicBezTo>
                  <a:close/>
                </a:path>
              </a:pathLst>
            </a:custGeom>
            <a:solidFill>
              <a:srgbClr val="000000"/>
            </a:solidFill>
            <a:ln w="25400" cap="flat">
              <a:noFill/>
              <a:prstDash val="solid"/>
              <a:miter/>
            </a:ln>
          </p:spPr>
          <p:txBody>
            <a:bodyPr/>
            <a:lstStyle/>
            <a:p>
              <a:endParaRPr lang="es-CO"/>
            </a:p>
          </p:txBody>
        </p:sp>
        <p:sp>
          <p:nvSpPr>
            <p:cNvPr id="73" name="Freeform: Shape 72">
              <a:extLst>
                <a:ext uri="{FF2B5EF4-FFF2-40B4-BE49-F238E27FC236}">
                  <a16:creationId xmlns:a16="http://schemas.microsoft.com/office/drawing/2014/main" id="{7A36D070-97EE-645B-170D-FCF86A21C416}"/>
                </a:ext>
              </a:extLst>
            </p:cNvPr>
            <p:cNvSpPr/>
            <p:nvPr>
              <p:custDataLst>
                <p:tags r:id="rId8"/>
              </p:custDataLst>
            </p:nvPr>
          </p:nvSpPr>
          <p:spPr>
            <a:xfrm>
              <a:off x="3339159" y="5443720"/>
              <a:ext cx="168278" cy="57733"/>
            </a:xfrm>
            <a:custGeom>
              <a:avLst/>
              <a:gdLst>
                <a:gd name="csX0" fmla="*/ 159776 w 168278"/>
                <a:gd name="csY0" fmla="*/ 9932 h 57733"/>
                <a:gd name="csX1" fmla="*/ 168379 w 168278"/>
                <a:gd name="csY1" fmla="*/ 4997 h 57733"/>
                <a:gd name="csX2" fmla="*/ 160029 w 168278"/>
                <a:gd name="csY2" fmla="*/ 63 h 57733"/>
                <a:gd name="csX3" fmla="*/ 8451 w 168278"/>
                <a:gd name="csY3" fmla="*/ 63 h 57733"/>
                <a:gd name="csX4" fmla="*/ 100 w 168278"/>
                <a:gd name="csY4" fmla="*/ 4997 h 57733"/>
                <a:gd name="csX5" fmla="*/ 8704 w 168278"/>
                <a:gd name="csY5" fmla="*/ 9932 h 57733"/>
                <a:gd name="csX6" fmla="*/ 159776 w 168278"/>
                <a:gd name="csY6" fmla="*/ 9932 h 57733"/>
                <a:gd name="csX7" fmla="*/ 160029 w 168278"/>
                <a:gd name="csY7" fmla="*/ 57796 h 57733"/>
                <a:gd name="csX8" fmla="*/ 168379 w 168278"/>
                <a:gd name="csY8" fmla="*/ 52862 h 57733"/>
                <a:gd name="csX9" fmla="*/ 159776 w 168278"/>
                <a:gd name="csY9" fmla="*/ 47927 h 57733"/>
                <a:gd name="csX10" fmla="*/ 8704 w 168278"/>
                <a:gd name="csY10" fmla="*/ 47927 h 57733"/>
                <a:gd name="csX11" fmla="*/ 100 w 168278"/>
                <a:gd name="csY11" fmla="*/ 52862 h 57733"/>
                <a:gd name="csX12" fmla="*/ 8451 w 168278"/>
                <a:gd name="csY12" fmla="*/ 57796 h 57733"/>
                <a:gd name="csX13" fmla="*/ 160029 w 168278"/>
                <a:gd name="csY13" fmla="*/ 57796 h 57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8278" h="57733">
                  <a:moveTo>
                    <a:pt x="159776" y="9932"/>
                  </a:moveTo>
                  <a:cubicBezTo>
                    <a:pt x="163571" y="9932"/>
                    <a:pt x="168379" y="9932"/>
                    <a:pt x="168379" y="4997"/>
                  </a:cubicBezTo>
                  <a:cubicBezTo>
                    <a:pt x="168379" y="63"/>
                    <a:pt x="163571" y="63"/>
                    <a:pt x="160029" y="63"/>
                  </a:cubicBezTo>
                  <a:lnTo>
                    <a:pt x="8451" y="63"/>
                  </a:lnTo>
                  <a:cubicBezTo>
                    <a:pt x="4908" y="63"/>
                    <a:pt x="100" y="63"/>
                    <a:pt x="100" y="4997"/>
                  </a:cubicBezTo>
                  <a:cubicBezTo>
                    <a:pt x="100" y="9932"/>
                    <a:pt x="4908" y="9932"/>
                    <a:pt x="8704" y="9932"/>
                  </a:cubicBezTo>
                  <a:lnTo>
                    <a:pt x="159776" y="9932"/>
                  </a:lnTo>
                  <a:close/>
                  <a:moveTo>
                    <a:pt x="160029" y="57796"/>
                  </a:moveTo>
                  <a:cubicBezTo>
                    <a:pt x="163571" y="57796"/>
                    <a:pt x="168379" y="57796"/>
                    <a:pt x="168379" y="52862"/>
                  </a:cubicBezTo>
                  <a:cubicBezTo>
                    <a:pt x="168379" y="47927"/>
                    <a:pt x="163571" y="47927"/>
                    <a:pt x="159776" y="47927"/>
                  </a:cubicBezTo>
                  <a:lnTo>
                    <a:pt x="8704" y="47927"/>
                  </a:lnTo>
                  <a:cubicBezTo>
                    <a:pt x="4908" y="47927"/>
                    <a:pt x="100" y="47927"/>
                    <a:pt x="100" y="52862"/>
                  </a:cubicBezTo>
                  <a:cubicBezTo>
                    <a:pt x="100" y="57796"/>
                    <a:pt x="4908" y="57796"/>
                    <a:pt x="8451" y="57796"/>
                  </a:cubicBezTo>
                  <a:lnTo>
                    <a:pt x="160029" y="57796"/>
                  </a:lnTo>
                  <a:close/>
                </a:path>
              </a:pathLst>
            </a:custGeom>
            <a:solidFill>
              <a:srgbClr val="000000"/>
            </a:solidFill>
            <a:ln w="25400" cap="flat">
              <a:noFill/>
              <a:prstDash val="solid"/>
              <a:miter/>
            </a:ln>
          </p:spPr>
          <p:txBody>
            <a:bodyPr/>
            <a:lstStyle/>
            <a:p>
              <a:endParaRPr lang="es-CO"/>
            </a:p>
          </p:txBody>
        </p:sp>
        <p:sp>
          <p:nvSpPr>
            <p:cNvPr id="74" name="Freeform: Shape 73">
              <a:extLst>
                <a:ext uri="{FF2B5EF4-FFF2-40B4-BE49-F238E27FC236}">
                  <a16:creationId xmlns:a16="http://schemas.microsoft.com/office/drawing/2014/main" id="{366651BB-A1A4-1C2F-FEB3-0B5C4FF6A85A}"/>
                </a:ext>
              </a:extLst>
            </p:cNvPr>
            <p:cNvSpPr/>
            <p:nvPr>
              <p:custDataLst>
                <p:tags r:id="rId9"/>
              </p:custDataLst>
            </p:nvPr>
          </p:nvSpPr>
          <p:spPr>
            <a:xfrm>
              <a:off x="3599435" y="5425215"/>
              <a:ext cx="130068" cy="111766"/>
            </a:xfrm>
            <a:custGeom>
              <a:avLst/>
              <a:gdLst>
                <a:gd name="csX0" fmla="*/ 81340 w 130068"/>
                <a:gd name="csY0" fmla="*/ 95299 h 111766"/>
                <a:gd name="csX1" fmla="*/ 103862 w 130068"/>
                <a:gd name="csY1" fmla="*/ 111829 h 111766"/>
                <a:gd name="csX2" fmla="*/ 122588 w 130068"/>
                <a:gd name="csY2" fmla="*/ 98259 h 111766"/>
                <a:gd name="csX3" fmla="*/ 130179 w 130068"/>
                <a:gd name="csY3" fmla="*/ 73833 h 111766"/>
                <a:gd name="csX4" fmla="*/ 127143 w 130068"/>
                <a:gd name="csY4" fmla="*/ 71366 h 111766"/>
                <a:gd name="csX5" fmla="*/ 123600 w 130068"/>
                <a:gd name="csY5" fmla="*/ 75807 h 111766"/>
                <a:gd name="csX6" fmla="*/ 104621 w 130068"/>
                <a:gd name="csY6" fmla="*/ 106401 h 111766"/>
                <a:gd name="csX7" fmla="*/ 96776 w 130068"/>
                <a:gd name="csY7" fmla="*/ 95052 h 111766"/>
                <a:gd name="csX8" fmla="*/ 101837 w 130068"/>
                <a:gd name="csY8" fmla="*/ 69392 h 111766"/>
                <a:gd name="csX9" fmla="*/ 108923 w 130068"/>
                <a:gd name="csY9" fmla="*/ 42746 h 111766"/>
                <a:gd name="csX10" fmla="*/ 113225 w 130068"/>
                <a:gd name="csY10" fmla="*/ 25969 h 111766"/>
                <a:gd name="csX11" fmla="*/ 117021 w 130068"/>
                <a:gd name="csY11" fmla="*/ 9438 h 111766"/>
                <a:gd name="csX12" fmla="*/ 109682 w 130068"/>
                <a:gd name="csY12" fmla="*/ 2777 h 111766"/>
                <a:gd name="csX13" fmla="*/ 99813 w 130068"/>
                <a:gd name="csY13" fmla="*/ 11412 h 111766"/>
                <a:gd name="csX14" fmla="*/ 80834 w 130068"/>
                <a:gd name="csY14" fmla="*/ 85676 h 111766"/>
                <a:gd name="csX15" fmla="*/ 51986 w 130068"/>
                <a:gd name="csY15" fmla="*/ 106401 h 111766"/>
                <a:gd name="csX16" fmla="*/ 36297 w 130068"/>
                <a:gd name="csY16" fmla="*/ 86170 h 111766"/>
                <a:gd name="csX17" fmla="*/ 49962 w 130068"/>
                <a:gd name="csY17" fmla="*/ 35838 h 111766"/>
                <a:gd name="csX18" fmla="*/ 54264 w 130068"/>
                <a:gd name="csY18" fmla="*/ 20294 h 111766"/>
                <a:gd name="csX19" fmla="*/ 33514 w 130068"/>
                <a:gd name="csY19" fmla="*/ 63 h 111766"/>
                <a:gd name="csX20" fmla="*/ 111 w 130068"/>
                <a:gd name="csY20" fmla="*/ 38058 h 111766"/>
                <a:gd name="csX21" fmla="*/ 3148 w 130068"/>
                <a:gd name="csY21" fmla="*/ 40526 h 111766"/>
                <a:gd name="csX22" fmla="*/ 7196 w 130068"/>
                <a:gd name="csY22" fmla="*/ 36085 h 111766"/>
                <a:gd name="csX23" fmla="*/ 32755 w 130068"/>
                <a:gd name="csY23" fmla="*/ 5491 h 111766"/>
                <a:gd name="csX24" fmla="*/ 39081 w 130068"/>
                <a:gd name="csY24" fmla="*/ 13633 h 111766"/>
                <a:gd name="csX25" fmla="*/ 34779 w 130068"/>
                <a:gd name="csY25" fmla="*/ 30410 h 111766"/>
                <a:gd name="csX26" fmla="*/ 20102 w 130068"/>
                <a:gd name="csY26" fmla="*/ 82222 h 111766"/>
                <a:gd name="csX27" fmla="*/ 51227 w 130068"/>
                <a:gd name="csY27" fmla="*/ 111829 h 111766"/>
                <a:gd name="csX28" fmla="*/ 81340 w 130068"/>
                <a:gd name="csY28" fmla="*/ 95299 h 111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0068" h="111766">
                  <a:moveTo>
                    <a:pt x="81340" y="95299"/>
                  </a:moveTo>
                  <a:cubicBezTo>
                    <a:pt x="84124" y="105414"/>
                    <a:pt x="92981" y="111829"/>
                    <a:pt x="103862" y="111829"/>
                  </a:cubicBezTo>
                  <a:cubicBezTo>
                    <a:pt x="112719" y="111829"/>
                    <a:pt x="118539" y="106154"/>
                    <a:pt x="122588" y="98259"/>
                  </a:cubicBezTo>
                  <a:cubicBezTo>
                    <a:pt x="126890" y="89377"/>
                    <a:pt x="130179" y="74327"/>
                    <a:pt x="130179" y="73833"/>
                  </a:cubicBezTo>
                  <a:cubicBezTo>
                    <a:pt x="130179" y="71366"/>
                    <a:pt x="127902" y="71366"/>
                    <a:pt x="127143" y="71366"/>
                  </a:cubicBezTo>
                  <a:cubicBezTo>
                    <a:pt x="124612" y="71366"/>
                    <a:pt x="124359" y="72353"/>
                    <a:pt x="123600" y="75807"/>
                  </a:cubicBezTo>
                  <a:cubicBezTo>
                    <a:pt x="120057" y="89624"/>
                    <a:pt x="115249" y="106401"/>
                    <a:pt x="104621" y="106401"/>
                  </a:cubicBezTo>
                  <a:cubicBezTo>
                    <a:pt x="99307" y="106401"/>
                    <a:pt x="96776" y="103194"/>
                    <a:pt x="96776" y="95052"/>
                  </a:cubicBezTo>
                  <a:cubicBezTo>
                    <a:pt x="96776" y="89624"/>
                    <a:pt x="99813" y="78028"/>
                    <a:pt x="101837" y="69392"/>
                  </a:cubicBezTo>
                  <a:lnTo>
                    <a:pt x="108923" y="42746"/>
                  </a:lnTo>
                  <a:cubicBezTo>
                    <a:pt x="109682" y="39045"/>
                    <a:pt x="112213" y="29670"/>
                    <a:pt x="113225" y="25969"/>
                  </a:cubicBezTo>
                  <a:cubicBezTo>
                    <a:pt x="114490" y="20294"/>
                    <a:pt x="117021" y="10919"/>
                    <a:pt x="117021" y="9438"/>
                  </a:cubicBezTo>
                  <a:cubicBezTo>
                    <a:pt x="117021" y="4997"/>
                    <a:pt x="113478" y="2777"/>
                    <a:pt x="109682" y="2777"/>
                  </a:cubicBezTo>
                  <a:cubicBezTo>
                    <a:pt x="108417" y="2777"/>
                    <a:pt x="101837" y="3023"/>
                    <a:pt x="99813" y="11412"/>
                  </a:cubicBezTo>
                  <a:cubicBezTo>
                    <a:pt x="95005" y="29423"/>
                    <a:pt x="83871" y="72600"/>
                    <a:pt x="80834" y="85676"/>
                  </a:cubicBezTo>
                  <a:cubicBezTo>
                    <a:pt x="80581" y="86663"/>
                    <a:pt x="70459" y="106401"/>
                    <a:pt x="51986" y="106401"/>
                  </a:cubicBezTo>
                  <a:cubicBezTo>
                    <a:pt x="38828" y="106401"/>
                    <a:pt x="36297" y="95299"/>
                    <a:pt x="36297" y="86170"/>
                  </a:cubicBezTo>
                  <a:cubicBezTo>
                    <a:pt x="36297" y="72353"/>
                    <a:pt x="43383" y="52862"/>
                    <a:pt x="49962" y="35838"/>
                  </a:cubicBezTo>
                  <a:cubicBezTo>
                    <a:pt x="52999" y="28436"/>
                    <a:pt x="54264" y="24982"/>
                    <a:pt x="54264" y="20294"/>
                  </a:cubicBezTo>
                  <a:cubicBezTo>
                    <a:pt x="54264" y="9192"/>
                    <a:pt x="46166" y="63"/>
                    <a:pt x="33514" y="63"/>
                  </a:cubicBezTo>
                  <a:cubicBezTo>
                    <a:pt x="9474" y="63"/>
                    <a:pt x="111" y="35838"/>
                    <a:pt x="111" y="38058"/>
                  </a:cubicBezTo>
                  <a:cubicBezTo>
                    <a:pt x="111" y="40526"/>
                    <a:pt x="2641" y="40526"/>
                    <a:pt x="3148" y="40526"/>
                  </a:cubicBezTo>
                  <a:cubicBezTo>
                    <a:pt x="5678" y="40526"/>
                    <a:pt x="5931" y="40032"/>
                    <a:pt x="7196" y="36085"/>
                  </a:cubicBezTo>
                  <a:cubicBezTo>
                    <a:pt x="13523" y="14620"/>
                    <a:pt x="23139" y="5491"/>
                    <a:pt x="32755" y="5491"/>
                  </a:cubicBezTo>
                  <a:cubicBezTo>
                    <a:pt x="35032" y="5491"/>
                    <a:pt x="39081" y="5737"/>
                    <a:pt x="39081" y="13633"/>
                  </a:cubicBezTo>
                  <a:cubicBezTo>
                    <a:pt x="39081" y="19554"/>
                    <a:pt x="36297" y="26709"/>
                    <a:pt x="34779" y="30410"/>
                  </a:cubicBezTo>
                  <a:cubicBezTo>
                    <a:pt x="25416" y="54836"/>
                    <a:pt x="20102" y="70133"/>
                    <a:pt x="20102" y="82222"/>
                  </a:cubicBezTo>
                  <a:cubicBezTo>
                    <a:pt x="20102" y="105661"/>
                    <a:pt x="37563" y="111829"/>
                    <a:pt x="51227" y="111829"/>
                  </a:cubicBezTo>
                  <a:cubicBezTo>
                    <a:pt x="67929" y="111829"/>
                    <a:pt x="77038" y="100726"/>
                    <a:pt x="81340" y="95299"/>
                  </a:cubicBezTo>
                  <a:close/>
                </a:path>
              </a:pathLst>
            </a:custGeom>
            <a:solidFill>
              <a:srgbClr val="000000"/>
            </a:solidFill>
            <a:ln w="25400" cap="flat">
              <a:noFill/>
              <a:prstDash val="solid"/>
              <a:miter/>
            </a:ln>
          </p:spPr>
          <p:txBody>
            <a:bodyPr/>
            <a:lstStyle/>
            <a:p>
              <a:endParaRPr lang="es-CO"/>
            </a:p>
          </p:txBody>
        </p:sp>
        <p:sp>
          <p:nvSpPr>
            <p:cNvPr id="75" name="Freeform: Shape 74">
              <a:extLst>
                <a:ext uri="{FF2B5EF4-FFF2-40B4-BE49-F238E27FC236}">
                  <a16:creationId xmlns:a16="http://schemas.microsoft.com/office/drawing/2014/main" id="{1D9645CC-CBCB-5A16-DCF5-8237AFF0BBF7}"/>
                </a:ext>
              </a:extLst>
            </p:cNvPr>
            <p:cNvSpPr/>
            <p:nvPr>
              <p:custDataLst>
                <p:tags r:id="rId10"/>
              </p:custDataLst>
            </p:nvPr>
          </p:nvSpPr>
          <p:spPr>
            <a:xfrm>
              <a:off x="3745283" y="5495112"/>
              <a:ext cx="162610" cy="77891"/>
            </a:xfrm>
            <a:custGeom>
              <a:avLst/>
              <a:gdLst>
                <a:gd name="csX0" fmla="*/ 68668 w 162610"/>
                <a:gd name="csY0" fmla="*/ 62239 h 77891"/>
                <a:gd name="csX1" fmla="*/ 66188 w 162610"/>
                <a:gd name="csY1" fmla="*/ 72429 h 77891"/>
                <a:gd name="csX2" fmla="*/ 72211 w 162610"/>
                <a:gd name="csY2" fmla="*/ 77955 h 77891"/>
                <a:gd name="csX3" fmla="*/ 79119 w 162610"/>
                <a:gd name="csY3" fmla="*/ 74156 h 77891"/>
                <a:gd name="csX4" fmla="*/ 82308 w 162610"/>
                <a:gd name="csY4" fmla="*/ 63448 h 77891"/>
                <a:gd name="csX5" fmla="*/ 86205 w 162610"/>
                <a:gd name="csY5" fmla="*/ 47904 h 77891"/>
                <a:gd name="csX6" fmla="*/ 89216 w 162610"/>
                <a:gd name="csY6" fmla="*/ 36333 h 77891"/>
                <a:gd name="csX7" fmla="*/ 94707 w 162610"/>
                <a:gd name="csY7" fmla="*/ 23207 h 77891"/>
                <a:gd name="csX8" fmla="*/ 123049 w 162610"/>
                <a:gd name="csY8" fmla="*/ 4900 h 77891"/>
                <a:gd name="csX9" fmla="*/ 133500 w 162610"/>
                <a:gd name="csY9" fmla="*/ 16990 h 77891"/>
                <a:gd name="csX10" fmla="*/ 123049 w 162610"/>
                <a:gd name="csY10" fmla="*/ 53776 h 77891"/>
                <a:gd name="csX11" fmla="*/ 120392 w 162610"/>
                <a:gd name="csY11" fmla="*/ 63102 h 77891"/>
                <a:gd name="csX12" fmla="*/ 137220 w 162610"/>
                <a:gd name="csY12" fmla="*/ 77955 h 77891"/>
                <a:gd name="csX13" fmla="*/ 162727 w 162610"/>
                <a:gd name="csY13" fmla="*/ 51531 h 77891"/>
                <a:gd name="csX14" fmla="*/ 159893 w 162610"/>
                <a:gd name="csY14" fmla="*/ 49286 h 77891"/>
                <a:gd name="csX15" fmla="*/ 156528 w 162610"/>
                <a:gd name="csY15" fmla="*/ 52222 h 77891"/>
                <a:gd name="csX16" fmla="*/ 137751 w 162610"/>
                <a:gd name="csY16" fmla="*/ 73119 h 77891"/>
                <a:gd name="csX17" fmla="*/ 133323 w 162610"/>
                <a:gd name="csY17" fmla="*/ 67075 h 77891"/>
                <a:gd name="csX18" fmla="*/ 137397 w 162610"/>
                <a:gd name="csY18" fmla="*/ 53085 h 77891"/>
                <a:gd name="csX19" fmla="*/ 146785 w 162610"/>
                <a:gd name="csY19" fmla="*/ 19753 h 77891"/>
                <a:gd name="csX20" fmla="*/ 140231 w 162610"/>
                <a:gd name="csY20" fmla="*/ 4727 h 77891"/>
                <a:gd name="csX21" fmla="*/ 123757 w 162610"/>
                <a:gd name="csY21" fmla="*/ 64 h 77891"/>
                <a:gd name="csX22" fmla="*/ 92404 w 162610"/>
                <a:gd name="csY22" fmla="*/ 17508 h 77891"/>
                <a:gd name="csX23" fmla="*/ 69377 w 162610"/>
                <a:gd name="csY23" fmla="*/ 64 h 77891"/>
                <a:gd name="csX24" fmla="*/ 39441 w 162610"/>
                <a:gd name="csY24" fmla="*/ 15781 h 77891"/>
                <a:gd name="csX25" fmla="*/ 20487 w 162610"/>
                <a:gd name="csY25" fmla="*/ 64 h 77891"/>
                <a:gd name="csX26" fmla="*/ 6494 w 162610"/>
                <a:gd name="csY26" fmla="*/ 9390 h 77891"/>
                <a:gd name="csX27" fmla="*/ 117 w 162610"/>
                <a:gd name="csY27" fmla="*/ 26488 h 77891"/>
                <a:gd name="csX28" fmla="*/ 3128 w 162610"/>
                <a:gd name="csY28" fmla="*/ 28734 h 77891"/>
                <a:gd name="csX29" fmla="*/ 7025 w 162610"/>
                <a:gd name="csY29" fmla="*/ 23552 h 77891"/>
                <a:gd name="csX30" fmla="*/ 19956 w 162610"/>
                <a:gd name="csY30" fmla="*/ 4900 h 77891"/>
                <a:gd name="csX31" fmla="*/ 25801 w 162610"/>
                <a:gd name="csY31" fmla="*/ 13363 h 77891"/>
                <a:gd name="csX32" fmla="*/ 22967 w 162610"/>
                <a:gd name="csY32" fmla="*/ 27697 h 77891"/>
                <a:gd name="csX33" fmla="*/ 19070 w 162610"/>
                <a:gd name="csY33" fmla="*/ 43241 h 77891"/>
                <a:gd name="csX34" fmla="*/ 13402 w 162610"/>
                <a:gd name="csY34" fmla="*/ 65348 h 77891"/>
                <a:gd name="csX35" fmla="*/ 11630 w 162610"/>
                <a:gd name="csY35" fmla="*/ 72429 h 77891"/>
                <a:gd name="csX36" fmla="*/ 17653 w 162610"/>
                <a:gd name="csY36" fmla="*/ 77955 h 77891"/>
                <a:gd name="csX37" fmla="*/ 24561 w 162610"/>
                <a:gd name="csY37" fmla="*/ 74156 h 77891"/>
                <a:gd name="csX38" fmla="*/ 27750 w 162610"/>
                <a:gd name="csY38" fmla="*/ 63448 h 77891"/>
                <a:gd name="csX39" fmla="*/ 31647 w 162610"/>
                <a:gd name="csY39" fmla="*/ 47904 h 77891"/>
                <a:gd name="csX40" fmla="*/ 34658 w 162610"/>
                <a:gd name="csY40" fmla="*/ 36333 h 77891"/>
                <a:gd name="csX41" fmla="*/ 42098 w 162610"/>
                <a:gd name="csY41" fmla="*/ 20789 h 77891"/>
                <a:gd name="csX42" fmla="*/ 68668 w 162610"/>
                <a:gd name="csY42" fmla="*/ 4900 h 77891"/>
                <a:gd name="csX43" fmla="*/ 79119 w 162610"/>
                <a:gd name="csY43" fmla="*/ 16990 h 77891"/>
                <a:gd name="csX44" fmla="*/ 76108 w 162610"/>
                <a:gd name="csY44" fmla="*/ 33224 h 77891"/>
                <a:gd name="csX45" fmla="*/ 68668 w 162610"/>
                <a:gd name="csY45" fmla="*/ 62239 h 77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162610" h="77891">
                  <a:moveTo>
                    <a:pt x="68668" y="62239"/>
                  </a:moveTo>
                  <a:cubicBezTo>
                    <a:pt x="67783" y="65693"/>
                    <a:pt x="66188" y="71565"/>
                    <a:pt x="66188" y="72429"/>
                  </a:cubicBezTo>
                  <a:cubicBezTo>
                    <a:pt x="66188" y="76228"/>
                    <a:pt x="69377" y="77955"/>
                    <a:pt x="72211" y="77955"/>
                  </a:cubicBezTo>
                  <a:cubicBezTo>
                    <a:pt x="75399" y="77955"/>
                    <a:pt x="78234" y="75710"/>
                    <a:pt x="79119" y="74156"/>
                  </a:cubicBezTo>
                  <a:cubicBezTo>
                    <a:pt x="80005" y="72601"/>
                    <a:pt x="81422" y="67075"/>
                    <a:pt x="82308" y="63448"/>
                  </a:cubicBezTo>
                  <a:cubicBezTo>
                    <a:pt x="83193" y="60166"/>
                    <a:pt x="85142" y="52222"/>
                    <a:pt x="86205" y="47904"/>
                  </a:cubicBezTo>
                  <a:cubicBezTo>
                    <a:pt x="87267" y="44105"/>
                    <a:pt x="88330" y="40305"/>
                    <a:pt x="89216" y="36333"/>
                  </a:cubicBezTo>
                  <a:cubicBezTo>
                    <a:pt x="91164" y="28906"/>
                    <a:pt x="91164" y="28561"/>
                    <a:pt x="94707" y="23207"/>
                  </a:cubicBezTo>
                  <a:cubicBezTo>
                    <a:pt x="100376" y="14744"/>
                    <a:pt x="109232" y="4900"/>
                    <a:pt x="123049" y="4900"/>
                  </a:cubicBezTo>
                  <a:cubicBezTo>
                    <a:pt x="132968" y="4900"/>
                    <a:pt x="133500" y="12845"/>
                    <a:pt x="133500" y="16990"/>
                  </a:cubicBezTo>
                  <a:cubicBezTo>
                    <a:pt x="133500" y="27352"/>
                    <a:pt x="125883" y="46523"/>
                    <a:pt x="123049" y="53776"/>
                  </a:cubicBezTo>
                  <a:cubicBezTo>
                    <a:pt x="121100" y="58612"/>
                    <a:pt x="120392" y="60166"/>
                    <a:pt x="120392" y="63102"/>
                  </a:cubicBezTo>
                  <a:cubicBezTo>
                    <a:pt x="120392" y="72256"/>
                    <a:pt x="128186" y="77955"/>
                    <a:pt x="137220" y="77955"/>
                  </a:cubicBezTo>
                  <a:cubicBezTo>
                    <a:pt x="154933" y="77955"/>
                    <a:pt x="162727" y="54122"/>
                    <a:pt x="162727" y="51531"/>
                  </a:cubicBezTo>
                  <a:cubicBezTo>
                    <a:pt x="162727" y="49286"/>
                    <a:pt x="160425" y="49286"/>
                    <a:pt x="159893" y="49286"/>
                  </a:cubicBezTo>
                  <a:cubicBezTo>
                    <a:pt x="157413" y="49286"/>
                    <a:pt x="157236" y="50322"/>
                    <a:pt x="156528" y="52222"/>
                  </a:cubicBezTo>
                  <a:cubicBezTo>
                    <a:pt x="152453" y="66038"/>
                    <a:pt x="144837" y="73119"/>
                    <a:pt x="137751" y="73119"/>
                  </a:cubicBezTo>
                  <a:cubicBezTo>
                    <a:pt x="134031" y="73119"/>
                    <a:pt x="133323" y="70702"/>
                    <a:pt x="133323" y="67075"/>
                  </a:cubicBezTo>
                  <a:cubicBezTo>
                    <a:pt x="133323" y="63102"/>
                    <a:pt x="134208" y="60857"/>
                    <a:pt x="137397" y="53085"/>
                  </a:cubicBezTo>
                  <a:cubicBezTo>
                    <a:pt x="139522" y="47731"/>
                    <a:pt x="146785" y="29425"/>
                    <a:pt x="146785" y="19753"/>
                  </a:cubicBezTo>
                  <a:cubicBezTo>
                    <a:pt x="146785" y="16990"/>
                    <a:pt x="146785" y="9736"/>
                    <a:pt x="140231" y="4727"/>
                  </a:cubicBezTo>
                  <a:cubicBezTo>
                    <a:pt x="137220" y="2482"/>
                    <a:pt x="132083" y="64"/>
                    <a:pt x="123757" y="64"/>
                  </a:cubicBezTo>
                  <a:cubicBezTo>
                    <a:pt x="107815" y="64"/>
                    <a:pt x="98073" y="10254"/>
                    <a:pt x="92404" y="17508"/>
                  </a:cubicBezTo>
                  <a:cubicBezTo>
                    <a:pt x="90987" y="2828"/>
                    <a:pt x="78411" y="64"/>
                    <a:pt x="69377" y="64"/>
                  </a:cubicBezTo>
                  <a:cubicBezTo>
                    <a:pt x="54674" y="64"/>
                    <a:pt x="44755" y="8872"/>
                    <a:pt x="39441" y="15781"/>
                  </a:cubicBezTo>
                  <a:cubicBezTo>
                    <a:pt x="38201" y="3864"/>
                    <a:pt x="27750" y="64"/>
                    <a:pt x="20487" y="64"/>
                  </a:cubicBezTo>
                  <a:cubicBezTo>
                    <a:pt x="12870" y="64"/>
                    <a:pt x="8796" y="5418"/>
                    <a:pt x="6494" y="9390"/>
                  </a:cubicBezTo>
                  <a:cubicBezTo>
                    <a:pt x="2597" y="15781"/>
                    <a:pt x="117" y="25625"/>
                    <a:pt x="117" y="26488"/>
                  </a:cubicBezTo>
                  <a:cubicBezTo>
                    <a:pt x="117" y="28734"/>
                    <a:pt x="2597" y="28734"/>
                    <a:pt x="3128" y="28734"/>
                  </a:cubicBezTo>
                  <a:cubicBezTo>
                    <a:pt x="5608" y="28734"/>
                    <a:pt x="5785" y="28216"/>
                    <a:pt x="7025" y="23552"/>
                  </a:cubicBezTo>
                  <a:cubicBezTo>
                    <a:pt x="9682" y="13363"/>
                    <a:pt x="13048" y="4900"/>
                    <a:pt x="19956" y="4900"/>
                  </a:cubicBezTo>
                  <a:cubicBezTo>
                    <a:pt x="24561" y="4900"/>
                    <a:pt x="25801" y="8700"/>
                    <a:pt x="25801" y="13363"/>
                  </a:cubicBezTo>
                  <a:cubicBezTo>
                    <a:pt x="25801" y="16644"/>
                    <a:pt x="24207" y="23034"/>
                    <a:pt x="22967" y="27697"/>
                  </a:cubicBezTo>
                  <a:cubicBezTo>
                    <a:pt x="21727" y="32361"/>
                    <a:pt x="19956" y="39442"/>
                    <a:pt x="19070" y="43241"/>
                  </a:cubicBezTo>
                  <a:lnTo>
                    <a:pt x="13402" y="65348"/>
                  </a:lnTo>
                  <a:cubicBezTo>
                    <a:pt x="12693" y="67593"/>
                    <a:pt x="11630" y="71911"/>
                    <a:pt x="11630" y="72429"/>
                  </a:cubicBezTo>
                  <a:cubicBezTo>
                    <a:pt x="11630" y="76228"/>
                    <a:pt x="14819" y="77955"/>
                    <a:pt x="17653" y="77955"/>
                  </a:cubicBezTo>
                  <a:cubicBezTo>
                    <a:pt x="20842" y="77955"/>
                    <a:pt x="23676" y="75710"/>
                    <a:pt x="24561" y="74156"/>
                  </a:cubicBezTo>
                  <a:cubicBezTo>
                    <a:pt x="25447" y="72601"/>
                    <a:pt x="26864" y="67075"/>
                    <a:pt x="27750" y="63448"/>
                  </a:cubicBezTo>
                  <a:cubicBezTo>
                    <a:pt x="28636" y="60166"/>
                    <a:pt x="30584" y="52222"/>
                    <a:pt x="31647" y="47904"/>
                  </a:cubicBezTo>
                  <a:cubicBezTo>
                    <a:pt x="32710" y="44105"/>
                    <a:pt x="33772" y="40305"/>
                    <a:pt x="34658" y="36333"/>
                  </a:cubicBezTo>
                  <a:cubicBezTo>
                    <a:pt x="36607" y="29252"/>
                    <a:pt x="36961" y="27870"/>
                    <a:pt x="42098" y="20789"/>
                  </a:cubicBezTo>
                  <a:cubicBezTo>
                    <a:pt x="47058" y="13881"/>
                    <a:pt x="55383" y="4900"/>
                    <a:pt x="68668" y="4900"/>
                  </a:cubicBezTo>
                  <a:cubicBezTo>
                    <a:pt x="78942" y="4900"/>
                    <a:pt x="79119" y="13708"/>
                    <a:pt x="79119" y="16990"/>
                  </a:cubicBezTo>
                  <a:cubicBezTo>
                    <a:pt x="79119" y="21307"/>
                    <a:pt x="78588" y="23552"/>
                    <a:pt x="76108" y="33224"/>
                  </a:cubicBezTo>
                  <a:lnTo>
                    <a:pt x="68668" y="62239"/>
                  </a:lnTo>
                  <a:close/>
                </a:path>
              </a:pathLst>
            </a:custGeom>
            <a:solidFill>
              <a:srgbClr val="000000"/>
            </a:solidFill>
            <a:ln w="25400" cap="flat">
              <a:noFill/>
              <a:prstDash val="solid"/>
              <a:miter/>
            </a:ln>
          </p:spPr>
          <p:txBody>
            <a:bodyPr/>
            <a:lstStyle/>
            <a:p>
              <a:endParaRPr lang="es-CO"/>
            </a:p>
          </p:txBody>
        </p:sp>
        <p:sp>
          <p:nvSpPr>
            <p:cNvPr id="76" name="Freeform: Shape 75">
              <a:extLst>
                <a:ext uri="{FF2B5EF4-FFF2-40B4-BE49-F238E27FC236}">
                  <a16:creationId xmlns:a16="http://schemas.microsoft.com/office/drawing/2014/main" id="{C8F20A02-F46B-A5FD-9553-FEAACE0E7D79}"/>
                </a:ext>
              </a:extLst>
            </p:cNvPr>
            <p:cNvSpPr/>
            <p:nvPr>
              <p:custDataLst>
                <p:tags r:id="rId11"/>
              </p:custDataLst>
            </p:nvPr>
          </p:nvSpPr>
          <p:spPr>
            <a:xfrm>
              <a:off x="3927331" y="5495112"/>
              <a:ext cx="90339" cy="77891"/>
            </a:xfrm>
            <a:custGeom>
              <a:avLst/>
              <a:gdLst>
                <a:gd name="csX0" fmla="*/ 64070 w 90339"/>
                <a:gd name="csY0" fmla="*/ 10254 h 77891"/>
                <a:gd name="csX1" fmla="*/ 45825 w 90339"/>
                <a:gd name="csY1" fmla="*/ 64 h 77891"/>
                <a:gd name="csX2" fmla="*/ 124 w 90339"/>
                <a:gd name="csY2" fmla="*/ 49286 h 77891"/>
                <a:gd name="csX3" fmla="*/ 26871 w 90339"/>
                <a:gd name="csY3" fmla="*/ 77955 h 77891"/>
                <a:gd name="csX4" fmla="*/ 52025 w 90339"/>
                <a:gd name="csY4" fmla="*/ 65866 h 77891"/>
                <a:gd name="csX5" fmla="*/ 70270 w 90339"/>
                <a:gd name="csY5" fmla="*/ 77955 h 77891"/>
                <a:gd name="csX6" fmla="*/ 84263 w 90339"/>
                <a:gd name="csY6" fmla="*/ 68802 h 77891"/>
                <a:gd name="csX7" fmla="*/ 90463 w 90339"/>
                <a:gd name="csY7" fmla="*/ 51531 h 77891"/>
                <a:gd name="csX8" fmla="*/ 87629 w 90339"/>
                <a:gd name="csY8" fmla="*/ 49286 h 77891"/>
                <a:gd name="csX9" fmla="*/ 83732 w 90339"/>
                <a:gd name="csY9" fmla="*/ 54640 h 77891"/>
                <a:gd name="csX10" fmla="*/ 70801 w 90339"/>
                <a:gd name="csY10" fmla="*/ 73119 h 77891"/>
                <a:gd name="csX11" fmla="*/ 64955 w 90339"/>
                <a:gd name="csY11" fmla="*/ 64657 h 77891"/>
                <a:gd name="csX12" fmla="*/ 67612 w 90339"/>
                <a:gd name="csY12" fmla="*/ 51013 h 77891"/>
                <a:gd name="csX13" fmla="*/ 71509 w 90339"/>
                <a:gd name="csY13" fmla="*/ 35469 h 77891"/>
                <a:gd name="csX14" fmla="*/ 75052 w 90339"/>
                <a:gd name="csY14" fmla="*/ 22343 h 77891"/>
                <a:gd name="csX15" fmla="*/ 78241 w 90339"/>
                <a:gd name="csY15" fmla="*/ 8872 h 77891"/>
                <a:gd name="csX16" fmla="*/ 72218 w 90339"/>
                <a:gd name="csY16" fmla="*/ 3346 h 77891"/>
                <a:gd name="csX17" fmla="*/ 64070 w 90339"/>
                <a:gd name="csY17" fmla="*/ 10254 h 77891"/>
                <a:gd name="csX18" fmla="*/ 52733 w 90339"/>
                <a:gd name="csY18" fmla="*/ 54640 h 77891"/>
                <a:gd name="csX19" fmla="*/ 43699 w 90339"/>
                <a:gd name="csY19" fmla="*/ 66211 h 77891"/>
                <a:gd name="csX20" fmla="*/ 27403 w 90339"/>
                <a:gd name="csY20" fmla="*/ 73119 h 77891"/>
                <a:gd name="csX21" fmla="*/ 14472 w 90339"/>
                <a:gd name="csY21" fmla="*/ 56367 h 77891"/>
                <a:gd name="csX22" fmla="*/ 23683 w 90339"/>
                <a:gd name="csY22" fmla="*/ 21307 h 77891"/>
                <a:gd name="csX23" fmla="*/ 45825 w 90339"/>
                <a:gd name="csY23" fmla="*/ 4900 h 77891"/>
                <a:gd name="csX24" fmla="*/ 61590 w 90339"/>
                <a:gd name="csY24" fmla="*/ 19926 h 77891"/>
                <a:gd name="csX25" fmla="*/ 61058 w 90339"/>
                <a:gd name="csY25" fmla="*/ 22343 h 77891"/>
                <a:gd name="csX26" fmla="*/ 52733 w 90339"/>
                <a:gd name="csY26" fmla="*/ 54640 h 77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90339" h="77891">
                  <a:moveTo>
                    <a:pt x="64070" y="10254"/>
                  </a:moveTo>
                  <a:cubicBezTo>
                    <a:pt x="60350" y="4555"/>
                    <a:pt x="54327" y="64"/>
                    <a:pt x="45825" y="64"/>
                  </a:cubicBezTo>
                  <a:cubicBezTo>
                    <a:pt x="23151" y="64"/>
                    <a:pt x="124" y="24416"/>
                    <a:pt x="124" y="49286"/>
                  </a:cubicBezTo>
                  <a:cubicBezTo>
                    <a:pt x="124" y="66038"/>
                    <a:pt x="11638" y="77955"/>
                    <a:pt x="26871" y="77955"/>
                  </a:cubicBezTo>
                  <a:cubicBezTo>
                    <a:pt x="36437" y="77955"/>
                    <a:pt x="44939" y="72601"/>
                    <a:pt x="52025" y="65866"/>
                  </a:cubicBezTo>
                  <a:cubicBezTo>
                    <a:pt x="55390" y="76228"/>
                    <a:pt x="65664" y="77955"/>
                    <a:pt x="70270" y="77955"/>
                  </a:cubicBezTo>
                  <a:cubicBezTo>
                    <a:pt x="76646" y="77955"/>
                    <a:pt x="81075" y="74156"/>
                    <a:pt x="84263" y="68802"/>
                  </a:cubicBezTo>
                  <a:cubicBezTo>
                    <a:pt x="88160" y="62066"/>
                    <a:pt x="90463" y="52222"/>
                    <a:pt x="90463" y="51531"/>
                  </a:cubicBezTo>
                  <a:cubicBezTo>
                    <a:pt x="90463" y="49286"/>
                    <a:pt x="88160" y="49286"/>
                    <a:pt x="87629" y="49286"/>
                  </a:cubicBezTo>
                  <a:cubicBezTo>
                    <a:pt x="85149" y="49286"/>
                    <a:pt x="84972" y="49977"/>
                    <a:pt x="83732" y="54640"/>
                  </a:cubicBezTo>
                  <a:cubicBezTo>
                    <a:pt x="81606" y="62930"/>
                    <a:pt x="78241" y="73119"/>
                    <a:pt x="70801" y="73119"/>
                  </a:cubicBezTo>
                  <a:cubicBezTo>
                    <a:pt x="66195" y="73119"/>
                    <a:pt x="64955" y="69320"/>
                    <a:pt x="64955" y="64657"/>
                  </a:cubicBezTo>
                  <a:cubicBezTo>
                    <a:pt x="64955" y="61721"/>
                    <a:pt x="66373" y="55503"/>
                    <a:pt x="67612" y="51013"/>
                  </a:cubicBezTo>
                  <a:cubicBezTo>
                    <a:pt x="68852" y="46350"/>
                    <a:pt x="70624" y="39269"/>
                    <a:pt x="71509" y="35469"/>
                  </a:cubicBezTo>
                  <a:lnTo>
                    <a:pt x="75052" y="22343"/>
                  </a:lnTo>
                  <a:cubicBezTo>
                    <a:pt x="76115" y="17853"/>
                    <a:pt x="78241" y="9736"/>
                    <a:pt x="78241" y="8872"/>
                  </a:cubicBezTo>
                  <a:cubicBezTo>
                    <a:pt x="78241" y="5073"/>
                    <a:pt x="75052" y="3346"/>
                    <a:pt x="72218" y="3346"/>
                  </a:cubicBezTo>
                  <a:cubicBezTo>
                    <a:pt x="69207" y="3346"/>
                    <a:pt x="65133" y="5418"/>
                    <a:pt x="64070" y="10254"/>
                  </a:cubicBezTo>
                  <a:close/>
                  <a:moveTo>
                    <a:pt x="52733" y="54640"/>
                  </a:moveTo>
                  <a:cubicBezTo>
                    <a:pt x="51493" y="59476"/>
                    <a:pt x="47596" y="62930"/>
                    <a:pt x="43699" y="66211"/>
                  </a:cubicBezTo>
                  <a:cubicBezTo>
                    <a:pt x="42105" y="67593"/>
                    <a:pt x="35019" y="73119"/>
                    <a:pt x="27403" y="73119"/>
                  </a:cubicBezTo>
                  <a:cubicBezTo>
                    <a:pt x="20849" y="73119"/>
                    <a:pt x="14472" y="68629"/>
                    <a:pt x="14472" y="56367"/>
                  </a:cubicBezTo>
                  <a:cubicBezTo>
                    <a:pt x="14472" y="47213"/>
                    <a:pt x="19609" y="28216"/>
                    <a:pt x="23683" y="21307"/>
                  </a:cubicBezTo>
                  <a:cubicBezTo>
                    <a:pt x="31831" y="7491"/>
                    <a:pt x="40865" y="4900"/>
                    <a:pt x="45825" y="4900"/>
                  </a:cubicBezTo>
                  <a:cubicBezTo>
                    <a:pt x="58224" y="4900"/>
                    <a:pt x="61590" y="18026"/>
                    <a:pt x="61590" y="19926"/>
                  </a:cubicBezTo>
                  <a:cubicBezTo>
                    <a:pt x="61590" y="20616"/>
                    <a:pt x="61236" y="21825"/>
                    <a:pt x="61058" y="22343"/>
                  </a:cubicBezTo>
                  <a:lnTo>
                    <a:pt x="52733" y="54640"/>
                  </a:lnTo>
                  <a:close/>
                </a:path>
              </a:pathLst>
            </a:custGeom>
            <a:solidFill>
              <a:srgbClr val="000000"/>
            </a:solidFill>
            <a:ln w="25400" cap="flat">
              <a:noFill/>
              <a:prstDash val="solid"/>
              <a:miter/>
            </a:ln>
          </p:spPr>
          <p:txBody>
            <a:bodyPr/>
            <a:lstStyle/>
            <a:p>
              <a:endParaRPr lang="es-CO"/>
            </a:p>
          </p:txBody>
        </p:sp>
        <p:sp>
          <p:nvSpPr>
            <p:cNvPr id="77" name="Freeform: Shape 76">
              <a:extLst>
                <a:ext uri="{FF2B5EF4-FFF2-40B4-BE49-F238E27FC236}">
                  <a16:creationId xmlns:a16="http://schemas.microsoft.com/office/drawing/2014/main" id="{03F2E719-B79A-A01D-436F-3CE56406FFE4}"/>
                </a:ext>
              </a:extLst>
            </p:cNvPr>
            <p:cNvSpPr/>
            <p:nvPr>
              <p:custDataLst>
                <p:tags r:id="rId12"/>
              </p:custDataLst>
            </p:nvPr>
          </p:nvSpPr>
          <p:spPr>
            <a:xfrm>
              <a:off x="4034616" y="5495112"/>
              <a:ext cx="108229" cy="77891"/>
            </a:xfrm>
            <a:custGeom>
              <a:avLst/>
              <a:gdLst>
                <a:gd name="csX0" fmla="*/ 13413 w 108229"/>
                <a:gd name="csY0" fmla="*/ 65348 h 77891"/>
                <a:gd name="csX1" fmla="*/ 11642 w 108229"/>
                <a:gd name="csY1" fmla="*/ 72429 h 77891"/>
                <a:gd name="csX2" fmla="*/ 17665 w 108229"/>
                <a:gd name="csY2" fmla="*/ 77955 h 77891"/>
                <a:gd name="csX3" fmla="*/ 24573 w 108229"/>
                <a:gd name="csY3" fmla="*/ 74156 h 77891"/>
                <a:gd name="csX4" fmla="*/ 27761 w 108229"/>
                <a:gd name="csY4" fmla="*/ 63448 h 77891"/>
                <a:gd name="csX5" fmla="*/ 31658 w 108229"/>
                <a:gd name="csY5" fmla="*/ 47904 h 77891"/>
                <a:gd name="csX6" fmla="*/ 34670 w 108229"/>
                <a:gd name="csY6" fmla="*/ 36333 h 77891"/>
                <a:gd name="csX7" fmla="*/ 42109 w 108229"/>
                <a:gd name="csY7" fmla="*/ 20789 h 77891"/>
                <a:gd name="csX8" fmla="*/ 68680 w 108229"/>
                <a:gd name="csY8" fmla="*/ 4900 h 77891"/>
                <a:gd name="csX9" fmla="*/ 79131 w 108229"/>
                <a:gd name="csY9" fmla="*/ 16990 h 77891"/>
                <a:gd name="csX10" fmla="*/ 68680 w 108229"/>
                <a:gd name="csY10" fmla="*/ 53776 h 77891"/>
                <a:gd name="csX11" fmla="*/ 66023 w 108229"/>
                <a:gd name="csY11" fmla="*/ 63102 h 77891"/>
                <a:gd name="csX12" fmla="*/ 82850 w 108229"/>
                <a:gd name="csY12" fmla="*/ 77955 h 77891"/>
                <a:gd name="csX13" fmla="*/ 108358 w 108229"/>
                <a:gd name="csY13" fmla="*/ 51531 h 77891"/>
                <a:gd name="csX14" fmla="*/ 105524 w 108229"/>
                <a:gd name="csY14" fmla="*/ 49286 h 77891"/>
                <a:gd name="csX15" fmla="*/ 102158 w 108229"/>
                <a:gd name="csY15" fmla="*/ 52222 h 77891"/>
                <a:gd name="csX16" fmla="*/ 83382 w 108229"/>
                <a:gd name="csY16" fmla="*/ 73119 h 77891"/>
                <a:gd name="csX17" fmla="*/ 78953 w 108229"/>
                <a:gd name="csY17" fmla="*/ 67075 h 77891"/>
                <a:gd name="csX18" fmla="*/ 83028 w 108229"/>
                <a:gd name="csY18" fmla="*/ 53085 h 77891"/>
                <a:gd name="csX19" fmla="*/ 92416 w 108229"/>
                <a:gd name="csY19" fmla="*/ 19753 h 77891"/>
                <a:gd name="csX20" fmla="*/ 69388 w 108229"/>
                <a:gd name="csY20" fmla="*/ 64 h 77891"/>
                <a:gd name="csX21" fmla="*/ 39452 w 108229"/>
                <a:gd name="csY21" fmla="*/ 15781 h 77891"/>
                <a:gd name="csX22" fmla="*/ 20499 w 108229"/>
                <a:gd name="csY22" fmla="*/ 64 h 77891"/>
                <a:gd name="csX23" fmla="*/ 6505 w 108229"/>
                <a:gd name="csY23" fmla="*/ 9390 h 77891"/>
                <a:gd name="csX24" fmla="*/ 128 w 108229"/>
                <a:gd name="csY24" fmla="*/ 26488 h 77891"/>
                <a:gd name="csX25" fmla="*/ 3139 w 108229"/>
                <a:gd name="csY25" fmla="*/ 28734 h 77891"/>
                <a:gd name="csX26" fmla="*/ 7036 w 108229"/>
                <a:gd name="csY26" fmla="*/ 23552 h 77891"/>
                <a:gd name="csX27" fmla="*/ 19967 w 108229"/>
                <a:gd name="csY27" fmla="*/ 4900 h 77891"/>
                <a:gd name="csX28" fmla="*/ 25813 w 108229"/>
                <a:gd name="csY28" fmla="*/ 13363 h 77891"/>
                <a:gd name="csX29" fmla="*/ 22979 w 108229"/>
                <a:gd name="csY29" fmla="*/ 27697 h 77891"/>
                <a:gd name="csX30" fmla="*/ 19082 w 108229"/>
                <a:gd name="csY30" fmla="*/ 43241 h 77891"/>
                <a:gd name="csX31" fmla="*/ 13413 w 108229"/>
                <a:gd name="csY31" fmla="*/ 65348 h 77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08229" h="77891">
                  <a:moveTo>
                    <a:pt x="13413" y="65348"/>
                  </a:moveTo>
                  <a:cubicBezTo>
                    <a:pt x="12705" y="67593"/>
                    <a:pt x="11642" y="71911"/>
                    <a:pt x="11642" y="72429"/>
                  </a:cubicBezTo>
                  <a:cubicBezTo>
                    <a:pt x="11642" y="76228"/>
                    <a:pt x="14830" y="77955"/>
                    <a:pt x="17665" y="77955"/>
                  </a:cubicBezTo>
                  <a:cubicBezTo>
                    <a:pt x="20853" y="77955"/>
                    <a:pt x="23687" y="75710"/>
                    <a:pt x="24573" y="74156"/>
                  </a:cubicBezTo>
                  <a:cubicBezTo>
                    <a:pt x="25458" y="72601"/>
                    <a:pt x="26876" y="67075"/>
                    <a:pt x="27761" y="63448"/>
                  </a:cubicBezTo>
                  <a:cubicBezTo>
                    <a:pt x="28647" y="60166"/>
                    <a:pt x="30595" y="52222"/>
                    <a:pt x="31658" y="47904"/>
                  </a:cubicBezTo>
                  <a:cubicBezTo>
                    <a:pt x="32721" y="44105"/>
                    <a:pt x="33784" y="40305"/>
                    <a:pt x="34670" y="36333"/>
                  </a:cubicBezTo>
                  <a:cubicBezTo>
                    <a:pt x="36618" y="29252"/>
                    <a:pt x="36972" y="27870"/>
                    <a:pt x="42109" y="20789"/>
                  </a:cubicBezTo>
                  <a:cubicBezTo>
                    <a:pt x="47069" y="13881"/>
                    <a:pt x="55394" y="4900"/>
                    <a:pt x="68680" y="4900"/>
                  </a:cubicBezTo>
                  <a:cubicBezTo>
                    <a:pt x="78953" y="4900"/>
                    <a:pt x="79131" y="13708"/>
                    <a:pt x="79131" y="16990"/>
                  </a:cubicBezTo>
                  <a:cubicBezTo>
                    <a:pt x="79131" y="27352"/>
                    <a:pt x="71514" y="46523"/>
                    <a:pt x="68680" y="53776"/>
                  </a:cubicBezTo>
                  <a:cubicBezTo>
                    <a:pt x="66731" y="58612"/>
                    <a:pt x="66023" y="60166"/>
                    <a:pt x="66023" y="63102"/>
                  </a:cubicBezTo>
                  <a:cubicBezTo>
                    <a:pt x="66023" y="72256"/>
                    <a:pt x="73817" y="77955"/>
                    <a:pt x="82850" y="77955"/>
                  </a:cubicBezTo>
                  <a:cubicBezTo>
                    <a:pt x="100564" y="77955"/>
                    <a:pt x="108358" y="54122"/>
                    <a:pt x="108358" y="51531"/>
                  </a:cubicBezTo>
                  <a:cubicBezTo>
                    <a:pt x="108358" y="49286"/>
                    <a:pt x="106055" y="49286"/>
                    <a:pt x="105524" y="49286"/>
                  </a:cubicBezTo>
                  <a:cubicBezTo>
                    <a:pt x="103044" y="49286"/>
                    <a:pt x="102867" y="50322"/>
                    <a:pt x="102158" y="52222"/>
                  </a:cubicBezTo>
                  <a:cubicBezTo>
                    <a:pt x="98084" y="66038"/>
                    <a:pt x="90467" y="73119"/>
                    <a:pt x="83382" y="73119"/>
                  </a:cubicBezTo>
                  <a:cubicBezTo>
                    <a:pt x="79662" y="73119"/>
                    <a:pt x="78953" y="70702"/>
                    <a:pt x="78953" y="67075"/>
                  </a:cubicBezTo>
                  <a:cubicBezTo>
                    <a:pt x="78953" y="63102"/>
                    <a:pt x="79839" y="60857"/>
                    <a:pt x="83028" y="53085"/>
                  </a:cubicBezTo>
                  <a:cubicBezTo>
                    <a:pt x="85153" y="47731"/>
                    <a:pt x="92416" y="29425"/>
                    <a:pt x="92416" y="19753"/>
                  </a:cubicBezTo>
                  <a:cubicBezTo>
                    <a:pt x="92416" y="3000"/>
                    <a:pt x="78776" y="64"/>
                    <a:pt x="69388" y="64"/>
                  </a:cubicBezTo>
                  <a:cubicBezTo>
                    <a:pt x="54686" y="64"/>
                    <a:pt x="44766" y="8872"/>
                    <a:pt x="39452" y="15781"/>
                  </a:cubicBezTo>
                  <a:cubicBezTo>
                    <a:pt x="38212" y="3864"/>
                    <a:pt x="27761" y="64"/>
                    <a:pt x="20499" y="64"/>
                  </a:cubicBezTo>
                  <a:cubicBezTo>
                    <a:pt x="12882" y="64"/>
                    <a:pt x="8808" y="5418"/>
                    <a:pt x="6505" y="9390"/>
                  </a:cubicBezTo>
                  <a:cubicBezTo>
                    <a:pt x="2608" y="15781"/>
                    <a:pt x="128" y="25625"/>
                    <a:pt x="128" y="26488"/>
                  </a:cubicBezTo>
                  <a:cubicBezTo>
                    <a:pt x="128" y="28734"/>
                    <a:pt x="2608" y="28734"/>
                    <a:pt x="3139" y="28734"/>
                  </a:cubicBezTo>
                  <a:cubicBezTo>
                    <a:pt x="5619" y="28734"/>
                    <a:pt x="5796" y="28216"/>
                    <a:pt x="7036" y="23552"/>
                  </a:cubicBezTo>
                  <a:cubicBezTo>
                    <a:pt x="9693" y="13363"/>
                    <a:pt x="13059" y="4900"/>
                    <a:pt x="19967" y="4900"/>
                  </a:cubicBezTo>
                  <a:cubicBezTo>
                    <a:pt x="24573" y="4900"/>
                    <a:pt x="25813" y="8700"/>
                    <a:pt x="25813" y="13363"/>
                  </a:cubicBezTo>
                  <a:cubicBezTo>
                    <a:pt x="25813" y="16644"/>
                    <a:pt x="24219" y="23034"/>
                    <a:pt x="22979" y="27697"/>
                  </a:cubicBezTo>
                  <a:cubicBezTo>
                    <a:pt x="21739" y="32361"/>
                    <a:pt x="19967" y="39442"/>
                    <a:pt x="19082" y="43241"/>
                  </a:cubicBezTo>
                  <a:lnTo>
                    <a:pt x="13413" y="65348"/>
                  </a:lnTo>
                  <a:close/>
                </a:path>
              </a:pathLst>
            </a:custGeom>
            <a:solidFill>
              <a:srgbClr val="000000"/>
            </a:solidFill>
            <a:ln w="25400" cap="flat">
              <a:noFill/>
              <a:prstDash val="solid"/>
              <a:miter/>
            </a:ln>
          </p:spPr>
          <p:txBody>
            <a:bodyPr/>
            <a:lstStyle/>
            <a:p>
              <a:endParaRPr lang="es-CO"/>
            </a:p>
          </p:txBody>
        </p:sp>
        <p:sp>
          <p:nvSpPr>
            <p:cNvPr id="78" name="Freeform: Shape 77">
              <a:extLst>
                <a:ext uri="{FF2B5EF4-FFF2-40B4-BE49-F238E27FC236}">
                  <a16:creationId xmlns:a16="http://schemas.microsoft.com/office/drawing/2014/main" id="{5627A45E-B680-2645-BB0C-F00D9658DD7A}"/>
                </a:ext>
              </a:extLst>
            </p:cNvPr>
            <p:cNvSpPr/>
            <p:nvPr>
              <p:custDataLst>
                <p:tags r:id="rId13"/>
              </p:custDataLst>
            </p:nvPr>
          </p:nvSpPr>
          <p:spPr>
            <a:xfrm>
              <a:off x="4159707" y="5495112"/>
              <a:ext cx="102915" cy="77891"/>
            </a:xfrm>
            <a:custGeom>
              <a:avLst/>
              <a:gdLst>
                <a:gd name="csX0" fmla="*/ 66736 w 102915"/>
                <a:gd name="csY0" fmla="*/ 48250 h 77891"/>
                <a:gd name="csX1" fmla="*/ 63902 w 102915"/>
                <a:gd name="csY1" fmla="*/ 58439 h 77891"/>
                <a:gd name="csX2" fmla="*/ 42468 w 102915"/>
                <a:gd name="csY2" fmla="*/ 73119 h 77891"/>
                <a:gd name="csX3" fmla="*/ 30246 w 102915"/>
                <a:gd name="csY3" fmla="*/ 58785 h 77891"/>
                <a:gd name="csX4" fmla="*/ 40166 w 102915"/>
                <a:gd name="csY4" fmla="*/ 23725 h 77891"/>
                <a:gd name="csX5" fmla="*/ 42646 w 102915"/>
                <a:gd name="csY5" fmla="*/ 14917 h 77891"/>
                <a:gd name="csX6" fmla="*/ 25818 w 102915"/>
                <a:gd name="csY6" fmla="*/ 64 h 77891"/>
                <a:gd name="csX7" fmla="*/ 133 w 102915"/>
                <a:gd name="csY7" fmla="*/ 26488 h 77891"/>
                <a:gd name="csX8" fmla="*/ 3144 w 102915"/>
                <a:gd name="csY8" fmla="*/ 28734 h 77891"/>
                <a:gd name="csX9" fmla="*/ 6333 w 102915"/>
                <a:gd name="csY9" fmla="*/ 25970 h 77891"/>
                <a:gd name="csX10" fmla="*/ 25286 w 102915"/>
                <a:gd name="csY10" fmla="*/ 4900 h 77891"/>
                <a:gd name="csX11" fmla="*/ 29715 w 102915"/>
                <a:gd name="csY11" fmla="*/ 10945 h 77891"/>
                <a:gd name="csX12" fmla="*/ 26526 w 102915"/>
                <a:gd name="csY12" fmla="*/ 22516 h 77891"/>
                <a:gd name="csX13" fmla="*/ 16961 w 102915"/>
                <a:gd name="csY13" fmla="*/ 56021 h 77891"/>
                <a:gd name="csX14" fmla="*/ 23515 w 102915"/>
                <a:gd name="csY14" fmla="*/ 72429 h 77891"/>
                <a:gd name="csX15" fmla="*/ 41760 w 102915"/>
                <a:gd name="csY15" fmla="*/ 77955 h 77891"/>
                <a:gd name="csX16" fmla="*/ 64788 w 102915"/>
                <a:gd name="csY16" fmla="*/ 66557 h 77891"/>
                <a:gd name="csX17" fmla="*/ 82678 w 102915"/>
                <a:gd name="csY17" fmla="*/ 77955 h 77891"/>
                <a:gd name="csX18" fmla="*/ 96672 w 102915"/>
                <a:gd name="csY18" fmla="*/ 68802 h 77891"/>
                <a:gd name="csX19" fmla="*/ 103049 w 102915"/>
                <a:gd name="csY19" fmla="*/ 51531 h 77891"/>
                <a:gd name="csX20" fmla="*/ 100038 w 102915"/>
                <a:gd name="csY20" fmla="*/ 49286 h 77891"/>
                <a:gd name="csX21" fmla="*/ 96141 w 102915"/>
                <a:gd name="csY21" fmla="*/ 54640 h 77891"/>
                <a:gd name="csX22" fmla="*/ 83210 w 102915"/>
                <a:gd name="csY22" fmla="*/ 73119 h 77891"/>
                <a:gd name="csX23" fmla="*/ 77364 w 102915"/>
                <a:gd name="csY23" fmla="*/ 64657 h 77891"/>
                <a:gd name="csX24" fmla="*/ 80021 w 102915"/>
                <a:gd name="csY24" fmla="*/ 51013 h 77891"/>
                <a:gd name="csX25" fmla="*/ 83918 w 102915"/>
                <a:gd name="csY25" fmla="*/ 35469 h 77891"/>
                <a:gd name="csX26" fmla="*/ 87992 w 102915"/>
                <a:gd name="csY26" fmla="*/ 20098 h 77891"/>
                <a:gd name="csX27" fmla="*/ 91004 w 102915"/>
                <a:gd name="csY27" fmla="*/ 7318 h 77891"/>
                <a:gd name="csX28" fmla="*/ 85158 w 102915"/>
                <a:gd name="csY28" fmla="*/ 1791 h 77891"/>
                <a:gd name="csX29" fmla="*/ 75947 w 102915"/>
                <a:gd name="csY29" fmla="*/ 12326 h 77891"/>
                <a:gd name="csX30" fmla="*/ 66736 w 102915"/>
                <a:gd name="csY30" fmla="*/ 48250 h 77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02915" h="77891">
                  <a:moveTo>
                    <a:pt x="66736" y="48250"/>
                  </a:moveTo>
                  <a:cubicBezTo>
                    <a:pt x="65850" y="51704"/>
                    <a:pt x="64256" y="58267"/>
                    <a:pt x="63902" y="58439"/>
                  </a:cubicBezTo>
                  <a:cubicBezTo>
                    <a:pt x="60536" y="63793"/>
                    <a:pt x="53451" y="73119"/>
                    <a:pt x="42468" y="73119"/>
                  </a:cubicBezTo>
                  <a:cubicBezTo>
                    <a:pt x="30246" y="73119"/>
                    <a:pt x="30246" y="61894"/>
                    <a:pt x="30246" y="58785"/>
                  </a:cubicBezTo>
                  <a:cubicBezTo>
                    <a:pt x="30246" y="48595"/>
                    <a:pt x="35206" y="36333"/>
                    <a:pt x="40166" y="23725"/>
                  </a:cubicBezTo>
                  <a:cubicBezTo>
                    <a:pt x="41583" y="20271"/>
                    <a:pt x="42646" y="17680"/>
                    <a:pt x="42646" y="14917"/>
                  </a:cubicBezTo>
                  <a:cubicBezTo>
                    <a:pt x="42646" y="5936"/>
                    <a:pt x="34852" y="64"/>
                    <a:pt x="25818" y="64"/>
                  </a:cubicBezTo>
                  <a:cubicBezTo>
                    <a:pt x="8104" y="64"/>
                    <a:pt x="133" y="23725"/>
                    <a:pt x="133" y="26488"/>
                  </a:cubicBezTo>
                  <a:cubicBezTo>
                    <a:pt x="133" y="28734"/>
                    <a:pt x="2613" y="28734"/>
                    <a:pt x="3144" y="28734"/>
                  </a:cubicBezTo>
                  <a:cubicBezTo>
                    <a:pt x="5624" y="28734"/>
                    <a:pt x="5801" y="27870"/>
                    <a:pt x="6333" y="25970"/>
                  </a:cubicBezTo>
                  <a:cubicBezTo>
                    <a:pt x="10584" y="11808"/>
                    <a:pt x="18378" y="4900"/>
                    <a:pt x="25286" y="4900"/>
                  </a:cubicBezTo>
                  <a:cubicBezTo>
                    <a:pt x="28298" y="4900"/>
                    <a:pt x="29715" y="6800"/>
                    <a:pt x="29715" y="10945"/>
                  </a:cubicBezTo>
                  <a:cubicBezTo>
                    <a:pt x="29715" y="14917"/>
                    <a:pt x="28298" y="18544"/>
                    <a:pt x="26526" y="22516"/>
                  </a:cubicBezTo>
                  <a:cubicBezTo>
                    <a:pt x="16961" y="46350"/>
                    <a:pt x="16961" y="51358"/>
                    <a:pt x="16961" y="56021"/>
                  </a:cubicBezTo>
                  <a:cubicBezTo>
                    <a:pt x="16961" y="58957"/>
                    <a:pt x="16961" y="66902"/>
                    <a:pt x="23515" y="72429"/>
                  </a:cubicBezTo>
                  <a:cubicBezTo>
                    <a:pt x="28652" y="76574"/>
                    <a:pt x="35560" y="77955"/>
                    <a:pt x="41760" y="77955"/>
                  </a:cubicBezTo>
                  <a:cubicBezTo>
                    <a:pt x="52919" y="77955"/>
                    <a:pt x="58942" y="72083"/>
                    <a:pt x="64788" y="66557"/>
                  </a:cubicBezTo>
                  <a:cubicBezTo>
                    <a:pt x="68685" y="77610"/>
                    <a:pt x="80553" y="77955"/>
                    <a:pt x="82678" y="77955"/>
                  </a:cubicBezTo>
                  <a:cubicBezTo>
                    <a:pt x="88701" y="77955"/>
                    <a:pt x="93306" y="74501"/>
                    <a:pt x="96672" y="68802"/>
                  </a:cubicBezTo>
                  <a:cubicBezTo>
                    <a:pt x="100569" y="62066"/>
                    <a:pt x="103049" y="52049"/>
                    <a:pt x="103049" y="51531"/>
                  </a:cubicBezTo>
                  <a:cubicBezTo>
                    <a:pt x="103049" y="49286"/>
                    <a:pt x="100569" y="49286"/>
                    <a:pt x="100038" y="49286"/>
                  </a:cubicBezTo>
                  <a:cubicBezTo>
                    <a:pt x="97558" y="49286"/>
                    <a:pt x="97381" y="49977"/>
                    <a:pt x="96141" y="54640"/>
                  </a:cubicBezTo>
                  <a:cubicBezTo>
                    <a:pt x="94015" y="62757"/>
                    <a:pt x="90649" y="73119"/>
                    <a:pt x="83210" y="73119"/>
                  </a:cubicBezTo>
                  <a:cubicBezTo>
                    <a:pt x="78604" y="73119"/>
                    <a:pt x="77364" y="69147"/>
                    <a:pt x="77364" y="64657"/>
                  </a:cubicBezTo>
                  <a:cubicBezTo>
                    <a:pt x="77364" y="61721"/>
                    <a:pt x="78781" y="55503"/>
                    <a:pt x="80021" y="51013"/>
                  </a:cubicBezTo>
                  <a:cubicBezTo>
                    <a:pt x="81261" y="46350"/>
                    <a:pt x="83033" y="39269"/>
                    <a:pt x="83918" y="35469"/>
                  </a:cubicBezTo>
                  <a:lnTo>
                    <a:pt x="87992" y="20098"/>
                  </a:lnTo>
                  <a:cubicBezTo>
                    <a:pt x="89055" y="15781"/>
                    <a:pt x="91004" y="8182"/>
                    <a:pt x="91004" y="7318"/>
                  </a:cubicBezTo>
                  <a:cubicBezTo>
                    <a:pt x="91004" y="3864"/>
                    <a:pt x="88169" y="1791"/>
                    <a:pt x="85158" y="1791"/>
                  </a:cubicBezTo>
                  <a:cubicBezTo>
                    <a:pt x="78604" y="1791"/>
                    <a:pt x="77364" y="6800"/>
                    <a:pt x="75947" y="12326"/>
                  </a:cubicBezTo>
                  <a:lnTo>
                    <a:pt x="66736" y="48250"/>
                  </a:lnTo>
                  <a:close/>
                </a:path>
              </a:pathLst>
            </a:custGeom>
            <a:solidFill>
              <a:srgbClr val="000000"/>
            </a:solidFill>
            <a:ln w="25400" cap="flat">
              <a:noFill/>
              <a:prstDash val="solid"/>
              <a:miter/>
            </a:ln>
          </p:spPr>
          <p:txBody>
            <a:bodyPr/>
            <a:lstStyle/>
            <a:p>
              <a:endParaRPr lang="es-CO"/>
            </a:p>
          </p:txBody>
        </p:sp>
        <p:sp>
          <p:nvSpPr>
            <p:cNvPr id="79" name="Freeform: Shape 78">
              <a:extLst>
                <a:ext uri="{FF2B5EF4-FFF2-40B4-BE49-F238E27FC236}">
                  <a16:creationId xmlns:a16="http://schemas.microsoft.com/office/drawing/2014/main" id="{1BAF619F-66DD-7118-CA8E-06015C25C184}"/>
                </a:ext>
              </a:extLst>
            </p:cNvPr>
            <p:cNvSpPr/>
            <p:nvPr>
              <p:custDataLst>
                <p:tags r:id="rId14"/>
              </p:custDataLst>
            </p:nvPr>
          </p:nvSpPr>
          <p:spPr>
            <a:xfrm>
              <a:off x="4281831" y="5495112"/>
              <a:ext cx="90339" cy="77891"/>
            </a:xfrm>
            <a:custGeom>
              <a:avLst/>
              <a:gdLst>
                <a:gd name="csX0" fmla="*/ 64084 w 90339"/>
                <a:gd name="csY0" fmla="*/ 10254 h 77891"/>
                <a:gd name="csX1" fmla="*/ 45839 w 90339"/>
                <a:gd name="csY1" fmla="*/ 64 h 77891"/>
                <a:gd name="csX2" fmla="*/ 138 w 90339"/>
                <a:gd name="csY2" fmla="*/ 49286 h 77891"/>
                <a:gd name="csX3" fmla="*/ 26885 w 90339"/>
                <a:gd name="csY3" fmla="*/ 77955 h 77891"/>
                <a:gd name="csX4" fmla="*/ 52038 w 90339"/>
                <a:gd name="csY4" fmla="*/ 65866 h 77891"/>
                <a:gd name="csX5" fmla="*/ 70283 w 90339"/>
                <a:gd name="csY5" fmla="*/ 77955 h 77891"/>
                <a:gd name="csX6" fmla="*/ 84277 w 90339"/>
                <a:gd name="csY6" fmla="*/ 68802 h 77891"/>
                <a:gd name="csX7" fmla="*/ 90477 w 90339"/>
                <a:gd name="csY7" fmla="*/ 51531 h 77891"/>
                <a:gd name="csX8" fmla="*/ 87643 w 90339"/>
                <a:gd name="csY8" fmla="*/ 49286 h 77891"/>
                <a:gd name="csX9" fmla="*/ 83746 w 90339"/>
                <a:gd name="csY9" fmla="*/ 54640 h 77891"/>
                <a:gd name="csX10" fmla="*/ 70815 w 90339"/>
                <a:gd name="csY10" fmla="*/ 73119 h 77891"/>
                <a:gd name="csX11" fmla="*/ 64969 w 90339"/>
                <a:gd name="csY11" fmla="*/ 64657 h 77891"/>
                <a:gd name="csX12" fmla="*/ 67626 w 90339"/>
                <a:gd name="csY12" fmla="*/ 51013 h 77891"/>
                <a:gd name="csX13" fmla="*/ 71523 w 90339"/>
                <a:gd name="csY13" fmla="*/ 35469 h 77891"/>
                <a:gd name="csX14" fmla="*/ 75066 w 90339"/>
                <a:gd name="csY14" fmla="*/ 22343 h 77891"/>
                <a:gd name="csX15" fmla="*/ 78255 w 90339"/>
                <a:gd name="csY15" fmla="*/ 8872 h 77891"/>
                <a:gd name="csX16" fmla="*/ 72232 w 90339"/>
                <a:gd name="csY16" fmla="*/ 3346 h 77891"/>
                <a:gd name="csX17" fmla="*/ 64084 w 90339"/>
                <a:gd name="csY17" fmla="*/ 10254 h 77891"/>
                <a:gd name="csX18" fmla="*/ 52747 w 90339"/>
                <a:gd name="csY18" fmla="*/ 54640 h 77891"/>
                <a:gd name="csX19" fmla="*/ 43713 w 90339"/>
                <a:gd name="csY19" fmla="*/ 66211 h 77891"/>
                <a:gd name="csX20" fmla="*/ 27417 w 90339"/>
                <a:gd name="csY20" fmla="*/ 73119 h 77891"/>
                <a:gd name="csX21" fmla="*/ 14486 w 90339"/>
                <a:gd name="csY21" fmla="*/ 56367 h 77891"/>
                <a:gd name="csX22" fmla="*/ 23697 w 90339"/>
                <a:gd name="csY22" fmla="*/ 21307 h 77891"/>
                <a:gd name="csX23" fmla="*/ 45839 w 90339"/>
                <a:gd name="csY23" fmla="*/ 4900 h 77891"/>
                <a:gd name="csX24" fmla="*/ 61604 w 90339"/>
                <a:gd name="csY24" fmla="*/ 19926 h 77891"/>
                <a:gd name="csX25" fmla="*/ 61072 w 90339"/>
                <a:gd name="csY25" fmla="*/ 22343 h 77891"/>
                <a:gd name="csX26" fmla="*/ 52747 w 90339"/>
                <a:gd name="csY26" fmla="*/ 54640 h 77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90339" h="77891">
                  <a:moveTo>
                    <a:pt x="64084" y="10254"/>
                  </a:moveTo>
                  <a:cubicBezTo>
                    <a:pt x="60364" y="4555"/>
                    <a:pt x="54341" y="64"/>
                    <a:pt x="45839" y="64"/>
                  </a:cubicBezTo>
                  <a:cubicBezTo>
                    <a:pt x="23165" y="64"/>
                    <a:pt x="138" y="24416"/>
                    <a:pt x="138" y="49286"/>
                  </a:cubicBezTo>
                  <a:cubicBezTo>
                    <a:pt x="138" y="66038"/>
                    <a:pt x="11652" y="77955"/>
                    <a:pt x="26885" y="77955"/>
                  </a:cubicBezTo>
                  <a:cubicBezTo>
                    <a:pt x="36451" y="77955"/>
                    <a:pt x="44953" y="72601"/>
                    <a:pt x="52038" y="65866"/>
                  </a:cubicBezTo>
                  <a:cubicBezTo>
                    <a:pt x="55404" y="76228"/>
                    <a:pt x="65678" y="77955"/>
                    <a:pt x="70283" y="77955"/>
                  </a:cubicBezTo>
                  <a:cubicBezTo>
                    <a:pt x="76660" y="77955"/>
                    <a:pt x="81089" y="74156"/>
                    <a:pt x="84277" y="68802"/>
                  </a:cubicBezTo>
                  <a:cubicBezTo>
                    <a:pt x="88174" y="62066"/>
                    <a:pt x="90477" y="52222"/>
                    <a:pt x="90477" y="51531"/>
                  </a:cubicBezTo>
                  <a:cubicBezTo>
                    <a:pt x="90477" y="49286"/>
                    <a:pt x="88174" y="49286"/>
                    <a:pt x="87643" y="49286"/>
                  </a:cubicBezTo>
                  <a:cubicBezTo>
                    <a:pt x="85163" y="49286"/>
                    <a:pt x="84986" y="49977"/>
                    <a:pt x="83746" y="54640"/>
                  </a:cubicBezTo>
                  <a:cubicBezTo>
                    <a:pt x="81620" y="62930"/>
                    <a:pt x="78255" y="73119"/>
                    <a:pt x="70815" y="73119"/>
                  </a:cubicBezTo>
                  <a:cubicBezTo>
                    <a:pt x="66209" y="73119"/>
                    <a:pt x="64969" y="69320"/>
                    <a:pt x="64969" y="64657"/>
                  </a:cubicBezTo>
                  <a:cubicBezTo>
                    <a:pt x="64969" y="61721"/>
                    <a:pt x="66386" y="55503"/>
                    <a:pt x="67626" y="51013"/>
                  </a:cubicBezTo>
                  <a:cubicBezTo>
                    <a:pt x="68866" y="46350"/>
                    <a:pt x="70638" y="39269"/>
                    <a:pt x="71523" y="35469"/>
                  </a:cubicBezTo>
                  <a:lnTo>
                    <a:pt x="75066" y="22343"/>
                  </a:lnTo>
                  <a:cubicBezTo>
                    <a:pt x="76129" y="17853"/>
                    <a:pt x="78255" y="9736"/>
                    <a:pt x="78255" y="8872"/>
                  </a:cubicBezTo>
                  <a:cubicBezTo>
                    <a:pt x="78255" y="5073"/>
                    <a:pt x="75066" y="3346"/>
                    <a:pt x="72232" y="3346"/>
                  </a:cubicBezTo>
                  <a:cubicBezTo>
                    <a:pt x="69221" y="3346"/>
                    <a:pt x="65147" y="5418"/>
                    <a:pt x="64084" y="10254"/>
                  </a:cubicBezTo>
                  <a:close/>
                  <a:moveTo>
                    <a:pt x="52747" y="54640"/>
                  </a:moveTo>
                  <a:cubicBezTo>
                    <a:pt x="51507" y="59476"/>
                    <a:pt x="47610" y="62930"/>
                    <a:pt x="43713" y="66211"/>
                  </a:cubicBezTo>
                  <a:cubicBezTo>
                    <a:pt x="42119" y="67593"/>
                    <a:pt x="35033" y="73119"/>
                    <a:pt x="27417" y="73119"/>
                  </a:cubicBezTo>
                  <a:cubicBezTo>
                    <a:pt x="20863" y="73119"/>
                    <a:pt x="14486" y="68629"/>
                    <a:pt x="14486" y="56367"/>
                  </a:cubicBezTo>
                  <a:cubicBezTo>
                    <a:pt x="14486" y="47213"/>
                    <a:pt x="19623" y="28216"/>
                    <a:pt x="23697" y="21307"/>
                  </a:cubicBezTo>
                  <a:cubicBezTo>
                    <a:pt x="31845" y="7491"/>
                    <a:pt x="40879" y="4900"/>
                    <a:pt x="45839" y="4900"/>
                  </a:cubicBezTo>
                  <a:cubicBezTo>
                    <a:pt x="58238" y="4900"/>
                    <a:pt x="61604" y="18026"/>
                    <a:pt x="61604" y="19926"/>
                  </a:cubicBezTo>
                  <a:cubicBezTo>
                    <a:pt x="61604" y="20616"/>
                    <a:pt x="61250" y="21825"/>
                    <a:pt x="61072" y="22343"/>
                  </a:cubicBezTo>
                  <a:lnTo>
                    <a:pt x="52747" y="54640"/>
                  </a:lnTo>
                  <a:close/>
                </a:path>
              </a:pathLst>
            </a:custGeom>
            <a:solidFill>
              <a:srgbClr val="000000"/>
            </a:solidFill>
            <a:ln w="25400" cap="flat">
              <a:noFill/>
              <a:prstDash val="solid"/>
              <a:miter/>
            </a:ln>
          </p:spPr>
          <p:txBody>
            <a:bodyPr/>
            <a:lstStyle/>
            <a:p>
              <a:endParaRPr lang="es-CO"/>
            </a:p>
          </p:txBody>
        </p:sp>
        <p:sp>
          <p:nvSpPr>
            <p:cNvPr id="80" name="Freeform: Shape 79">
              <a:extLst>
                <a:ext uri="{FF2B5EF4-FFF2-40B4-BE49-F238E27FC236}">
                  <a16:creationId xmlns:a16="http://schemas.microsoft.com/office/drawing/2014/main" id="{C9B3ECEF-21B4-AC83-1B12-26E4D4647206}"/>
                </a:ext>
              </a:extLst>
            </p:cNvPr>
            <p:cNvSpPr/>
            <p:nvPr>
              <p:custDataLst>
                <p:tags r:id="rId15"/>
              </p:custDataLst>
            </p:nvPr>
          </p:nvSpPr>
          <p:spPr>
            <a:xfrm>
              <a:off x="4391773" y="5451417"/>
              <a:ext cx="39678" cy="121585"/>
            </a:xfrm>
            <a:custGeom>
              <a:avLst/>
              <a:gdLst>
                <a:gd name="csX0" fmla="*/ 39112 w 39678"/>
                <a:gd name="csY0" fmla="*/ 5245 h 121585"/>
                <a:gd name="csX1" fmla="*/ 39820 w 39678"/>
                <a:gd name="csY1" fmla="*/ 2482 h 121585"/>
                <a:gd name="csX2" fmla="*/ 36986 w 39678"/>
                <a:gd name="csY2" fmla="*/ 64 h 121585"/>
                <a:gd name="csX3" fmla="*/ 14313 w 39678"/>
                <a:gd name="csY3" fmla="*/ 1791 h 121585"/>
                <a:gd name="csX4" fmla="*/ 10593 w 39678"/>
                <a:gd name="csY4" fmla="*/ 5764 h 121585"/>
                <a:gd name="csX5" fmla="*/ 15021 w 39678"/>
                <a:gd name="csY5" fmla="*/ 8182 h 121585"/>
                <a:gd name="csX6" fmla="*/ 23524 w 39678"/>
                <a:gd name="csY6" fmla="*/ 10772 h 121585"/>
                <a:gd name="csX7" fmla="*/ 22815 w 39678"/>
                <a:gd name="csY7" fmla="*/ 14572 h 121585"/>
                <a:gd name="csX8" fmla="*/ 851 w 39678"/>
                <a:gd name="csY8" fmla="*/ 99889 h 121585"/>
                <a:gd name="csX9" fmla="*/ 142 w 39678"/>
                <a:gd name="csY9" fmla="*/ 105243 h 121585"/>
                <a:gd name="csX10" fmla="*/ 18741 w 39678"/>
                <a:gd name="csY10" fmla="*/ 121650 h 121585"/>
                <a:gd name="csX11" fmla="*/ 32912 w 39678"/>
                <a:gd name="csY11" fmla="*/ 112497 h 121585"/>
                <a:gd name="csX12" fmla="*/ 39112 w 39678"/>
                <a:gd name="csY12" fmla="*/ 95226 h 121585"/>
                <a:gd name="csX13" fmla="*/ 36278 w 39678"/>
                <a:gd name="csY13" fmla="*/ 92981 h 121585"/>
                <a:gd name="csX14" fmla="*/ 32735 w 39678"/>
                <a:gd name="csY14" fmla="*/ 97126 h 121585"/>
                <a:gd name="csX15" fmla="*/ 19450 w 39678"/>
                <a:gd name="csY15" fmla="*/ 116814 h 121585"/>
                <a:gd name="csX16" fmla="*/ 13427 w 39678"/>
                <a:gd name="csY16" fmla="*/ 108352 h 121585"/>
                <a:gd name="csX17" fmla="*/ 14490 w 39678"/>
                <a:gd name="csY17" fmla="*/ 101271 h 121585"/>
                <a:gd name="csX18" fmla="*/ 39112 w 39678"/>
                <a:gd name="csY18" fmla="*/ 5245 h 121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9678" h="121585">
                  <a:moveTo>
                    <a:pt x="39112" y="5245"/>
                  </a:moveTo>
                  <a:cubicBezTo>
                    <a:pt x="39289" y="4900"/>
                    <a:pt x="39820" y="2655"/>
                    <a:pt x="39820" y="2482"/>
                  </a:cubicBezTo>
                  <a:cubicBezTo>
                    <a:pt x="39820" y="1619"/>
                    <a:pt x="39112" y="64"/>
                    <a:pt x="36986" y="64"/>
                  </a:cubicBezTo>
                  <a:cubicBezTo>
                    <a:pt x="33444" y="64"/>
                    <a:pt x="18741" y="1446"/>
                    <a:pt x="14313" y="1791"/>
                  </a:cubicBezTo>
                  <a:cubicBezTo>
                    <a:pt x="13073" y="1964"/>
                    <a:pt x="10593" y="2137"/>
                    <a:pt x="10593" y="5764"/>
                  </a:cubicBezTo>
                  <a:cubicBezTo>
                    <a:pt x="10593" y="8182"/>
                    <a:pt x="13073" y="8182"/>
                    <a:pt x="15021" y="8182"/>
                  </a:cubicBezTo>
                  <a:cubicBezTo>
                    <a:pt x="23524" y="8182"/>
                    <a:pt x="23524" y="9390"/>
                    <a:pt x="23524" y="10772"/>
                  </a:cubicBezTo>
                  <a:cubicBezTo>
                    <a:pt x="23524" y="11981"/>
                    <a:pt x="23170" y="13017"/>
                    <a:pt x="22815" y="14572"/>
                  </a:cubicBezTo>
                  <a:lnTo>
                    <a:pt x="851" y="99889"/>
                  </a:lnTo>
                  <a:cubicBezTo>
                    <a:pt x="319" y="101616"/>
                    <a:pt x="142" y="103516"/>
                    <a:pt x="142" y="105243"/>
                  </a:cubicBezTo>
                  <a:cubicBezTo>
                    <a:pt x="142" y="116296"/>
                    <a:pt x="10239" y="121650"/>
                    <a:pt x="18741" y="121650"/>
                  </a:cubicBezTo>
                  <a:cubicBezTo>
                    <a:pt x="22993" y="121650"/>
                    <a:pt x="28307" y="120269"/>
                    <a:pt x="32912" y="112497"/>
                  </a:cubicBezTo>
                  <a:cubicBezTo>
                    <a:pt x="36632" y="106107"/>
                    <a:pt x="39112" y="95917"/>
                    <a:pt x="39112" y="95226"/>
                  </a:cubicBezTo>
                  <a:cubicBezTo>
                    <a:pt x="39112" y="92981"/>
                    <a:pt x="36809" y="92981"/>
                    <a:pt x="36278" y="92981"/>
                  </a:cubicBezTo>
                  <a:cubicBezTo>
                    <a:pt x="33798" y="92981"/>
                    <a:pt x="33444" y="94017"/>
                    <a:pt x="32735" y="97126"/>
                  </a:cubicBezTo>
                  <a:cubicBezTo>
                    <a:pt x="30432" y="105761"/>
                    <a:pt x="27067" y="116814"/>
                    <a:pt x="19450" y="116814"/>
                  </a:cubicBezTo>
                  <a:cubicBezTo>
                    <a:pt x="14667" y="116814"/>
                    <a:pt x="13427" y="112497"/>
                    <a:pt x="13427" y="108352"/>
                  </a:cubicBezTo>
                  <a:cubicBezTo>
                    <a:pt x="13427" y="106452"/>
                    <a:pt x="13959" y="103171"/>
                    <a:pt x="14490" y="101271"/>
                  </a:cubicBezTo>
                  <a:lnTo>
                    <a:pt x="39112" y="5245"/>
                  </a:lnTo>
                  <a:close/>
                </a:path>
              </a:pathLst>
            </a:custGeom>
            <a:solidFill>
              <a:srgbClr val="000000"/>
            </a:solidFill>
            <a:ln w="25400" cap="flat">
              <a:noFill/>
              <a:prstDash val="solid"/>
              <a:miter/>
            </a:ln>
          </p:spPr>
          <p:txBody>
            <a:bodyPr/>
            <a:lstStyle/>
            <a:p>
              <a:endParaRPr lang="es-CO"/>
            </a:p>
          </p:txBody>
        </p:sp>
        <p:sp>
          <p:nvSpPr>
            <p:cNvPr id="81" name="Freeform: Shape 80">
              <a:extLst>
                <a:ext uri="{FF2B5EF4-FFF2-40B4-BE49-F238E27FC236}">
                  <a16:creationId xmlns:a16="http://schemas.microsoft.com/office/drawing/2014/main" id="{D5090D36-7F34-79FE-4C02-8E4DAFE32206}"/>
                </a:ext>
              </a:extLst>
            </p:cNvPr>
            <p:cNvSpPr/>
            <p:nvPr>
              <p:custDataLst>
                <p:tags r:id="rId16"/>
              </p:custDataLst>
            </p:nvPr>
          </p:nvSpPr>
          <p:spPr>
            <a:xfrm>
              <a:off x="4535699" y="5467652"/>
              <a:ext cx="154614" cy="9868"/>
            </a:xfrm>
            <a:custGeom>
              <a:avLst/>
              <a:gdLst>
                <a:gd name="csX0" fmla="*/ 145905 w 154614"/>
                <a:gd name="csY0" fmla="*/ 9932 h 9868"/>
                <a:gd name="csX1" fmla="*/ 154761 w 154614"/>
                <a:gd name="csY1" fmla="*/ 4997 h 9868"/>
                <a:gd name="csX2" fmla="*/ 145905 w 154614"/>
                <a:gd name="csY2" fmla="*/ 63 h 9868"/>
                <a:gd name="csX3" fmla="*/ 9004 w 154614"/>
                <a:gd name="csY3" fmla="*/ 63 h 9868"/>
                <a:gd name="csX4" fmla="*/ 147 w 154614"/>
                <a:gd name="csY4" fmla="*/ 4997 h 9868"/>
                <a:gd name="csX5" fmla="*/ 9004 w 154614"/>
                <a:gd name="csY5" fmla="*/ 9932 h 9868"/>
                <a:gd name="csX6" fmla="*/ 145905 w 154614"/>
                <a:gd name="csY6" fmla="*/ 9932 h 98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614" h="9868">
                  <a:moveTo>
                    <a:pt x="145905" y="9932"/>
                  </a:moveTo>
                  <a:cubicBezTo>
                    <a:pt x="150207" y="9932"/>
                    <a:pt x="154761" y="9932"/>
                    <a:pt x="154761" y="4997"/>
                  </a:cubicBezTo>
                  <a:cubicBezTo>
                    <a:pt x="154761" y="63"/>
                    <a:pt x="150207" y="63"/>
                    <a:pt x="145905" y="63"/>
                  </a:cubicBezTo>
                  <a:lnTo>
                    <a:pt x="9004" y="63"/>
                  </a:lnTo>
                  <a:cubicBezTo>
                    <a:pt x="4702" y="63"/>
                    <a:pt x="147" y="63"/>
                    <a:pt x="147" y="4997"/>
                  </a:cubicBezTo>
                  <a:cubicBezTo>
                    <a:pt x="147" y="9932"/>
                    <a:pt x="4702" y="9932"/>
                    <a:pt x="9004" y="9932"/>
                  </a:cubicBezTo>
                  <a:lnTo>
                    <a:pt x="145905" y="9932"/>
                  </a:lnTo>
                  <a:close/>
                </a:path>
              </a:pathLst>
            </a:custGeom>
            <a:solidFill>
              <a:srgbClr val="000000"/>
            </a:solidFill>
            <a:ln w="25400" cap="flat">
              <a:noFill/>
              <a:prstDash val="solid"/>
              <a:miter/>
            </a:ln>
          </p:spPr>
          <p:txBody>
            <a:bodyPr/>
            <a:lstStyle/>
            <a:p>
              <a:endParaRPr lang="es-CO"/>
            </a:p>
          </p:txBody>
        </p:sp>
        <p:sp>
          <p:nvSpPr>
            <p:cNvPr id="82" name="Freeform: Shape 81">
              <a:extLst>
                <a:ext uri="{FF2B5EF4-FFF2-40B4-BE49-F238E27FC236}">
                  <a16:creationId xmlns:a16="http://schemas.microsoft.com/office/drawing/2014/main" id="{8F1CCC40-D715-D1BB-A465-1F2BAED11F52}"/>
                </a:ext>
              </a:extLst>
            </p:cNvPr>
            <p:cNvSpPr/>
            <p:nvPr>
              <p:custDataLst>
                <p:tags r:id="rId17"/>
              </p:custDataLst>
            </p:nvPr>
          </p:nvSpPr>
          <p:spPr>
            <a:xfrm>
              <a:off x="4777868" y="5365755"/>
              <a:ext cx="180678" cy="168513"/>
            </a:xfrm>
            <a:custGeom>
              <a:avLst/>
              <a:gdLst>
                <a:gd name="csX0" fmla="*/ 66710 w 180678"/>
                <a:gd name="csY0" fmla="*/ 90611 h 168513"/>
                <a:gd name="csX1" fmla="*/ 109728 w 180678"/>
                <a:gd name="csY1" fmla="*/ 90611 h 168513"/>
                <a:gd name="csX2" fmla="*/ 180836 w 180678"/>
                <a:gd name="csY2" fmla="*/ 37318 h 168513"/>
                <a:gd name="csX3" fmla="*/ 130985 w 180678"/>
                <a:gd name="csY3" fmla="*/ 63 h 168513"/>
                <a:gd name="csX4" fmla="*/ 48996 w 180678"/>
                <a:gd name="csY4" fmla="*/ 63 h 168513"/>
                <a:gd name="csX5" fmla="*/ 41405 w 180678"/>
                <a:gd name="csY5" fmla="*/ 4751 h 168513"/>
                <a:gd name="csX6" fmla="*/ 48743 w 180678"/>
                <a:gd name="csY6" fmla="*/ 7711 h 168513"/>
                <a:gd name="csX7" fmla="*/ 59624 w 180678"/>
                <a:gd name="csY7" fmla="*/ 8205 h 168513"/>
                <a:gd name="csX8" fmla="*/ 65191 w 180678"/>
                <a:gd name="csY8" fmla="*/ 12152 h 168513"/>
                <a:gd name="csX9" fmla="*/ 64179 w 180678"/>
                <a:gd name="csY9" fmla="*/ 16840 h 168513"/>
                <a:gd name="csX10" fmla="*/ 30270 w 180678"/>
                <a:gd name="csY10" fmla="*/ 149331 h 168513"/>
                <a:gd name="csX11" fmla="*/ 7243 w 180678"/>
                <a:gd name="csY11" fmla="*/ 160927 h 168513"/>
                <a:gd name="csX12" fmla="*/ 157 w 180678"/>
                <a:gd name="csY12" fmla="*/ 165615 h 168513"/>
                <a:gd name="csX13" fmla="*/ 3953 w 180678"/>
                <a:gd name="csY13" fmla="*/ 168576 h 168513"/>
                <a:gd name="csX14" fmla="*/ 36090 w 180678"/>
                <a:gd name="csY14" fmla="*/ 167836 h 168513"/>
                <a:gd name="csX15" fmla="*/ 52286 w 180678"/>
                <a:gd name="csY15" fmla="*/ 168082 h 168513"/>
                <a:gd name="csX16" fmla="*/ 68734 w 180678"/>
                <a:gd name="csY16" fmla="*/ 168576 h 168513"/>
                <a:gd name="csX17" fmla="*/ 73795 w 180678"/>
                <a:gd name="csY17" fmla="*/ 163641 h 168513"/>
                <a:gd name="csX18" fmla="*/ 66710 w 180678"/>
                <a:gd name="csY18" fmla="*/ 160927 h 168513"/>
                <a:gd name="csX19" fmla="*/ 50261 w 180678"/>
                <a:gd name="csY19" fmla="*/ 156486 h 168513"/>
                <a:gd name="csX20" fmla="*/ 51021 w 180678"/>
                <a:gd name="csY20" fmla="*/ 152292 h 168513"/>
                <a:gd name="csX21" fmla="*/ 66710 w 180678"/>
                <a:gd name="csY21" fmla="*/ 90611 h 168513"/>
                <a:gd name="csX22" fmla="*/ 84929 w 180678"/>
                <a:gd name="csY22" fmla="*/ 17087 h 168513"/>
                <a:gd name="csX23" fmla="*/ 98594 w 180678"/>
                <a:gd name="csY23" fmla="*/ 7711 h 168513"/>
                <a:gd name="csX24" fmla="*/ 122887 w 180678"/>
                <a:gd name="csY24" fmla="*/ 7711 h 168513"/>
                <a:gd name="csX25" fmla="*/ 157302 w 180678"/>
                <a:gd name="csY25" fmla="*/ 31397 h 168513"/>
                <a:gd name="csX26" fmla="*/ 142372 w 180678"/>
                <a:gd name="csY26" fmla="*/ 71119 h 168513"/>
                <a:gd name="csX27" fmla="*/ 103402 w 180678"/>
                <a:gd name="csY27" fmla="*/ 84196 h 168513"/>
                <a:gd name="csX28" fmla="*/ 67722 w 180678"/>
                <a:gd name="csY28" fmla="*/ 84196 h 168513"/>
                <a:gd name="csX29" fmla="*/ 84929 w 180678"/>
                <a:gd name="csY29" fmla="*/ 17087 h 1685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80678" h="168513">
                  <a:moveTo>
                    <a:pt x="66710" y="90611"/>
                  </a:moveTo>
                  <a:lnTo>
                    <a:pt x="109728" y="90611"/>
                  </a:lnTo>
                  <a:cubicBezTo>
                    <a:pt x="145662" y="90611"/>
                    <a:pt x="180836" y="64951"/>
                    <a:pt x="180836" y="37318"/>
                  </a:cubicBezTo>
                  <a:cubicBezTo>
                    <a:pt x="180836" y="18320"/>
                    <a:pt x="164134" y="63"/>
                    <a:pt x="130985" y="63"/>
                  </a:cubicBezTo>
                  <a:lnTo>
                    <a:pt x="48996" y="63"/>
                  </a:lnTo>
                  <a:cubicBezTo>
                    <a:pt x="44188" y="63"/>
                    <a:pt x="41405" y="63"/>
                    <a:pt x="41405" y="4751"/>
                  </a:cubicBezTo>
                  <a:cubicBezTo>
                    <a:pt x="41405" y="7711"/>
                    <a:pt x="43682" y="7711"/>
                    <a:pt x="48743" y="7711"/>
                  </a:cubicBezTo>
                  <a:cubicBezTo>
                    <a:pt x="52033" y="7711"/>
                    <a:pt x="56588" y="7958"/>
                    <a:pt x="59624" y="8205"/>
                  </a:cubicBezTo>
                  <a:cubicBezTo>
                    <a:pt x="63673" y="8698"/>
                    <a:pt x="65191" y="9438"/>
                    <a:pt x="65191" y="12152"/>
                  </a:cubicBezTo>
                  <a:cubicBezTo>
                    <a:pt x="65191" y="13139"/>
                    <a:pt x="64938" y="13879"/>
                    <a:pt x="64179" y="16840"/>
                  </a:cubicBezTo>
                  <a:lnTo>
                    <a:pt x="30270" y="149331"/>
                  </a:lnTo>
                  <a:cubicBezTo>
                    <a:pt x="27740" y="158954"/>
                    <a:pt x="27234" y="160927"/>
                    <a:pt x="7243" y="160927"/>
                  </a:cubicBezTo>
                  <a:cubicBezTo>
                    <a:pt x="2941" y="160927"/>
                    <a:pt x="157" y="160927"/>
                    <a:pt x="157" y="165615"/>
                  </a:cubicBezTo>
                  <a:cubicBezTo>
                    <a:pt x="157" y="168576"/>
                    <a:pt x="3194" y="168576"/>
                    <a:pt x="3953" y="168576"/>
                  </a:cubicBezTo>
                  <a:cubicBezTo>
                    <a:pt x="11038" y="168576"/>
                    <a:pt x="29005" y="167836"/>
                    <a:pt x="36090" y="167836"/>
                  </a:cubicBezTo>
                  <a:cubicBezTo>
                    <a:pt x="41405" y="167836"/>
                    <a:pt x="46972" y="168082"/>
                    <a:pt x="52286" y="168082"/>
                  </a:cubicBezTo>
                  <a:cubicBezTo>
                    <a:pt x="57853" y="168082"/>
                    <a:pt x="63420" y="168576"/>
                    <a:pt x="68734" y="168576"/>
                  </a:cubicBezTo>
                  <a:cubicBezTo>
                    <a:pt x="70505" y="168576"/>
                    <a:pt x="73795" y="168576"/>
                    <a:pt x="73795" y="163641"/>
                  </a:cubicBezTo>
                  <a:cubicBezTo>
                    <a:pt x="73795" y="160927"/>
                    <a:pt x="71518" y="160927"/>
                    <a:pt x="66710" y="160927"/>
                  </a:cubicBezTo>
                  <a:cubicBezTo>
                    <a:pt x="57347" y="160927"/>
                    <a:pt x="50261" y="160927"/>
                    <a:pt x="50261" y="156486"/>
                  </a:cubicBezTo>
                  <a:cubicBezTo>
                    <a:pt x="50261" y="155006"/>
                    <a:pt x="50767" y="153772"/>
                    <a:pt x="51021" y="152292"/>
                  </a:cubicBezTo>
                  <a:lnTo>
                    <a:pt x="66710" y="90611"/>
                  </a:lnTo>
                  <a:close/>
                  <a:moveTo>
                    <a:pt x="84929" y="17087"/>
                  </a:moveTo>
                  <a:cubicBezTo>
                    <a:pt x="87207" y="8451"/>
                    <a:pt x="87713" y="7711"/>
                    <a:pt x="98594" y="7711"/>
                  </a:cubicBezTo>
                  <a:lnTo>
                    <a:pt x="122887" y="7711"/>
                  </a:lnTo>
                  <a:cubicBezTo>
                    <a:pt x="143890" y="7711"/>
                    <a:pt x="157302" y="14373"/>
                    <a:pt x="157302" y="31397"/>
                  </a:cubicBezTo>
                  <a:cubicBezTo>
                    <a:pt x="157302" y="41019"/>
                    <a:pt x="152241" y="62237"/>
                    <a:pt x="142372" y="71119"/>
                  </a:cubicBezTo>
                  <a:cubicBezTo>
                    <a:pt x="129719" y="82222"/>
                    <a:pt x="114536" y="84196"/>
                    <a:pt x="103402" y="84196"/>
                  </a:cubicBezTo>
                  <a:lnTo>
                    <a:pt x="67722" y="84196"/>
                  </a:lnTo>
                  <a:lnTo>
                    <a:pt x="84929" y="17087"/>
                  </a:lnTo>
                  <a:close/>
                </a:path>
              </a:pathLst>
            </a:custGeom>
            <a:solidFill>
              <a:srgbClr val="000000"/>
            </a:solidFill>
            <a:ln w="25400" cap="flat">
              <a:noFill/>
              <a:prstDash val="solid"/>
              <a:miter/>
            </a:ln>
          </p:spPr>
          <p:txBody>
            <a:bodyPr/>
            <a:lstStyle/>
            <a:p>
              <a:endParaRPr lang="es-CO"/>
            </a:p>
          </p:txBody>
        </p:sp>
        <p:sp>
          <p:nvSpPr>
            <p:cNvPr id="83" name="Freeform: Shape 82">
              <a:extLst>
                <a:ext uri="{FF2B5EF4-FFF2-40B4-BE49-F238E27FC236}">
                  <a16:creationId xmlns:a16="http://schemas.microsoft.com/office/drawing/2014/main" id="{3E5B8236-4B8B-0A3A-C23F-66F0486AA2A6}"/>
                </a:ext>
              </a:extLst>
            </p:cNvPr>
            <p:cNvSpPr/>
            <p:nvPr>
              <p:custDataLst>
                <p:tags r:id="rId18"/>
              </p:custDataLst>
            </p:nvPr>
          </p:nvSpPr>
          <p:spPr>
            <a:xfrm>
              <a:off x="4990407" y="5349224"/>
              <a:ext cx="58707" cy="246724"/>
            </a:xfrm>
            <a:custGeom>
              <a:avLst/>
              <a:gdLst>
                <a:gd name="csX0" fmla="*/ 58873 w 58707"/>
                <a:gd name="csY0" fmla="*/ 244320 h 246724"/>
                <a:gd name="csX1" fmla="*/ 54571 w 58707"/>
                <a:gd name="csY1" fmla="*/ 238892 h 246724"/>
                <a:gd name="csX2" fmla="*/ 14842 w 58707"/>
                <a:gd name="csY2" fmla="*/ 123425 h 246724"/>
                <a:gd name="csX3" fmla="*/ 55583 w 58707"/>
                <a:gd name="csY3" fmla="*/ 6724 h 246724"/>
                <a:gd name="csX4" fmla="*/ 58873 w 58707"/>
                <a:gd name="csY4" fmla="*/ 2530 h 246724"/>
                <a:gd name="csX5" fmla="*/ 56342 w 58707"/>
                <a:gd name="csY5" fmla="*/ 63 h 246724"/>
                <a:gd name="csX6" fmla="*/ 16107 w 58707"/>
                <a:gd name="csY6" fmla="*/ 48174 h 246724"/>
                <a:gd name="csX7" fmla="*/ 165 w 58707"/>
                <a:gd name="csY7" fmla="*/ 123425 h 246724"/>
                <a:gd name="csX8" fmla="*/ 16866 w 58707"/>
                <a:gd name="csY8" fmla="*/ 200403 h 246724"/>
                <a:gd name="csX9" fmla="*/ 56342 w 58707"/>
                <a:gd name="csY9" fmla="*/ 246788 h 246724"/>
                <a:gd name="csX10" fmla="*/ 58873 w 58707"/>
                <a:gd name="csY10" fmla="*/ 244320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873" y="244320"/>
                  </a:moveTo>
                  <a:cubicBezTo>
                    <a:pt x="58873" y="243580"/>
                    <a:pt x="58873" y="243087"/>
                    <a:pt x="54571" y="238892"/>
                  </a:cubicBezTo>
                  <a:cubicBezTo>
                    <a:pt x="22940" y="207805"/>
                    <a:pt x="14842" y="161174"/>
                    <a:pt x="14842" y="123425"/>
                  </a:cubicBezTo>
                  <a:cubicBezTo>
                    <a:pt x="14842" y="80495"/>
                    <a:pt x="24458" y="37565"/>
                    <a:pt x="55583" y="6724"/>
                  </a:cubicBezTo>
                  <a:cubicBezTo>
                    <a:pt x="58873" y="3764"/>
                    <a:pt x="58873" y="3270"/>
                    <a:pt x="58873" y="2530"/>
                  </a:cubicBezTo>
                  <a:cubicBezTo>
                    <a:pt x="58873" y="803"/>
                    <a:pt x="57861" y="63"/>
                    <a:pt x="56342" y="63"/>
                  </a:cubicBezTo>
                  <a:cubicBezTo>
                    <a:pt x="53812" y="63"/>
                    <a:pt x="31037" y="16840"/>
                    <a:pt x="16107" y="48174"/>
                  </a:cubicBezTo>
                  <a:cubicBezTo>
                    <a:pt x="3202" y="75314"/>
                    <a:pt x="165" y="102700"/>
                    <a:pt x="165" y="123425"/>
                  </a:cubicBezTo>
                  <a:cubicBezTo>
                    <a:pt x="165" y="142670"/>
                    <a:pt x="2949" y="172523"/>
                    <a:pt x="16866" y="200403"/>
                  </a:cubicBezTo>
                  <a:cubicBezTo>
                    <a:pt x="32049" y="230750"/>
                    <a:pt x="53812" y="246788"/>
                    <a:pt x="56342" y="246788"/>
                  </a:cubicBezTo>
                  <a:cubicBezTo>
                    <a:pt x="57861" y="246788"/>
                    <a:pt x="58873" y="246047"/>
                    <a:pt x="58873" y="244320"/>
                  </a:cubicBezTo>
                  <a:close/>
                </a:path>
              </a:pathLst>
            </a:custGeom>
            <a:solidFill>
              <a:srgbClr val="000000"/>
            </a:solidFill>
            <a:ln w="25400" cap="flat">
              <a:noFill/>
              <a:prstDash val="solid"/>
              <a:miter/>
            </a:ln>
          </p:spPr>
          <p:txBody>
            <a:bodyPr/>
            <a:lstStyle/>
            <a:p>
              <a:endParaRPr lang="es-CO"/>
            </a:p>
          </p:txBody>
        </p:sp>
        <p:sp>
          <p:nvSpPr>
            <p:cNvPr id="84" name="Freeform: Shape 83">
              <a:extLst>
                <a:ext uri="{FF2B5EF4-FFF2-40B4-BE49-F238E27FC236}">
                  <a16:creationId xmlns:a16="http://schemas.microsoft.com/office/drawing/2014/main" id="{14D68318-FE2F-4DDC-324B-3929054939CB}"/>
                </a:ext>
              </a:extLst>
            </p:cNvPr>
            <p:cNvSpPr/>
            <p:nvPr>
              <p:custDataLst>
                <p:tags r:id="rId19"/>
              </p:custDataLst>
            </p:nvPr>
          </p:nvSpPr>
          <p:spPr>
            <a:xfrm>
              <a:off x="5069584" y="5379818"/>
              <a:ext cx="77686" cy="157163"/>
            </a:xfrm>
            <a:custGeom>
              <a:avLst/>
              <a:gdLst>
                <a:gd name="csX0" fmla="*/ 46477 w 77686"/>
                <a:gd name="csY0" fmla="*/ 55823 h 157163"/>
                <a:gd name="csX1" fmla="*/ 70264 w 77686"/>
                <a:gd name="csY1" fmla="*/ 55823 h 157163"/>
                <a:gd name="csX2" fmla="*/ 77856 w 77686"/>
                <a:gd name="csY2" fmla="*/ 50888 h 157163"/>
                <a:gd name="csX3" fmla="*/ 70770 w 77686"/>
                <a:gd name="csY3" fmla="*/ 48174 h 157163"/>
                <a:gd name="csX4" fmla="*/ 48502 w 77686"/>
                <a:gd name="csY4" fmla="*/ 48174 h 157163"/>
                <a:gd name="csX5" fmla="*/ 58877 w 77686"/>
                <a:gd name="csY5" fmla="*/ 6724 h 157163"/>
                <a:gd name="csX6" fmla="*/ 51538 w 77686"/>
                <a:gd name="csY6" fmla="*/ 63 h 157163"/>
                <a:gd name="csX7" fmla="*/ 41416 w 77686"/>
                <a:gd name="csY7" fmla="*/ 8945 h 157163"/>
                <a:gd name="csX8" fmla="*/ 31547 w 77686"/>
                <a:gd name="csY8" fmla="*/ 48174 h 157163"/>
                <a:gd name="csX9" fmla="*/ 7760 w 77686"/>
                <a:gd name="csY9" fmla="*/ 48174 h 157163"/>
                <a:gd name="csX10" fmla="*/ 169 w 77686"/>
                <a:gd name="csY10" fmla="*/ 52862 h 157163"/>
                <a:gd name="csX11" fmla="*/ 7254 w 77686"/>
                <a:gd name="csY11" fmla="*/ 55823 h 157163"/>
                <a:gd name="csX12" fmla="*/ 29523 w 77686"/>
                <a:gd name="csY12" fmla="*/ 55823 h 157163"/>
                <a:gd name="csX13" fmla="*/ 10291 w 77686"/>
                <a:gd name="csY13" fmla="*/ 134528 h 157163"/>
                <a:gd name="csX14" fmla="*/ 33572 w 77686"/>
                <a:gd name="csY14" fmla="*/ 157226 h 157163"/>
                <a:gd name="csX15" fmla="*/ 73807 w 77686"/>
                <a:gd name="csY15" fmla="*/ 119231 h 157163"/>
                <a:gd name="csX16" fmla="*/ 70770 w 77686"/>
                <a:gd name="csY16" fmla="*/ 116764 h 157163"/>
                <a:gd name="csX17" fmla="*/ 66974 w 77686"/>
                <a:gd name="csY17" fmla="*/ 120218 h 157163"/>
                <a:gd name="csX18" fmla="*/ 34078 w 77686"/>
                <a:gd name="csY18" fmla="*/ 151799 h 157163"/>
                <a:gd name="csX19" fmla="*/ 26233 w 77686"/>
                <a:gd name="csY19" fmla="*/ 140449 h 157163"/>
                <a:gd name="csX20" fmla="*/ 27751 w 77686"/>
                <a:gd name="csY20" fmla="*/ 128606 h 157163"/>
                <a:gd name="csX21" fmla="*/ 46477 w 77686"/>
                <a:gd name="csY21" fmla="*/ 55823 h 157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7686" h="157163">
                  <a:moveTo>
                    <a:pt x="46477" y="55823"/>
                  </a:moveTo>
                  <a:lnTo>
                    <a:pt x="70264" y="55823"/>
                  </a:lnTo>
                  <a:cubicBezTo>
                    <a:pt x="75325" y="55823"/>
                    <a:pt x="77856" y="55823"/>
                    <a:pt x="77856" y="50888"/>
                  </a:cubicBezTo>
                  <a:cubicBezTo>
                    <a:pt x="77856" y="48174"/>
                    <a:pt x="75325" y="48174"/>
                    <a:pt x="70770" y="48174"/>
                  </a:cubicBezTo>
                  <a:lnTo>
                    <a:pt x="48502" y="48174"/>
                  </a:lnTo>
                  <a:cubicBezTo>
                    <a:pt x="57611" y="13139"/>
                    <a:pt x="58877" y="8205"/>
                    <a:pt x="58877" y="6724"/>
                  </a:cubicBezTo>
                  <a:cubicBezTo>
                    <a:pt x="58877" y="2530"/>
                    <a:pt x="55840" y="63"/>
                    <a:pt x="51538" y="63"/>
                  </a:cubicBezTo>
                  <a:cubicBezTo>
                    <a:pt x="50779" y="63"/>
                    <a:pt x="43694" y="309"/>
                    <a:pt x="41416" y="8945"/>
                  </a:cubicBezTo>
                  <a:lnTo>
                    <a:pt x="31547" y="48174"/>
                  </a:lnTo>
                  <a:lnTo>
                    <a:pt x="7760" y="48174"/>
                  </a:lnTo>
                  <a:cubicBezTo>
                    <a:pt x="2699" y="48174"/>
                    <a:pt x="169" y="48174"/>
                    <a:pt x="169" y="52862"/>
                  </a:cubicBezTo>
                  <a:cubicBezTo>
                    <a:pt x="169" y="55823"/>
                    <a:pt x="2193" y="55823"/>
                    <a:pt x="7254" y="55823"/>
                  </a:cubicBezTo>
                  <a:lnTo>
                    <a:pt x="29523" y="55823"/>
                  </a:lnTo>
                  <a:cubicBezTo>
                    <a:pt x="11303" y="125892"/>
                    <a:pt x="10291" y="130087"/>
                    <a:pt x="10291" y="134528"/>
                  </a:cubicBezTo>
                  <a:cubicBezTo>
                    <a:pt x="10291" y="147851"/>
                    <a:pt x="19907" y="157226"/>
                    <a:pt x="33572" y="157226"/>
                  </a:cubicBezTo>
                  <a:cubicBezTo>
                    <a:pt x="59383" y="157226"/>
                    <a:pt x="73807" y="121205"/>
                    <a:pt x="73807" y="119231"/>
                  </a:cubicBezTo>
                  <a:cubicBezTo>
                    <a:pt x="73807" y="116764"/>
                    <a:pt x="71782" y="116764"/>
                    <a:pt x="70770" y="116764"/>
                  </a:cubicBezTo>
                  <a:cubicBezTo>
                    <a:pt x="68493" y="116764"/>
                    <a:pt x="68240" y="117504"/>
                    <a:pt x="66974" y="120218"/>
                  </a:cubicBezTo>
                  <a:cubicBezTo>
                    <a:pt x="56093" y="145877"/>
                    <a:pt x="42681" y="151799"/>
                    <a:pt x="34078" y="151799"/>
                  </a:cubicBezTo>
                  <a:cubicBezTo>
                    <a:pt x="28764" y="151799"/>
                    <a:pt x="26233" y="148591"/>
                    <a:pt x="26233" y="140449"/>
                  </a:cubicBezTo>
                  <a:cubicBezTo>
                    <a:pt x="26233" y="134528"/>
                    <a:pt x="26739" y="132801"/>
                    <a:pt x="27751" y="128606"/>
                  </a:cubicBezTo>
                  <a:lnTo>
                    <a:pt x="46477" y="55823"/>
                  </a:lnTo>
                  <a:close/>
                </a:path>
              </a:pathLst>
            </a:custGeom>
            <a:solidFill>
              <a:srgbClr val="000000"/>
            </a:solidFill>
            <a:ln w="25400" cap="flat">
              <a:noFill/>
              <a:prstDash val="solid"/>
              <a:miter/>
            </a:ln>
          </p:spPr>
          <p:txBody>
            <a:bodyPr/>
            <a:lstStyle/>
            <a:p>
              <a:endParaRPr lang="es-CO"/>
            </a:p>
          </p:txBody>
        </p:sp>
        <p:sp>
          <p:nvSpPr>
            <p:cNvPr id="85" name="Freeform: Shape 84">
              <a:extLst>
                <a:ext uri="{FF2B5EF4-FFF2-40B4-BE49-F238E27FC236}">
                  <a16:creationId xmlns:a16="http://schemas.microsoft.com/office/drawing/2014/main" id="{3C4375B7-47A7-BE0E-1C49-A0BCB01332F8}"/>
                </a:ext>
              </a:extLst>
            </p:cNvPr>
            <p:cNvSpPr/>
            <p:nvPr>
              <p:custDataLst>
                <p:tags r:id="rId20"/>
              </p:custDataLst>
            </p:nvPr>
          </p:nvSpPr>
          <p:spPr>
            <a:xfrm>
              <a:off x="5164355" y="5456598"/>
              <a:ext cx="82190" cy="118131"/>
            </a:xfrm>
            <a:custGeom>
              <a:avLst/>
              <a:gdLst>
                <a:gd name="csX0" fmla="*/ 82364 w 82190"/>
                <a:gd name="csY0" fmla="*/ 59648 h 118131"/>
                <a:gd name="csX1" fmla="*/ 71913 w 82190"/>
                <a:gd name="csY1" fmla="*/ 14917 h 118131"/>
                <a:gd name="csX2" fmla="*/ 41268 w 82190"/>
                <a:gd name="csY2" fmla="*/ 64 h 118131"/>
                <a:gd name="csX3" fmla="*/ 173 w 82190"/>
                <a:gd name="csY3" fmla="*/ 59648 h 118131"/>
                <a:gd name="csX4" fmla="*/ 41268 w 82190"/>
                <a:gd name="csY4" fmla="*/ 118196 h 118131"/>
                <a:gd name="csX5" fmla="*/ 82364 w 82190"/>
                <a:gd name="csY5" fmla="*/ 59648 h 118131"/>
                <a:gd name="csX6" fmla="*/ 41268 w 82190"/>
                <a:gd name="csY6" fmla="*/ 113360 h 118131"/>
                <a:gd name="csX7" fmla="*/ 18772 w 82190"/>
                <a:gd name="csY7" fmla="*/ 94535 h 118131"/>
                <a:gd name="csX8" fmla="*/ 16292 w 82190"/>
                <a:gd name="csY8" fmla="*/ 57403 h 118131"/>
                <a:gd name="csX9" fmla="*/ 18949 w 82190"/>
                <a:gd name="csY9" fmla="*/ 22171 h 118131"/>
                <a:gd name="csX10" fmla="*/ 41268 w 82190"/>
                <a:gd name="csY10" fmla="*/ 4900 h 118131"/>
                <a:gd name="csX11" fmla="*/ 63233 w 82190"/>
                <a:gd name="csY11" fmla="*/ 20616 h 118131"/>
                <a:gd name="csX12" fmla="*/ 66244 w 82190"/>
                <a:gd name="csY12" fmla="*/ 57403 h 118131"/>
                <a:gd name="csX13" fmla="*/ 63941 w 82190"/>
                <a:gd name="csY13" fmla="*/ 93844 h 118131"/>
                <a:gd name="csX14" fmla="*/ 41268 w 82190"/>
                <a:gd name="csY14" fmla="*/ 113360 h 118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2190" h="118131">
                  <a:moveTo>
                    <a:pt x="82364" y="59648"/>
                  </a:moveTo>
                  <a:cubicBezTo>
                    <a:pt x="82364" y="40650"/>
                    <a:pt x="80061" y="27007"/>
                    <a:pt x="71913" y="14917"/>
                  </a:cubicBezTo>
                  <a:cubicBezTo>
                    <a:pt x="66421" y="6973"/>
                    <a:pt x="55439" y="64"/>
                    <a:pt x="41268" y="64"/>
                  </a:cubicBezTo>
                  <a:cubicBezTo>
                    <a:pt x="173" y="64"/>
                    <a:pt x="173" y="47213"/>
                    <a:pt x="173" y="59648"/>
                  </a:cubicBezTo>
                  <a:cubicBezTo>
                    <a:pt x="173" y="72083"/>
                    <a:pt x="173" y="118196"/>
                    <a:pt x="41268" y="118196"/>
                  </a:cubicBezTo>
                  <a:cubicBezTo>
                    <a:pt x="82364" y="118196"/>
                    <a:pt x="82364" y="72083"/>
                    <a:pt x="82364" y="59648"/>
                  </a:cubicBezTo>
                  <a:close/>
                  <a:moveTo>
                    <a:pt x="41268" y="113360"/>
                  </a:moveTo>
                  <a:cubicBezTo>
                    <a:pt x="33120" y="113360"/>
                    <a:pt x="22314" y="108697"/>
                    <a:pt x="18772" y="94535"/>
                  </a:cubicBezTo>
                  <a:cubicBezTo>
                    <a:pt x="16292" y="84345"/>
                    <a:pt x="16292" y="70183"/>
                    <a:pt x="16292" y="57403"/>
                  </a:cubicBezTo>
                  <a:cubicBezTo>
                    <a:pt x="16292" y="44795"/>
                    <a:pt x="16292" y="31670"/>
                    <a:pt x="18949" y="22171"/>
                  </a:cubicBezTo>
                  <a:cubicBezTo>
                    <a:pt x="22669" y="8527"/>
                    <a:pt x="34005" y="4900"/>
                    <a:pt x="41268" y="4900"/>
                  </a:cubicBezTo>
                  <a:cubicBezTo>
                    <a:pt x="50833" y="4900"/>
                    <a:pt x="60044" y="10599"/>
                    <a:pt x="63233" y="20616"/>
                  </a:cubicBezTo>
                  <a:cubicBezTo>
                    <a:pt x="66067" y="29943"/>
                    <a:pt x="66244" y="42378"/>
                    <a:pt x="66244" y="57403"/>
                  </a:cubicBezTo>
                  <a:cubicBezTo>
                    <a:pt x="66244" y="70183"/>
                    <a:pt x="66244" y="82964"/>
                    <a:pt x="63941" y="93844"/>
                  </a:cubicBezTo>
                  <a:cubicBezTo>
                    <a:pt x="60399" y="109561"/>
                    <a:pt x="48353" y="113360"/>
                    <a:pt x="41268" y="113360"/>
                  </a:cubicBezTo>
                  <a:close/>
                </a:path>
              </a:pathLst>
            </a:custGeom>
            <a:solidFill>
              <a:srgbClr val="000000"/>
            </a:solidFill>
            <a:ln w="25400" cap="flat">
              <a:noFill/>
              <a:prstDash val="solid"/>
              <a:miter/>
            </a:ln>
          </p:spPr>
          <p:txBody>
            <a:bodyPr/>
            <a:lstStyle/>
            <a:p>
              <a:endParaRPr lang="es-CO"/>
            </a:p>
          </p:txBody>
        </p:sp>
        <p:sp>
          <p:nvSpPr>
            <p:cNvPr id="86" name="Freeform: Shape 85">
              <a:extLst>
                <a:ext uri="{FF2B5EF4-FFF2-40B4-BE49-F238E27FC236}">
                  <a16:creationId xmlns:a16="http://schemas.microsoft.com/office/drawing/2014/main" id="{E90D794A-07EC-4F60-F234-CD85F3144E45}"/>
                </a:ext>
              </a:extLst>
            </p:cNvPr>
            <p:cNvSpPr/>
            <p:nvPr>
              <p:custDataLst>
                <p:tags r:id="rId21"/>
              </p:custDataLst>
            </p:nvPr>
          </p:nvSpPr>
          <p:spPr>
            <a:xfrm>
              <a:off x="5283089" y="5349224"/>
              <a:ext cx="58707" cy="246724"/>
            </a:xfrm>
            <a:custGeom>
              <a:avLst/>
              <a:gdLst>
                <a:gd name="csX0" fmla="*/ 58885 w 58707"/>
                <a:gd name="csY0" fmla="*/ 123425 h 246724"/>
                <a:gd name="csX1" fmla="*/ 42183 w 58707"/>
                <a:gd name="csY1" fmla="*/ 46447 h 246724"/>
                <a:gd name="csX2" fmla="*/ 2708 w 58707"/>
                <a:gd name="csY2" fmla="*/ 63 h 246724"/>
                <a:gd name="csX3" fmla="*/ 177 w 58707"/>
                <a:gd name="csY3" fmla="*/ 2530 h 246724"/>
                <a:gd name="csX4" fmla="*/ 4985 w 58707"/>
                <a:gd name="csY4" fmla="*/ 8205 h 246724"/>
                <a:gd name="csX5" fmla="*/ 44208 w 58707"/>
                <a:gd name="csY5" fmla="*/ 123425 h 246724"/>
                <a:gd name="csX6" fmla="*/ 3467 w 58707"/>
                <a:gd name="csY6" fmla="*/ 240126 h 246724"/>
                <a:gd name="csX7" fmla="*/ 177 w 58707"/>
                <a:gd name="csY7" fmla="*/ 244320 h 246724"/>
                <a:gd name="csX8" fmla="*/ 2708 w 58707"/>
                <a:gd name="csY8" fmla="*/ 246788 h 246724"/>
                <a:gd name="csX9" fmla="*/ 42943 w 58707"/>
                <a:gd name="csY9" fmla="*/ 198676 h 246724"/>
                <a:gd name="csX10" fmla="*/ 58885 w 58707"/>
                <a:gd name="csY10" fmla="*/ 123425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885" y="123425"/>
                  </a:moveTo>
                  <a:cubicBezTo>
                    <a:pt x="58885" y="104181"/>
                    <a:pt x="56101" y="74327"/>
                    <a:pt x="42183" y="46447"/>
                  </a:cubicBezTo>
                  <a:cubicBezTo>
                    <a:pt x="27000" y="16100"/>
                    <a:pt x="5238" y="63"/>
                    <a:pt x="2708" y="63"/>
                  </a:cubicBezTo>
                  <a:cubicBezTo>
                    <a:pt x="1189" y="63"/>
                    <a:pt x="177" y="1050"/>
                    <a:pt x="177" y="2530"/>
                  </a:cubicBezTo>
                  <a:cubicBezTo>
                    <a:pt x="177" y="3270"/>
                    <a:pt x="177" y="3764"/>
                    <a:pt x="4985" y="8205"/>
                  </a:cubicBezTo>
                  <a:cubicBezTo>
                    <a:pt x="29784" y="32630"/>
                    <a:pt x="44208" y="71860"/>
                    <a:pt x="44208" y="123425"/>
                  </a:cubicBezTo>
                  <a:cubicBezTo>
                    <a:pt x="44208" y="165615"/>
                    <a:pt x="34845" y="209039"/>
                    <a:pt x="3467" y="240126"/>
                  </a:cubicBezTo>
                  <a:cubicBezTo>
                    <a:pt x="177" y="243087"/>
                    <a:pt x="177" y="243580"/>
                    <a:pt x="177" y="244320"/>
                  </a:cubicBezTo>
                  <a:cubicBezTo>
                    <a:pt x="177" y="245801"/>
                    <a:pt x="1189" y="246788"/>
                    <a:pt x="2708" y="246788"/>
                  </a:cubicBezTo>
                  <a:cubicBezTo>
                    <a:pt x="5238" y="246788"/>
                    <a:pt x="28013" y="230010"/>
                    <a:pt x="42943" y="198676"/>
                  </a:cubicBezTo>
                  <a:cubicBezTo>
                    <a:pt x="55848" y="171537"/>
                    <a:pt x="58885" y="144150"/>
                    <a:pt x="58885" y="123425"/>
                  </a:cubicBezTo>
                  <a:close/>
                </a:path>
              </a:pathLst>
            </a:custGeom>
            <a:solidFill>
              <a:srgbClr val="000000"/>
            </a:solidFill>
            <a:ln w="25400" cap="flat">
              <a:noFill/>
              <a:prstDash val="solid"/>
              <a:miter/>
            </a:ln>
          </p:spPr>
          <p:txBody>
            <a:bodyPr/>
            <a:lstStyle/>
            <a:p>
              <a:endParaRPr lang="es-CO"/>
            </a:p>
          </p:txBody>
        </p:sp>
        <p:sp>
          <p:nvSpPr>
            <p:cNvPr id="87" name="Freeform: Shape 86">
              <a:extLst>
                <a:ext uri="{FF2B5EF4-FFF2-40B4-BE49-F238E27FC236}">
                  <a16:creationId xmlns:a16="http://schemas.microsoft.com/office/drawing/2014/main" id="{7F2E62A4-79F3-B089-917B-C6A9134F3E9B}"/>
                </a:ext>
              </a:extLst>
            </p:cNvPr>
            <p:cNvSpPr/>
            <p:nvPr>
              <p:custDataLst>
                <p:tags r:id="rId22"/>
              </p:custDataLst>
            </p:nvPr>
          </p:nvSpPr>
          <p:spPr>
            <a:xfrm>
              <a:off x="5444310" y="5467652"/>
              <a:ext cx="154614" cy="9868"/>
            </a:xfrm>
            <a:custGeom>
              <a:avLst/>
              <a:gdLst>
                <a:gd name="csX0" fmla="*/ 145940 w 154614"/>
                <a:gd name="csY0" fmla="*/ 9932 h 9868"/>
                <a:gd name="csX1" fmla="*/ 154797 w 154614"/>
                <a:gd name="csY1" fmla="*/ 4997 h 9868"/>
                <a:gd name="csX2" fmla="*/ 145940 w 154614"/>
                <a:gd name="csY2" fmla="*/ 63 h 9868"/>
                <a:gd name="csX3" fmla="*/ 9040 w 154614"/>
                <a:gd name="csY3" fmla="*/ 63 h 9868"/>
                <a:gd name="csX4" fmla="*/ 183 w 154614"/>
                <a:gd name="csY4" fmla="*/ 4997 h 9868"/>
                <a:gd name="csX5" fmla="*/ 9040 w 154614"/>
                <a:gd name="csY5" fmla="*/ 9932 h 9868"/>
                <a:gd name="csX6" fmla="*/ 145940 w 154614"/>
                <a:gd name="csY6" fmla="*/ 9932 h 98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614" h="9868">
                  <a:moveTo>
                    <a:pt x="145940" y="9932"/>
                  </a:moveTo>
                  <a:cubicBezTo>
                    <a:pt x="150242" y="9932"/>
                    <a:pt x="154797" y="9932"/>
                    <a:pt x="154797" y="4997"/>
                  </a:cubicBezTo>
                  <a:cubicBezTo>
                    <a:pt x="154797" y="63"/>
                    <a:pt x="150242" y="63"/>
                    <a:pt x="145940" y="63"/>
                  </a:cubicBezTo>
                  <a:lnTo>
                    <a:pt x="9040" y="63"/>
                  </a:lnTo>
                  <a:cubicBezTo>
                    <a:pt x="4738" y="63"/>
                    <a:pt x="183" y="63"/>
                    <a:pt x="183" y="4997"/>
                  </a:cubicBezTo>
                  <a:cubicBezTo>
                    <a:pt x="183" y="9932"/>
                    <a:pt x="4738" y="9932"/>
                    <a:pt x="9040" y="9932"/>
                  </a:cubicBezTo>
                  <a:lnTo>
                    <a:pt x="145940" y="9932"/>
                  </a:lnTo>
                  <a:close/>
                </a:path>
              </a:pathLst>
            </a:custGeom>
            <a:solidFill>
              <a:srgbClr val="000000"/>
            </a:solidFill>
            <a:ln w="25400" cap="flat">
              <a:noFill/>
              <a:prstDash val="solid"/>
              <a:miter/>
            </a:ln>
          </p:spPr>
          <p:txBody>
            <a:bodyPr/>
            <a:lstStyle/>
            <a:p>
              <a:endParaRPr lang="es-CO"/>
            </a:p>
          </p:txBody>
        </p:sp>
        <p:sp>
          <p:nvSpPr>
            <p:cNvPr id="88" name="Freeform: Shape 87">
              <a:extLst>
                <a:ext uri="{FF2B5EF4-FFF2-40B4-BE49-F238E27FC236}">
                  <a16:creationId xmlns:a16="http://schemas.microsoft.com/office/drawing/2014/main" id="{7E085BB3-7FA4-7BCA-2BF5-596C5D794431}"/>
                </a:ext>
              </a:extLst>
            </p:cNvPr>
            <p:cNvSpPr/>
            <p:nvPr>
              <p:custDataLst>
                <p:tags r:id="rId23"/>
              </p:custDataLst>
            </p:nvPr>
          </p:nvSpPr>
          <p:spPr>
            <a:xfrm>
              <a:off x="5686479" y="5365755"/>
              <a:ext cx="193331" cy="168513"/>
            </a:xfrm>
            <a:custGeom>
              <a:avLst/>
              <a:gdLst>
                <a:gd name="csX0" fmla="*/ 30306 w 193331"/>
                <a:gd name="csY0" fmla="*/ 149331 h 168513"/>
                <a:gd name="csX1" fmla="*/ 7278 w 193331"/>
                <a:gd name="csY1" fmla="*/ 160927 h 168513"/>
                <a:gd name="csX2" fmla="*/ 193 w 193331"/>
                <a:gd name="csY2" fmla="*/ 165615 h 168513"/>
                <a:gd name="csX3" fmla="*/ 7278 w 193331"/>
                <a:gd name="csY3" fmla="*/ 168576 h 168513"/>
                <a:gd name="csX4" fmla="*/ 91038 w 193331"/>
                <a:gd name="csY4" fmla="*/ 168576 h 168513"/>
                <a:gd name="csX5" fmla="*/ 193524 w 193331"/>
                <a:gd name="csY5" fmla="*/ 62484 h 168513"/>
                <a:gd name="csX6" fmla="*/ 134057 w 193331"/>
                <a:gd name="csY6" fmla="*/ 63 h 168513"/>
                <a:gd name="csX7" fmla="*/ 49032 w 193331"/>
                <a:gd name="csY7" fmla="*/ 63 h 168513"/>
                <a:gd name="csX8" fmla="*/ 41440 w 193331"/>
                <a:gd name="csY8" fmla="*/ 4751 h 168513"/>
                <a:gd name="csX9" fmla="*/ 48779 w 193331"/>
                <a:gd name="csY9" fmla="*/ 7711 h 168513"/>
                <a:gd name="csX10" fmla="*/ 59660 w 193331"/>
                <a:gd name="csY10" fmla="*/ 8205 h 168513"/>
                <a:gd name="csX11" fmla="*/ 65227 w 193331"/>
                <a:gd name="csY11" fmla="*/ 12152 h 168513"/>
                <a:gd name="csX12" fmla="*/ 64215 w 193331"/>
                <a:gd name="csY12" fmla="*/ 16840 h 168513"/>
                <a:gd name="csX13" fmla="*/ 30306 w 193331"/>
                <a:gd name="csY13" fmla="*/ 149331 h 168513"/>
                <a:gd name="csX14" fmla="*/ 84965 w 193331"/>
                <a:gd name="csY14" fmla="*/ 17087 h 168513"/>
                <a:gd name="csX15" fmla="*/ 98630 w 193331"/>
                <a:gd name="csY15" fmla="*/ 7711 h 168513"/>
                <a:gd name="csX16" fmla="*/ 125706 w 193331"/>
                <a:gd name="csY16" fmla="*/ 7711 h 168513"/>
                <a:gd name="csX17" fmla="*/ 171509 w 193331"/>
                <a:gd name="csY17" fmla="*/ 53355 h 168513"/>
                <a:gd name="csX18" fmla="*/ 144938 w 193331"/>
                <a:gd name="csY18" fmla="*/ 133047 h 168513"/>
                <a:gd name="csX19" fmla="*/ 86483 w 193331"/>
                <a:gd name="csY19" fmla="*/ 160927 h 168513"/>
                <a:gd name="csX20" fmla="*/ 57889 w 193331"/>
                <a:gd name="csY20" fmla="*/ 160927 h 168513"/>
                <a:gd name="csX21" fmla="*/ 52322 w 193331"/>
                <a:gd name="csY21" fmla="*/ 160681 h 168513"/>
                <a:gd name="csX22" fmla="*/ 49032 w 193331"/>
                <a:gd name="csY22" fmla="*/ 158213 h 168513"/>
                <a:gd name="csX23" fmla="*/ 50297 w 193331"/>
                <a:gd name="csY23" fmla="*/ 152539 h 168513"/>
                <a:gd name="csX24" fmla="*/ 84965 w 193331"/>
                <a:gd name="csY24" fmla="*/ 17087 h 1685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3331" h="168513">
                  <a:moveTo>
                    <a:pt x="30306" y="149331"/>
                  </a:moveTo>
                  <a:cubicBezTo>
                    <a:pt x="27776" y="158954"/>
                    <a:pt x="27269" y="160927"/>
                    <a:pt x="7278" y="160927"/>
                  </a:cubicBezTo>
                  <a:cubicBezTo>
                    <a:pt x="2977" y="160927"/>
                    <a:pt x="193" y="160927"/>
                    <a:pt x="193" y="165615"/>
                  </a:cubicBezTo>
                  <a:cubicBezTo>
                    <a:pt x="193" y="168576"/>
                    <a:pt x="2470" y="168576"/>
                    <a:pt x="7278" y="168576"/>
                  </a:cubicBezTo>
                  <a:lnTo>
                    <a:pt x="91038" y="168576"/>
                  </a:lnTo>
                  <a:cubicBezTo>
                    <a:pt x="143673" y="168576"/>
                    <a:pt x="193524" y="116517"/>
                    <a:pt x="193524" y="62484"/>
                  </a:cubicBezTo>
                  <a:cubicBezTo>
                    <a:pt x="193524" y="27696"/>
                    <a:pt x="172015" y="63"/>
                    <a:pt x="134057" y="63"/>
                  </a:cubicBezTo>
                  <a:lnTo>
                    <a:pt x="49032" y="63"/>
                  </a:lnTo>
                  <a:cubicBezTo>
                    <a:pt x="44224" y="63"/>
                    <a:pt x="41440" y="63"/>
                    <a:pt x="41440" y="4751"/>
                  </a:cubicBezTo>
                  <a:cubicBezTo>
                    <a:pt x="41440" y="7711"/>
                    <a:pt x="43718" y="7711"/>
                    <a:pt x="48779" y="7711"/>
                  </a:cubicBezTo>
                  <a:cubicBezTo>
                    <a:pt x="52068" y="7711"/>
                    <a:pt x="56623" y="7958"/>
                    <a:pt x="59660" y="8205"/>
                  </a:cubicBezTo>
                  <a:cubicBezTo>
                    <a:pt x="63709" y="8698"/>
                    <a:pt x="65227" y="9438"/>
                    <a:pt x="65227" y="12152"/>
                  </a:cubicBezTo>
                  <a:cubicBezTo>
                    <a:pt x="65227" y="13139"/>
                    <a:pt x="64974" y="13879"/>
                    <a:pt x="64215" y="16840"/>
                  </a:cubicBezTo>
                  <a:lnTo>
                    <a:pt x="30306" y="149331"/>
                  </a:lnTo>
                  <a:close/>
                  <a:moveTo>
                    <a:pt x="84965" y="17087"/>
                  </a:moveTo>
                  <a:cubicBezTo>
                    <a:pt x="87243" y="8451"/>
                    <a:pt x="87749" y="7711"/>
                    <a:pt x="98630" y="7711"/>
                  </a:cubicBezTo>
                  <a:lnTo>
                    <a:pt x="125706" y="7711"/>
                  </a:lnTo>
                  <a:cubicBezTo>
                    <a:pt x="150505" y="7711"/>
                    <a:pt x="171509" y="20788"/>
                    <a:pt x="171509" y="53355"/>
                  </a:cubicBezTo>
                  <a:cubicBezTo>
                    <a:pt x="171509" y="65445"/>
                    <a:pt x="166448" y="105908"/>
                    <a:pt x="144938" y="133047"/>
                  </a:cubicBezTo>
                  <a:cubicBezTo>
                    <a:pt x="137600" y="142176"/>
                    <a:pt x="117609" y="160927"/>
                    <a:pt x="86483" y="160927"/>
                  </a:cubicBezTo>
                  <a:lnTo>
                    <a:pt x="57889" y="160927"/>
                  </a:lnTo>
                  <a:cubicBezTo>
                    <a:pt x="54346" y="160927"/>
                    <a:pt x="53840" y="160927"/>
                    <a:pt x="52322" y="160681"/>
                  </a:cubicBezTo>
                  <a:cubicBezTo>
                    <a:pt x="49791" y="160434"/>
                    <a:pt x="49032" y="160187"/>
                    <a:pt x="49032" y="158213"/>
                  </a:cubicBezTo>
                  <a:cubicBezTo>
                    <a:pt x="49032" y="157473"/>
                    <a:pt x="49032" y="156980"/>
                    <a:pt x="50297" y="152539"/>
                  </a:cubicBezTo>
                  <a:lnTo>
                    <a:pt x="84965" y="17087"/>
                  </a:lnTo>
                  <a:close/>
                </a:path>
              </a:pathLst>
            </a:custGeom>
            <a:solidFill>
              <a:srgbClr val="000000"/>
            </a:solidFill>
            <a:ln w="25400" cap="flat">
              <a:noFill/>
              <a:prstDash val="solid"/>
              <a:miter/>
            </a:ln>
          </p:spPr>
          <p:txBody>
            <a:bodyPr/>
            <a:lstStyle/>
            <a:p>
              <a:endParaRPr lang="es-CO"/>
            </a:p>
          </p:txBody>
        </p:sp>
        <p:sp>
          <p:nvSpPr>
            <p:cNvPr id="89" name="Freeform: Shape 88">
              <a:extLst>
                <a:ext uri="{FF2B5EF4-FFF2-40B4-BE49-F238E27FC236}">
                  <a16:creationId xmlns:a16="http://schemas.microsoft.com/office/drawing/2014/main" id="{D4E3CC4B-4C74-7D97-37B4-1171B0951BE3}"/>
                </a:ext>
              </a:extLst>
            </p:cNvPr>
            <p:cNvSpPr/>
            <p:nvPr>
              <p:custDataLst>
                <p:tags r:id="rId24"/>
              </p:custDataLst>
            </p:nvPr>
          </p:nvSpPr>
          <p:spPr>
            <a:xfrm>
              <a:off x="5917944" y="5349224"/>
              <a:ext cx="58707" cy="246724"/>
            </a:xfrm>
            <a:custGeom>
              <a:avLst/>
              <a:gdLst>
                <a:gd name="csX0" fmla="*/ 58909 w 58707"/>
                <a:gd name="csY0" fmla="*/ 244320 h 246724"/>
                <a:gd name="csX1" fmla="*/ 54608 w 58707"/>
                <a:gd name="csY1" fmla="*/ 238892 h 246724"/>
                <a:gd name="csX2" fmla="*/ 14879 w 58707"/>
                <a:gd name="csY2" fmla="*/ 123425 h 246724"/>
                <a:gd name="csX3" fmla="*/ 55620 w 58707"/>
                <a:gd name="csY3" fmla="*/ 6724 h 246724"/>
                <a:gd name="csX4" fmla="*/ 58909 w 58707"/>
                <a:gd name="csY4" fmla="*/ 2530 h 246724"/>
                <a:gd name="csX5" fmla="*/ 56379 w 58707"/>
                <a:gd name="csY5" fmla="*/ 63 h 246724"/>
                <a:gd name="csX6" fmla="*/ 16144 w 58707"/>
                <a:gd name="csY6" fmla="*/ 48174 h 246724"/>
                <a:gd name="csX7" fmla="*/ 202 w 58707"/>
                <a:gd name="csY7" fmla="*/ 123425 h 246724"/>
                <a:gd name="csX8" fmla="*/ 16903 w 58707"/>
                <a:gd name="csY8" fmla="*/ 200403 h 246724"/>
                <a:gd name="csX9" fmla="*/ 56379 w 58707"/>
                <a:gd name="csY9" fmla="*/ 246788 h 246724"/>
                <a:gd name="csX10" fmla="*/ 58909 w 58707"/>
                <a:gd name="csY10" fmla="*/ 244320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909" y="244320"/>
                  </a:moveTo>
                  <a:cubicBezTo>
                    <a:pt x="58909" y="243580"/>
                    <a:pt x="58909" y="243087"/>
                    <a:pt x="54608" y="238892"/>
                  </a:cubicBezTo>
                  <a:cubicBezTo>
                    <a:pt x="22976" y="207805"/>
                    <a:pt x="14879" y="161174"/>
                    <a:pt x="14879" y="123425"/>
                  </a:cubicBezTo>
                  <a:cubicBezTo>
                    <a:pt x="14879" y="80495"/>
                    <a:pt x="24494" y="37565"/>
                    <a:pt x="55620" y="6724"/>
                  </a:cubicBezTo>
                  <a:cubicBezTo>
                    <a:pt x="58909" y="3764"/>
                    <a:pt x="58909" y="3270"/>
                    <a:pt x="58909" y="2530"/>
                  </a:cubicBezTo>
                  <a:cubicBezTo>
                    <a:pt x="58909" y="803"/>
                    <a:pt x="57897" y="63"/>
                    <a:pt x="56379" y="63"/>
                  </a:cubicBezTo>
                  <a:cubicBezTo>
                    <a:pt x="53848" y="63"/>
                    <a:pt x="31074" y="16840"/>
                    <a:pt x="16144" y="48174"/>
                  </a:cubicBezTo>
                  <a:cubicBezTo>
                    <a:pt x="3238" y="75314"/>
                    <a:pt x="202" y="102700"/>
                    <a:pt x="202" y="123425"/>
                  </a:cubicBezTo>
                  <a:cubicBezTo>
                    <a:pt x="202" y="142670"/>
                    <a:pt x="2985" y="172523"/>
                    <a:pt x="16903" y="200403"/>
                  </a:cubicBezTo>
                  <a:cubicBezTo>
                    <a:pt x="32086" y="230750"/>
                    <a:pt x="53848" y="246788"/>
                    <a:pt x="56379" y="246788"/>
                  </a:cubicBezTo>
                  <a:cubicBezTo>
                    <a:pt x="57897" y="246788"/>
                    <a:pt x="58909" y="246047"/>
                    <a:pt x="58909" y="244320"/>
                  </a:cubicBezTo>
                  <a:close/>
                </a:path>
              </a:pathLst>
            </a:custGeom>
            <a:solidFill>
              <a:srgbClr val="000000"/>
            </a:solidFill>
            <a:ln w="25400" cap="flat">
              <a:noFill/>
              <a:prstDash val="solid"/>
              <a:miter/>
            </a:ln>
          </p:spPr>
          <p:txBody>
            <a:bodyPr/>
            <a:lstStyle/>
            <a:p>
              <a:endParaRPr lang="es-CO"/>
            </a:p>
          </p:txBody>
        </p:sp>
        <p:sp>
          <p:nvSpPr>
            <p:cNvPr id="90" name="Freeform: Shape 89">
              <a:extLst>
                <a:ext uri="{FF2B5EF4-FFF2-40B4-BE49-F238E27FC236}">
                  <a16:creationId xmlns:a16="http://schemas.microsoft.com/office/drawing/2014/main" id="{60B1A965-6EDF-AFAD-682F-7A029C5C4847}"/>
                </a:ext>
              </a:extLst>
            </p:cNvPr>
            <p:cNvSpPr/>
            <p:nvPr>
              <p:custDataLst>
                <p:tags r:id="rId25"/>
              </p:custDataLst>
            </p:nvPr>
          </p:nvSpPr>
          <p:spPr>
            <a:xfrm>
              <a:off x="5997121" y="5379818"/>
              <a:ext cx="77686" cy="157163"/>
            </a:xfrm>
            <a:custGeom>
              <a:avLst/>
              <a:gdLst>
                <a:gd name="csX0" fmla="*/ 46514 w 77686"/>
                <a:gd name="csY0" fmla="*/ 55823 h 157163"/>
                <a:gd name="csX1" fmla="*/ 70301 w 77686"/>
                <a:gd name="csY1" fmla="*/ 55823 h 157163"/>
                <a:gd name="csX2" fmla="*/ 77892 w 77686"/>
                <a:gd name="csY2" fmla="*/ 50888 h 157163"/>
                <a:gd name="csX3" fmla="*/ 70807 w 77686"/>
                <a:gd name="csY3" fmla="*/ 48174 h 157163"/>
                <a:gd name="csX4" fmla="*/ 48538 w 77686"/>
                <a:gd name="csY4" fmla="*/ 48174 h 157163"/>
                <a:gd name="csX5" fmla="*/ 58913 w 77686"/>
                <a:gd name="csY5" fmla="*/ 6724 h 157163"/>
                <a:gd name="csX6" fmla="*/ 51575 w 77686"/>
                <a:gd name="csY6" fmla="*/ 63 h 157163"/>
                <a:gd name="csX7" fmla="*/ 41453 w 77686"/>
                <a:gd name="csY7" fmla="*/ 8945 h 157163"/>
                <a:gd name="csX8" fmla="*/ 31584 w 77686"/>
                <a:gd name="csY8" fmla="*/ 48174 h 157163"/>
                <a:gd name="csX9" fmla="*/ 7797 w 77686"/>
                <a:gd name="csY9" fmla="*/ 48174 h 157163"/>
                <a:gd name="csX10" fmla="*/ 205 w 77686"/>
                <a:gd name="csY10" fmla="*/ 52862 h 157163"/>
                <a:gd name="csX11" fmla="*/ 7291 w 77686"/>
                <a:gd name="csY11" fmla="*/ 55823 h 157163"/>
                <a:gd name="csX12" fmla="*/ 29559 w 77686"/>
                <a:gd name="csY12" fmla="*/ 55823 h 157163"/>
                <a:gd name="csX13" fmla="*/ 10327 w 77686"/>
                <a:gd name="csY13" fmla="*/ 134528 h 157163"/>
                <a:gd name="csX14" fmla="*/ 33608 w 77686"/>
                <a:gd name="csY14" fmla="*/ 157226 h 157163"/>
                <a:gd name="csX15" fmla="*/ 73843 w 77686"/>
                <a:gd name="csY15" fmla="*/ 119231 h 157163"/>
                <a:gd name="csX16" fmla="*/ 70807 w 77686"/>
                <a:gd name="csY16" fmla="*/ 116764 h 157163"/>
                <a:gd name="csX17" fmla="*/ 67011 w 77686"/>
                <a:gd name="csY17" fmla="*/ 120218 h 157163"/>
                <a:gd name="csX18" fmla="*/ 34114 w 77686"/>
                <a:gd name="csY18" fmla="*/ 151799 h 157163"/>
                <a:gd name="csX19" fmla="*/ 26270 w 77686"/>
                <a:gd name="csY19" fmla="*/ 140449 h 157163"/>
                <a:gd name="csX20" fmla="*/ 27788 w 77686"/>
                <a:gd name="csY20" fmla="*/ 128606 h 157163"/>
                <a:gd name="csX21" fmla="*/ 46514 w 77686"/>
                <a:gd name="csY21" fmla="*/ 55823 h 157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7686" h="157163">
                  <a:moveTo>
                    <a:pt x="46514" y="55823"/>
                  </a:moveTo>
                  <a:lnTo>
                    <a:pt x="70301" y="55823"/>
                  </a:lnTo>
                  <a:cubicBezTo>
                    <a:pt x="75362" y="55823"/>
                    <a:pt x="77892" y="55823"/>
                    <a:pt x="77892" y="50888"/>
                  </a:cubicBezTo>
                  <a:cubicBezTo>
                    <a:pt x="77892" y="48174"/>
                    <a:pt x="75362" y="48174"/>
                    <a:pt x="70807" y="48174"/>
                  </a:cubicBezTo>
                  <a:lnTo>
                    <a:pt x="48538" y="48174"/>
                  </a:lnTo>
                  <a:cubicBezTo>
                    <a:pt x="57648" y="13139"/>
                    <a:pt x="58913" y="8205"/>
                    <a:pt x="58913" y="6724"/>
                  </a:cubicBezTo>
                  <a:cubicBezTo>
                    <a:pt x="58913" y="2530"/>
                    <a:pt x="55877" y="63"/>
                    <a:pt x="51575" y="63"/>
                  </a:cubicBezTo>
                  <a:cubicBezTo>
                    <a:pt x="50816" y="63"/>
                    <a:pt x="43730" y="309"/>
                    <a:pt x="41453" y="8945"/>
                  </a:cubicBezTo>
                  <a:lnTo>
                    <a:pt x="31584" y="48174"/>
                  </a:lnTo>
                  <a:lnTo>
                    <a:pt x="7797" y="48174"/>
                  </a:lnTo>
                  <a:cubicBezTo>
                    <a:pt x="2736" y="48174"/>
                    <a:pt x="205" y="48174"/>
                    <a:pt x="205" y="52862"/>
                  </a:cubicBezTo>
                  <a:cubicBezTo>
                    <a:pt x="205" y="55823"/>
                    <a:pt x="2230" y="55823"/>
                    <a:pt x="7291" y="55823"/>
                  </a:cubicBezTo>
                  <a:lnTo>
                    <a:pt x="29559" y="55823"/>
                  </a:lnTo>
                  <a:cubicBezTo>
                    <a:pt x="11340" y="125892"/>
                    <a:pt x="10327" y="130087"/>
                    <a:pt x="10327" y="134528"/>
                  </a:cubicBezTo>
                  <a:cubicBezTo>
                    <a:pt x="10327" y="147851"/>
                    <a:pt x="19943" y="157226"/>
                    <a:pt x="33608" y="157226"/>
                  </a:cubicBezTo>
                  <a:cubicBezTo>
                    <a:pt x="59419" y="157226"/>
                    <a:pt x="73843" y="121205"/>
                    <a:pt x="73843" y="119231"/>
                  </a:cubicBezTo>
                  <a:cubicBezTo>
                    <a:pt x="73843" y="116764"/>
                    <a:pt x="71819" y="116764"/>
                    <a:pt x="70807" y="116764"/>
                  </a:cubicBezTo>
                  <a:cubicBezTo>
                    <a:pt x="68529" y="116764"/>
                    <a:pt x="68276" y="117504"/>
                    <a:pt x="67011" y="120218"/>
                  </a:cubicBezTo>
                  <a:cubicBezTo>
                    <a:pt x="56130" y="145877"/>
                    <a:pt x="42718" y="151799"/>
                    <a:pt x="34114" y="151799"/>
                  </a:cubicBezTo>
                  <a:cubicBezTo>
                    <a:pt x="28800" y="151799"/>
                    <a:pt x="26270" y="148591"/>
                    <a:pt x="26270" y="140449"/>
                  </a:cubicBezTo>
                  <a:cubicBezTo>
                    <a:pt x="26270" y="134528"/>
                    <a:pt x="26776" y="132801"/>
                    <a:pt x="27788" y="128606"/>
                  </a:cubicBezTo>
                  <a:lnTo>
                    <a:pt x="46514" y="55823"/>
                  </a:lnTo>
                  <a:close/>
                </a:path>
              </a:pathLst>
            </a:custGeom>
            <a:solidFill>
              <a:srgbClr val="000000"/>
            </a:solidFill>
            <a:ln w="25400" cap="flat">
              <a:noFill/>
              <a:prstDash val="solid"/>
              <a:miter/>
            </a:ln>
          </p:spPr>
          <p:txBody>
            <a:bodyPr/>
            <a:lstStyle/>
            <a:p>
              <a:endParaRPr lang="es-CO"/>
            </a:p>
          </p:txBody>
        </p:sp>
        <p:sp>
          <p:nvSpPr>
            <p:cNvPr id="91" name="Freeform: Shape 90">
              <a:extLst>
                <a:ext uri="{FF2B5EF4-FFF2-40B4-BE49-F238E27FC236}">
                  <a16:creationId xmlns:a16="http://schemas.microsoft.com/office/drawing/2014/main" id="{B8BA8DE9-0846-E755-6DC7-E68C0884BD6B}"/>
                </a:ext>
              </a:extLst>
            </p:cNvPr>
            <p:cNvSpPr/>
            <p:nvPr>
              <p:custDataLst>
                <p:tags r:id="rId26"/>
              </p:custDataLst>
            </p:nvPr>
          </p:nvSpPr>
          <p:spPr>
            <a:xfrm>
              <a:off x="6091892" y="5456598"/>
              <a:ext cx="82190" cy="118131"/>
            </a:xfrm>
            <a:custGeom>
              <a:avLst/>
              <a:gdLst>
                <a:gd name="csX0" fmla="*/ 82400 w 82190"/>
                <a:gd name="csY0" fmla="*/ 59648 h 118131"/>
                <a:gd name="csX1" fmla="*/ 71949 w 82190"/>
                <a:gd name="csY1" fmla="*/ 14917 h 118131"/>
                <a:gd name="csX2" fmla="*/ 41305 w 82190"/>
                <a:gd name="csY2" fmla="*/ 64 h 118131"/>
                <a:gd name="csX3" fmla="*/ 209 w 82190"/>
                <a:gd name="csY3" fmla="*/ 59648 h 118131"/>
                <a:gd name="csX4" fmla="*/ 41305 w 82190"/>
                <a:gd name="csY4" fmla="*/ 118196 h 118131"/>
                <a:gd name="csX5" fmla="*/ 82400 w 82190"/>
                <a:gd name="csY5" fmla="*/ 59648 h 118131"/>
                <a:gd name="csX6" fmla="*/ 41305 w 82190"/>
                <a:gd name="csY6" fmla="*/ 113360 h 118131"/>
                <a:gd name="csX7" fmla="*/ 18808 w 82190"/>
                <a:gd name="csY7" fmla="*/ 94535 h 118131"/>
                <a:gd name="csX8" fmla="*/ 16328 w 82190"/>
                <a:gd name="csY8" fmla="*/ 57403 h 118131"/>
                <a:gd name="csX9" fmla="*/ 18985 w 82190"/>
                <a:gd name="csY9" fmla="*/ 22171 h 118131"/>
                <a:gd name="csX10" fmla="*/ 41305 w 82190"/>
                <a:gd name="csY10" fmla="*/ 4900 h 118131"/>
                <a:gd name="csX11" fmla="*/ 63269 w 82190"/>
                <a:gd name="csY11" fmla="*/ 20616 h 118131"/>
                <a:gd name="csX12" fmla="*/ 66281 w 82190"/>
                <a:gd name="csY12" fmla="*/ 57403 h 118131"/>
                <a:gd name="csX13" fmla="*/ 63978 w 82190"/>
                <a:gd name="csY13" fmla="*/ 93844 h 118131"/>
                <a:gd name="csX14" fmla="*/ 41305 w 82190"/>
                <a:gd name="csY14" fmla="*/ 113360 h 118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2190" h="118131">
                  <a:moveTo>
                    <a:pt x="82400" y="59648"/>
                  </a:moveTo>
                  <a:cubicBezTo>
                    <a:pt x="82400" y="40650"/>
                    <a:pt x="80097" y="27007"/>
                    <a:pt x="71949" y="14917"/>
                  </a:cubicBezTo>
                  <a:cubicBezTo>
                    <a:pt x="66458" y="6973"/>
                    <a:pt x="55475" y="64"/>
                    <a:pt x="41305" y="64"/>
                  </a:cubicBezTo>
                  <a:cubicBezTo>
                    <a:pt x="209" y="64"/>
                    <a:pt x="209" y="47213"/>
                    <a:pt x="209" y="59648"/>
                  </a:cubicBezTo>
                  <a:cubicBezTo>
                    <a:pt x="209" y="72083"/>
                    <a:pt x="209" y="118196"/>
                    <a:pt x="41305" y="118196"/>
                  </a:cubicBezTo>
                  <a:cubicBezTo>
                    <a:pt x="82400" y="118196"/>
                    <a:pt x="82400" y="72083"/>
                    <a:pt x="82400" y="59648"/>
                  </a:cubicBezTo>
                  <a:close/>
                  <a:moveTo>
                    <a:pt x="41305" y="113360"/>
                  </a:moveTo>
                  <a:cubicBezTo>
                    <a:pt x="33156" y="113360"/>
                    <a:pt x="22351" y="108697"/>
                    <a:pt x="18808" y="94535"/>
                  </a:cubicBezTo>
                  <a:cubicBezTo>
                    <a:pt x="16328" y="84345"/>
                    <a:pt x="16328" y="70183"/>
                    <a:pt x="16328" y="57403"/>
                  </a:cubicBezTo>
                  <a:cubicBezTo>
                    <a:pt x="16328" y="44795"/>
                    <a:pt x="16328" y="31670"/>
                    <a:pt x="18985" y="22171"/>
                  </a:cubicBezTo>
                  <a:cubicBezTo>
                    <a:pt x="22705" y="8527"/>
                    <a:pt x="34042" y="4900"/>
                    <a:pt x="41305" y="4900"/>
                  </a:cubicBezTo>
                  <a:cubicBezTo>
                    <a:pt x="50870" y="4900"/>
                    <a:pt x="60081" y="10599"/>
                    <a:pt x="63269" y="20616"/>
                  </a:cubicBezTo>
                  <a:cubicBezTo>
                    <a:pt x="66104" y="29943"/>
                    <a:pt x="66281" y="42378"/>
                    <a:pt x="66281" y="57403"/>
                  </a:cubicBezTo>
                  <a:cubicBezTo>
                    <a:pt x="66281" y="70183"/>
                    <a:pt x="66281" y="82964"/>
                    <a:pt x="63978" y="93844"/>
                  </a:cubicBezTo>
                  <a:cubicBezTo>
                    <a:pt x="60435" y="109561"/>
                    <a:pt x="48390" y="113360"/>
                    <a:pt x="41305" y="113360"/>
                  </a:cubicBezTo>
                  <a:close/>
                </a:path>
              </a:pathLst>
            </a:custGeom>
            <a:solidFill>
              <a:srgbClr val="000000"/>
            </a:solidFill>
            <a:ln w="25400" cap="flat">
              <a:noFill/>
              <a:prstDash val="solid"/>
              <a:miter/>
            </a:ln>
          </p:spPr>
          <p:txBody>
            <a:bodyPr/>
            <a:lstStyle/>
            <a:p>
              <a:endParaRPr lang="es-CO"/>
            </a:p>
          </p:txBody>
        </p:sp>
        <p:sp>
          <p:nvSpPr>
            <p:cNvPr id="92" name="Freeform: Shape 91">
              <a:extLst>
                <a:ext uri="{FF2B5EF4-FFF2-40B4-BE49-F238E27FC236}">
                  <a16:creationId xmlns:a16="http://schemas.microsoft.com/office/drawing/2014/main" id="{6E8A2135-5BC1-0DDC-8E17-400D6573242B}"/>
                </a:ext>
              </a:extLst>
            </p:cNvPr>
            <p:cNvSpPr/>
            <p:nvPr>
              <p:custDataLst>
                <p:tags r:id="rId27"/>
              </p:custDataLst>
            </p:nvPr>
          </p:nvSpPr>
          <p:spPr>
            <a:xfrm>
              <a:off x="6210627" y="5349224"/>
              <a:ext cx="58707" cy="246724"/>
            </a:xfrm>
            <a:custGeom>
              <a:avLst/>
              <a:gdLst>
                <a:gd name="csX0" fmla="*/ 58921 w 58707"/>
                <a:gd name="csY0" fmla="*/ 123425 h 246724"/>
                <a:gd name="csX1" fmla="*/ 42220 w 58707"/>
                <a:gd name="csY1" fmla="*/ 46447 h 246724"/>
                <a:gd name="csX2" fmla="*/ 2744 w 58707"/>
                <a:gd name="csY2" fmla="*/ 63 h 246724"/>
                <a:gd name="csX3" fmla="*/ 213 w 58707"/>
                <a:gd name="csY3" fmla="*/ 2530 h 246724"/>
                <a:gd name="csX4" fmla="*/ 5021 w 58707"/>
                <a:gd name="csY4" fmla="*/ 8205 h 246724"/>
                <a:gd name="csX5" fmla="*/ 44244 w 58707"/>
                <a:gd name="csY5" fmla="*/ 123425 h 246724"/>
                <a:gd name="csX6" fmla="*/ 3503 w 58707"/>
                <a:gd name="csY6" fmla="*/ 240126 h 246724"/>
                <a:gd name="csX7" fmla="*/ 213 w 58707"/>
                <a:gd name="csY7" fmla="*/ 244320 h 246724"/>
                <a:gd name="csX8" fmla="*/ 2744 w 58707"/>
                <a:gd name="csY8" fmla="*/ 246788 h 246724"/>
                <a:gd name="csX9" fmla="*/ 42979 w 58707"/>
                <a:gd name="csY9" fmla="*/ 198676 h 246724"/>
                <a:gd name="csX10" fmla="*/ 58921 w 58707"/>
                <a:gd name="csY10" fmla="*/ 123425 h 246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8707" h="246724">
                  <a:moveTo>
                    <a:pt x="58921" y="123425"/>
                  </a:moveTo>
                  <a:cubicBezTo>
                    <a:pt x="58921" y="104181"/>
                    <a:pt x="56138" y="74327"/>
                    <a:pt x="42220" y="46447"/>
                  </a:cubicBezTo>
                  <a:cubicBezTo>
                    <a:pt x="27037" y="16100"/>
                    <a:pt x="5275" y="63"/>
                    <a:pt x="2744" y="63"/>
                  </a:cubicBezTo>
                  <a:cubicBezTo>
                    <a:pt x="1226" y="63"/>
                    <a:pt x="213" y="1050"/>
                    <a:pt x="213" y="2530"/>
                  </a:cubicBezTo>
                  <a:cubicBezTo>
                    <a:pt x="213" y="3270"/>
                    <a:pt x="213" y="3764"/>
                    <a:pt x="5021" y="8205"/>
                  </a:cubicBezTo>
                  <a:cubicBezTo>
                    <a:pt x="29820" y="32630"/>
                    <a:pt x="44244" y="71860"/>
                    <a:pt x="44244" y="123425"/>
                  </a:cubicBezTo>
                  <a:cubicBezTo>
                    <a:pt x="44244" y="165615"/>
                    <a:pt x="34882" y="209039"/>
                    <a:pt x="3503" y="240126"/>
                  </a:cubicBezTo>
                  <a:cubicBezTo>
                    <a:pt x="213" y="243087"/>
                    <a:pt x="213" y="243580"/>
                    <a:pt x="213" y="244320"/>
                  </a:cubicBezTo>
                  <a:cubicBezTo>
                    <a:pt x="213" y="245801"/>
                    <a:pt x="1226" y="246788"/>
                    <a:pt x="2744" y="246788"/>
                  </a:cubicBezTo>
                  <a:cubicBezTo>
                    <a:pt x="5275" y="246788"/>
                    <a:pt x="28049" y="230010"/>
                    <a:pt x="42979" y="198676"/>
                  </a:cubicBezTo>
                  <a:cubicBezTo>
                    <a:pt x="55885" y="171537"/>
                    <a:pt x="58921" y="144150"/>
                    <a:pt x="58921" y="123425"/>
                  </a:cubicBezTo>
                  <a:close/>
                </a:path>
              </a:pathLst>
            </a:custGeom>
            <a:solidFill>
              <a:srgbClr val="000000"/>
            </a:solidFill>
            <a:ln w="25400" cap="flat">
              <a:noFill/>
              <a:prstDash val="solid"/>
              <a:miter/>
            </a:ln>
          </p:spPr>
          <p:txBody>
            <a:bodyPr/>
            <a:lstStyle/>
            <a:p>
              <a:endParaRPr lang="es-CO"/>
            </a:p>
          </p:txBody>
        </p:sp>
      </p:grpSp>
    </p:spTree>
    <p:extLst>
      <p:ext uri="{BB962C8B-B14F-4D97-AF65-F5344CB8AC3E}">
        <p14:creationId xmlns:p14="http://schemas.microsoft.com/office/powerpoint/2010/main" val="161337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fade">
                                      <p:cBhvr>
                                        <p:cTn id="39"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1" grpId="0"/>
      <p:bldP spid="33" grpId="0"/>
      <p:bldP spid="34" grpId="0"/>
      <p:bldP spid="35" grpId="0" animBg="1"/>
      <p:bldP spid="37" grpId="0" animBg="1"/>
      <p:bldP spid="3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645B6258-2647-8067-CBDF-E9DCE83A29AE}"/>
              </a:ext>
            </a:extLst>
          </p:cNvPr>
          <p:cNvPicPr>
            <a:picLocks noGrp="1" noChangeAspect="1"/>
          </p:cNvPicPr>
          <p:nvPr>
            <p:ph idx="1"/>
          </p:nvPr>
        </p:nvPicPr>
        <p:blipFill>
          <a:blip r:embed="rId2"/>
          <a:stretch>
            <a:fillRect/>
          </a:stretch>
        </p:blipFill>
        <p:spPr>
          <a:xfrm>
            <a:off x="214943" y="386768"/>
            <a:ext cx="6321660" cy="3544583"/>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202F3E9-BF5B-8F4F-91CC-417B803AC9CD}"/>
                  </a:ext>
                </a:extLst>
              </p:cNvPr>
              <p:cNvSpPr txBox="1"/>
              <p:nvPr/>
            </p:nvSpPr>
            <p:spPr>
              <a:xfrm>
                <a:off x="7496269" y="719750"/>
                <a:ext cx="12402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𝑢</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𝑢</m:t>
                          </m:r>
                        </m:e>
                        <m:sub>
                          <m:r>
                            <a:rPr lang="es-MX" b="0" i="1" smtClean="0">
                              <a:latin typeface="Cambria Math" panose="02040503050406030204" pitchFamily="18" charset="0"/>
                            </a:rPr>
                            <m:t>𝑃𝐷</m:t>
                          </m:r>
                        </m:sub>
                      </m:sSub>
                      <m:r>
                        <a:rPr lang="es-MX" b="0" i="1" smtClean="0">
                          <a:latin typeface="Cambria Math" panose="02040503050406030204" pitchFamily="18" charset="0"/>
                        </a:rPr>
                        <m:t>+</m:t>
                      </m:r>
                      <m:r>
                        <a:rPr lang="es-MX" b="0" i="1" smtClean="0">
                          <a:latin typeface="Cambria Math" panose="02040503050406030204" pitchFamily="18" charset="0"/>
                        </a:rPr>
                        <m:t>𝐼</m:t>
                      </m:r>
                    </m:oMath>
                  </m:oMathPara>
                </a14:m>
                <a:endParaRPr lang="es-CO"/>
              </a:p>
            </p:txBody>
          </p:sp>
        </mc:Choice>
        <mc:Fallback xmlns="">
          <p:sp>
            <p:nvSpPr>
              <p:cNvPr id="6" name="CuadroTexto 5">
                <a:extLst>
                  <a:ext uri="{FF2B5EF4-FFF2-40B4-BE49-F238E27FC236}">
                    <a16:creationId xmlns:a16="http://schemas.microsoft.com/office/drawing/2014/main" id="{5202F3E9-BF5B-8F4F-91CC-417B803AC9CD}"/>
                  </a:ext>
                </a:extLst>
              </p:cNvPr>
              <p:cNvSpPr txBox="1">
                <a:spLocks noRot="1" noChangeAspect="1" noMove="1" noResize="1" noEditPoints="1" noAdjustHandles="1" noChangeArrowheads="1" noChangeShapeType="1" noTextEdit="1"/>
              </p:cNvSpPr>
              <p:nvPr/>
            </p:nvSpPr>
            <p:spPr>
              <a:xfrm>
                <a:off x="7496269" y="719750"/>
                <a:ext cx="1240276" cy="276999"/>
              </a:xfrm>
              <a:prstGeom prst="rect">
                <a:avLst/>
              </a:prstGeom>
              <a:blipFill>
                <a:blip r:embed="rId3"/>
                <a:stretch>
                  <a:fillRect l="-2463" r="-3448" b="-13043"/>
                </a:stretch>
              </a:blipFill>
            </p:spPr>
            <p:txBody>
              <a:bodyPr/>
              <a:lstStyle/>
              <a:p>
                <a:r>
                  <a:rPr lang="en-US">
                    <a:noFill/>
                  </a:rPr>
                  <a:t> </a:t>
                </a:r>
              </a:p>
            </p:txBody>
          </p:sp>
        </mc:Fallback>
      </mc:AlternateContent>
      <p:sp>
        <p:nvSpPr>
          <p:cNvPr id="7" name="Forma libre: forma 6">
            <a:extLst>
              <a:ext uri="{FF2B5EF4-FFF2-40B4-BE49-F238E27FC236}">
                <a16:creationId xmlns:a16="http://schemas.microsoft.com/office/drawing/2014/main" id="{F9714361-8CC4-9226-8951-989C490E7E8A}"/>
              </a:ext>
            </a:extLst>
          </p:cNvPr>
          <p:cNvSpPr/>
          <p:nvPr/>
        </p:nvSpPr>
        <p:spPr>
          <a:xfrm>
            <a:off x="6427960" y="959667"/>
            <a:ext cx="923454" cy="1249379"/>
          </a:xfrm>
          <a:custGeom>
            <a:avLst/>
            <a:gdLst>
              <a:gd name="csX0" fmla="*/ 0 w 923454"/>
              <a:gd name="csY0" fmla="*/ 1249379 h 1249379"/>
              <a:gd name="csX1" fmla="*/ 199177 w 923454"/>
              <a:gd name="csY1" fmla="*/ 1068309 h 1249379"/>
              <a:gd name="csX2" fmla="*/ 117695 w 923454"/>
              <a:gd name="csY2" fmla="*/ 787652 h 1249379"/>
              <a:gd name="csX3" fmla="*/ 253497 w 923454"/>
              <a:gd name="csY3" fmla="*/ 461727 h 1249379"/>
              <a:gd name="csX4" fmla="*/ 923454 w 923454"/>
              <a:gd name="csY4" fmla="*/ 0 h 1249379"/>
            </a:gdLst>
            <a:ahLst/>
            <a:cxnLst>
              <a:cxn ang="0">
                <a:pos x="csX0" y="csY0"/>
              </a:cxn>
              <a:cxn ang="0">
                <a:pos x="csX1" y="csY1"/>
              </a:cxn>
              <a:cxn ang="0">
                <a:pos x="csX2" y="csY2"/>
              </a:cxn>
              <a:cxn ang="0">
                <a:pos x="csX3" y="csY3"/>
              </a:cxn>
              <a:cxn ang="0">
                <a:pos x="csX4" y="csY4"/>
              </a:cxn>
            </a:cxnLst>
            <a:rect l="l" t="t" r="r" b="b"/>
            <a:pathLst>
              <a:path w="923454" h="1249379">
                <a:moveTo>
                  <a:pt x="0" y="1249379"/>
                </a:moveTo>
                <a:cubicBezTo>
                  <a:pt x="89780" y="1197321"/>
                  <a:pt x="179561" y="1145263"/>
                  <a:pt x="199177" y="1068309"/>
                </a:cubicBezTo>
                <a:cubicBezTo>
                  <a:pt x="218793" y="991354"/>
                  <a:pt x="108642" y="888749"/>
                  <a:pt x="117695" y="787652"/>
                </a:cubicBezTo>
                <a:cubicBezTo>
                  <a:pt x="126748" y="686555"/>
                  <a:pt x="119204" y="593002"/>
                  <a:pt x="253497" y="461727"/>
                </a:cubicBezTo>
                <a:cubicBezTo>
                  <a:pt x="387790" y="330452"/>
                  <a:pt x="655622" y="165226"/>
                  <a:pt x="923454" y="0"/>
                </a:cubicBezTo>
              </a:path>
            </a:pathLst>
          </a:custGeom>
          <a:ln>
            <a:headEnd type="none" w="med" len="med"/>
            <a:tailEnd type="arrow"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s-CO"/>
          </a:p>
        </p:txBody>
      </p:sp>
    </p:spTree>
    <p:extLst>
      <p:ext uri="{BB962C8B-B14F-4D97-AF65-F5344CB8AC3E}">
        <p14:creationId xmlns:p14="http://schemas.microsoft.com/office/powerpoint/2010/main" val="2479433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D0F96-EEE7-5F9F-9145-3B353842C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7F968-9EA1-4321-80C8-7B85D7236B87}"/>
              </a:ext>
            </a:extLst>
          </p:cNvPr>
          <p:cNvSpPr>
            <a:spLocks noGrp="1"/>
          </p:cNvSpPr>
          <p:nvPr>
            <p:ph type="title"/>
          </p:nvPr>
        </p:nvSpPr>
        <p:spPr>
          <a:xfrm>
            <a:off x="838200" y="249761"/>
            <a:ext cx="10515600" cy="862552"/>
          </a:xfrm>
        </p:spPr>
        <p:txBody>
          <a:bodyPr/>
          <a:lstStyle/>
          <a:p>
            <a:r>
              <a:rPr lang="pt-BR" b="1">
                <a:solidFill>
                  <a:srgbClr val="FF0000"/>
                </a:solidFill>
              </a:rPr>
              <a:t>Transferencia Suave: Bumpless Transfer</a:t>
            </a:r>
            <a:endParaRPr lang="es-CO" b="1">
              <a:solidFill>
                <a:srgbClr val="FF0000"/>
              </a:solidFill>
            </a:endParaRPr>
          </a:p>
        </p:txBody>
      </p:sp>
      <p:pic>
        <p:nvPicPr>
          <p:cNvPr id="32" name="Content Placeholder 31">
            <a:extLst>
              <a:ext uri="{FF2B5EF4-FFF2-40B4-BE49-F238E27FC236}">
                <a16:creationId xmlns:a16="http://schemas.microsoft.com/office/drawing/2014/main" id="{29F714B1-0190-8461-019A-E3FEA764F9FD}"/>
              </a:ext>
            </a:extLst>
          </p:cNvPr>
          <p:cNvPicPr>
            <a:picLocks noGrp="1" noChangeAspect="1"/>
          </p:cNvPicPr>
          <p:nvPr>
            <p:ph idx="1"/>
          </p:nvPr>
        </p:nvPicPr>
        <p:blipFill>
          <a:blip r:embed="rId2"/>
          <a:stretch>
            <a:fillRect/>
          </a:stretch>
        </p:blipFill>
        <p:spPr>
          <a:xfrm>
            <a:off x="224393" y="971640"/>
            <a:ext cx="6334921" cy="2295435"/>
          </a:xfrm>
          <a:prstGeom prst="rect">
            <a:avLst/>
          </a:prstGeom>
        </p:spPr>
      </p:pic>
      <p:pic>
        <p:nvPicPr>
          <p:cNvPr id="40" name="Picture 39">
            <a:extLst>
              <a:ext uri="{FF2B5EF4-FFF2-40B4-BE49-F238E27FC236}">
                <a16:creationId xmlns:a16="http://schemas.microsoft.com/office/drawing/2014/main" id="{AD74D1AE-8FF5-E341-D49E-6942E798F6F3}"/>
              </a:ext>
            </a:extLst>
          </p:cNvPr>
          <p:cNvPicPr>
            <a:picLocks noChangeAspect="1"/>
          </p:cNvPicPr>
          <p:nvPr/>
        </p:nvPicPr>
        <p:blipFill>
          <a:blip r:embed="rId3"/>
          <a:stretch>
            <a:fillRect/>
          </a:stretch>
        </p:blipFill>
        <p:spPr>
          <a:xfrm>
            <a:off x="5602297" y="2266949"/>
            <a:ext cx="5900644" cy="3857625"/>
          </a:xfrm>
          <a:prstGeom prst="rect">
            <a:avLst/>
          </a:prstGeom>
        </p:spPr>
      </p:pic>
    </p:spTree>
    <p:extLst>
      <p:ext uri="{BB962C8B-B14F-4D97-AF65-F5344CB8AC3E}">
        <p14:creationId xmlns:p14="http://schemas.microsoft.com/office/powerpoint/2010/main" val="219229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BDA6B-BE3F-832A-8188-ECF7D4DB8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0B282-2E65-259E-DB56-C65FBAF64265}"/>
              </a:ext>
            </a:extLst>
          </p:cNvPr>
          <p:cNvSpPr>
            <a:spLocks noGrp="1"/>
          </p:cNvSpPr>
          <p:nvPr>
            <p:ph type="title"/>
          </p:nvPr>
        </p:nvSpPr>
        <p:spPr>
          <a:xfrm>
            <a:off x="838200" y="249761"/>
            <a:ext cx="10515600" cy="862552"/>
          </a:xfrm>
        </p:spPr>
        <p:txBody>
          <a:bodyPr/>
          <a:lstStyle/>
          <a:p>
            <a:r>
              <a:rPr lang="pt-BR" b="1" err="1">
                <a:solidFill>
                  <a:srgbClr val="FF0000"/>
                </a:solidFill>
              </a:rPr>
              <a:t>Transferencia</a:t>
            </a:r>
            <a:r>
              <a:rPr lang="pt-BR" b="1">
                <a:solidFill>
                  <a:srgbClr val="FF0000"/>
                </a:solidFill>
              </a:rPr>
              <a:t> Suave: </a:t>
            </a:r>
            <a:r>
              <a:rPr lang="pt-BR" b="1" err="1">
                <a:solidFill>
                  <a:srgbClr val="FF0000"/>
                </a:solidFill>
              </a:rPr>
              <a:t>Bumpless</a:t>
            </a:r>
            <a:r>
              <a:rPr lang="pt-BR" b="1">
                <a:solidFill>
                  <a:srgbClr val="FF0000"/>
                </a:solidFill>
              </a:rPr>
              <a:t> </a:t>
            </a:r>
            <a:r>
              <a:rPr lang="pt-BR" b="1" err="1">
                <a:solidFill>
                  <a:srgbClr val="FF0000"/>
                </a:solidFill>
              </a:rPr>
              <a:t>Transfer</a:t>
            </a:r>
            <a:endParaRPr lang="es-CO" b="1">
              <a:solidFill>
                <a:srgbClr val="FF0000"/>
              </a:solidFill>
            </a:endParaRPr>
          </a:p>
        </p:txBody>
      </p:sp>
      <p:pic>
        <p:nvPicPr>
          <p:cNvPr id="8" name="Content Placeholder 7">
            <a:extLst>
              <a:ext uri="{FF2B5EF4-FFF2-40B4-BE49-F238E27FC236}">
                <a16:creationId xmlns:a16="http://schemas.microsoft.com/office/drawing/2014/main" id="{A8BD1484-750F-1554-6BD2-916CA92C1D1A}"/>
              </a:ext>
            </a:extLst>
          </p:cNvPr>
          <p:cNvPicPr>
            <a:picLocks noGrp="1" noChangeAspect="1"/>
          </p:cNvPicPr>
          <p:nvPr>
            <p:ph idx="1"/>
          </p:nvPr>
        </p:nvPicPr>
        <p:blipFill>
          <a:blip r:embed="rId2"/>
          <a:stretch>
            <a:fillRect/>
          </a:stretch>
        </p:blipFill>
        <p:spPr>
          <a:xfrm>
            <a:off x="375533" y="1112313"/>
            <a:ext cx="5625217" cy="1954749"/>
          </a:xfrm>
          <a:prstGeom prst="rect">
            <a:avLst/>
          </a:prstGeom>
        </p:spPr>
      </p:pic>
      <p:pic>
        <p:nvPicPr>
          <p:cNvPr id="13" name="Picture 12">
            <a:extLst>
              <a:ext uri="{FF2B5EF4-FFF2-40B4-BE49-F238E27FC236}">
                <a16:creationId xmlns:a16="http://schemas.microsoft.com/office/drawing/2014/main" id="{40DA0FCC-581B-532D-E40C-4E4DCCDFBB20}"/>
              </a:ext>
            </a:extLst>
          </p:cNvPr>
          <p:cNvPicPr>
            <a:picLocks noChangeAspect="1"/>
          </p:cNvPicPr>
          <p:nvPr/>
        </p:nvPicPr>
        <p:blipFill>
          <a:blip r:embed="rId3"/>
          <a:stretch>
            <a:fillRect/>
          </a:stretch>
        </p:blipFill>
        <p:spPr>
          <a:xfrm>
            <a:off x="5719845" y="2343161"/>
            <a:ext cx="6096622" cy="4017427"/>
          </a:xfrm>
          <a:prstGeom prst="rect">
            <a:avLst/>
          </a:prstGeom>
        </p:spPr>
      </p:pic>
    </p:spTree>
    <p:extLst>
      <p:ext uri="{BB962C8B-B14F-4D97-AF65-F5344CB8AC3E}">
        <p14:creationId xmlns:p14="http://schemas.microsoft.com/office/powerpoint/2010/main" val="1107139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840A32-0564-CD85-A568-F10D59E7B91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4B6E773-D661-7976-6289-DE4BCAE1A470}"/>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8304952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4"/>
  <p:tag name="IGUANATEXSIZE" val="20"/>
  <p:tag name="LATEXADDIN" val="\documentclass{article}&#10;\usepackage{ae} %incluido&#10;\usepackage{multirow}&#10;\usepackage{mathrsfs} %Transformada de laplace e Fourier&#10;\usepackage{amsmath}&#10;\pagestyle{empty}&#10;&#10;\begin{document}&#10;$\dfrac{K_c}{\tau_i}e(t)+\dfrac{1}{\tau_w}e_s(t)$&#10;&#10;\end{document}"/>
  <p:tag name="LATEXENGINEID" val="0"/>
  <p:tag name="LATEXFORMHEIGHT" val="312"/>
  <p:tag name="LATEXFORMWIDTH" val="384"/>
  <p:tag name="LATEXFORMWRAP" val="Verdadero"/>
  <p:tag name="ORIGINALHEIGHT" val="273.7158"/>
  <p:tag name="ORIGINALWIDTH" val="929.1339"/>
  <p:tag name="OUTPUTDPI" val="1200"/>
  <p:tag name="TEMPFOLDER" val="c:\temp\"/>
  <p:tag name="TRANSPARENCY" val="Verdadero"/>
</p:tagLst>
</file>

<file path=ppt/tags/tag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4"/>
  <p:tag name="IGUANATEXSIZE" val="20"/>
  <p:tag name="LATEXADDIN" val="\documentclass{article}&#10;\usepackage{ae} %incluido&#10;\usepackage{multirow}&#10;\usepackage{mathrsfs} %Transformada de laplace e Fourier&#10;\usepackage{amsmath}&#10;\pagestyle{empty}&#10;&#10;\begin{document}&#10;$e_s(t)=-\dfrac{K_c\tau_w}{\tau_i}e(t)$&#10;&#10;\end{document}"/>
  <p:tag name="LATEXENGINEID" val="0"/>
  <p:tag name="LATEXFORMHEIGHT" val="312"/>
  <p:tag name="LATEXFORMWIDTH" val="384"/>
  <p:tag name="LATEXFORMWRAP" val="Verdadero"/>
  <p:tag name="ORIGINALHEIGHT" val="273.7158"/>
  <p:tag name="ORIGINALWIDTH" val="1019.123"/>
  <p:tag name="OUTPUTDPI" val="1200"/>
  <p:tag name="TEMPFOLDER" val="c:\temp\"/>
  <p:tag name="TRANSPARENCY" val="Verdadero"/>
</p:tagLst>
</file>

<file path=ppt/tags/tag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8"/>
  <p:tag name="IGUANATEXSIZE" val="20"/>
  <p:tag name="LATEXADDIN" val="\documentclass{article}&#10;\usepackage{ae} %incluido&#10;\usepackage{multirow}&#10;\usepackage{mathrsfs} %Transformada de laplace e Fourier&#10;\usepackage{amsmath}&#10;\pagestyle{empty}&#10;&#10;\begin{document}&#10;$v(t)=u_{lim}+\dfrac{K_c\tau_w}{\tau_i}e(t)$&#10;&#10;\end{document}"/>
  <p:tag name="LATEXENGINEID" val="0"/>
  <p:tag name="LATEXFORMHEIGHT" val="312"/>
  <p:tag name="LATEXFORMWIDTH" val="384"/>
  <p:tag name="LATEXFORMWRAP" val="Verdadero"/>
  <p:tag name="ORIGINALHEIGHT" val="273.7158"/>
  <p:tag name="ORIGINALWIDTH" val="1263.592"/>
  <p:tag name="OUTPUTDPI" val="1200"/>
  <p:tag name="TEMPFOLDER" val="c:\temp\"/>
  <p:tag name="TRANSPARENCY" val="Verdadero"/>
</p:tagLst>
</file>

<file path=ppt/tags/tag4.xml><?xml version="1.0" encoding="utf-8"?>
<p:tagLst xmlns:a="http://schemas.openxmlformats.org/drawingml/2006/main" xmlns:r="http://schemas.openxmlformats.org/officeDocument/2006/relationships" xmlns:p="http://schemas.openxmlformats.org/presentationml/2006/main">
  <p:tag name="BITMAPVECTOR" val="1"/>
  <p:tag name="IGUANATEXCURSOR" val="81"/>
  <p:tag name="IGUANATEXSIZE" val="18"/>
  <p:tag name="IGUANATEXVERSION" val="160"/>
  <p:tag name="LATEXADDIN" val="\documentclass{article}&#10;\usepackage{amsmath}&#10;\pagestyle{empty}&#10;\begin{document}&#10;&#10;$u_{PID}(t) = P(t) + I(t) + D(t)$&#10;&#10;&#10;\end{document}"/>
  <p:tag name="LATEXENGINEID" val="0"/>
  <p:tag name="LATEXFORMHEIGHT" val="320"/>
  <p:tag name="LATEXFORMWIDTH" val="385"/>
  <p:tag name="LATEXFORMWRAP" val="True"/>
  <p:tag name="ORIGINALHEIGHT" val="9.713561"/>
  <p:tag name="ORIGINALWIDTH" val="125.8577"/>
  <p:tag name="OUTPUTTYPE" val="SVG"/>
  <p:tag name="TEMPFOLDER" val="c:\temp\"/>
  <p:tag name="TRANSPARENCY" val="True"/>
</p:tagLst>
</file>

<file path=ppt/tags/tag5.xml><?xml version="1.0" encoding="utf-8"?>
<p:tagLst xmlns:a="http://schemas.openxmlformats.org/drawingml/2006/main" xmlns:r="http://schemas.openxmlformats.org/officeDocument/2006/relationships" xmlns:p="http://schemas.openxmlformats.org/presentationml/2006/main">
  <p:tag name="BITMAPVECTOR" val="1"/>
  <p:tag name="IGUANATEXCURSOR" val="81"/>
  <p:tag name="IGUANATEXSIZE" val="20"/>
  <p:tag name="IGUANATEXVERSION" val="160"/>
  <p:tag name="LATEXADDIN" val="\documentclass{article}&#10;\usepackage{amsmath}&#10;\pagestyle{empty}&#10;\begin{document}&#10;&#10;$I(t_0) = u_{manual} - P(t_0) - D(t_0)$&#10;&#10;&#10;\end{document}"/>
  <p:tag name="LATEXENGINEID" val="0"/>
  <p:tag name="LATEXFORMHEIGHT" val="320"/>
  <p:tag name="LATEXFORMWIDTH" val="385"/>
  <p:tag name="LATEXFORMWRAP" val="True"/>
  <p:tag name="ORIGINALHEIGHT" val="9.713543"/>
  <p:tag name="ORIGINALWIDTH" val="139.3247"/>
  <p:tag name="OUTPUTTYPE" val="SVG"/>
  <p:tag name="TEMPFOLDER" val="c:\temp\"/>
  <p:tag name="TRANSPARENCY" val="True"/>
</p:tagLst>
</file>

<file path=ppt/tags/tag6.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1"/>
  <p:tag name="IGUANATEXSIZE" val="20"/>
  <p:tag name="LATEXADDIN" val="\documentclass{article}&#10;\usepackage{amsmath}&#10;\pagestyle{empty}&#10;\begin{document}&#10;&#10;$I(t_0) = u_{manual} - P(t_0) - D(t_0)$&#10;&#10;&#10;\end{document}"/>
  <p:tag name="LATEXENGINEID" val="0"/>
  <p:tag name="LATEXFORMHEIGHT" val="320"/>
  <p:tag name="LATEXFORMWIDTH" val="385"/>
  <p:tag name="LATEXFORMWRAP" val="True"/>
  <p:tag name="ORIGINALHEIGHT" val="6.63437"/>
  <p:tag name="ORIGINALWIDTH" val="4.612677"/>
  <p:tag name="TEMPFOLDER" val="c:\temp\"/>
  <p:tag name="TRANSPARENCY" val="True"/>
</p:tagLst>
</file>

<file path=ppt/tags/tag7.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8.xml><?xml version="1.0" encoding="utf-8"?>
<p:tagLst xmlns:a="http://schemas.openxmlformats.org/drawingml/2006/main" xmlns:r="http://schemas.openxmlformats.org/officeDocument/2006/relationships" xmlns:p="http://schemas.openxmlformats.org/presentationml/2006/main">
  <p:tag name="EMFCHILD" val="True"/>
  <p:tag name="ORIGINALHEIGHT" val="6.18752"/>
  <p:tag name="ORIGINALWIDTH" val="3.058504"/>
</p:tagLst>
</file>

<file path=ppt/tags/tag9.xml><?xml version="1.0" encoding="utf-8"?>
<p:tagLst xmlns:a="http://schemas.openxmlformats.org/drawingml/2006/main" xmlns:r="http://schemas.openxmlformats.org/officeDocument/2006/relationships" xmlns:p="http://schemas.openxmlformats.org/presentationml/2006/main">
  <p:tag name="EMFCHILD" val="True"/>
  <p:tag name="ORIGINALHEIGHT" val="4.650827"/>
  <p:tag name="ORIGINALWIDTH" val="3.235827"/>
</p:tagLst>
</file>

<file path=ppt/tags/tag10.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11.xml><?xml version="1.0" encoding="utf-8"?>
<p:tagLst xmlns:a="http://schemas.openxmlformats.org/drawingml/2006/main" xmlns:r="http://schemas.openxmlformats.org/officeDocument/2006/relationships" xmlns:p="http://schemas.openxmlformats.org/presentationml/2006/main">
  <p:tag name="EMFCHILD" val="True"/>
  <p:tag name="ORIGINALHEIGHT" val="2.272953"/>
  <p:tag name="ORIGINALWIDTH" val="6.625118"/>
</p:tagLst>
</file>

<file path=ppt/tags/tag12.xml><?xml version="1.0" encoding="utf-8"?>
<p:tagLst xmlns:a="http://schemas.openxmlformats.org/drawingml/2006/main" xmlns:r="http://schemas.openxmlformats.org/officeDocument/2006/relationships" xmlns:p="http://schemas.openxmlformats.org/presentationml/2006/main">
  <p:tag name="EMFCHILD" val="True"/>
  <p:tag name="ORIGINALHEIGHT" val="4.400236"/>
  <p:tag name="ORIGINALWIDTH" val="5.120788"/>
</p:tagLst>
</file>

<file path=ppt/tags/tag13.xml><?xml version="1.0" encoding="utf-8"?>
<p:tagLst xmlns:a="http://schemas.openxmlformats.org/drawingml/2006/main" xmlns:r="http://schemas.openxmlformats.org/officeDocument/2006/relationships" xmlns:p="http://schemas.openxmlformats.org/presentationml/2006/main">
  <p:tag name="EMFCHILD" val="True"/>
  <p:tag name="ORIGINALHEIGHT" val="3.066575"/>
  <p:tag name="ORIGINALWIDTH" val="6.401968"/>
</p:tagLst>
</file>

<file path=ppt/tags/tag14.xml><?xml version="1.0" encoding="utf-8"?>
<p:tagLst xmlns:a="http://schemas.openxmlformats.org/drawingml/2006/main" xmlns:r="http://schemas.openxmlformats.org/officeDocument/2006/relationships" xmlns:p="http://schemas.openxmlformats.org/presentationml/2006/main">
  <p:tag name="EMFCHILD" val="True"/>
  <p:tag name="ORIGINALHEIGHT" val="3.066575"/>
  <p:tag name="ORIGINALWIDTH" val="3.556653"/>
</p:tagLst>
</file>

<file path=ppt/tags/tag15.xml><?xml version="1.0" encoding="utf-8"?>
<p:tagLst xmlns:a="http://schemas.openxmlformats.org/drawingml/2006/main" xmlns:r="http://schemas.openxmlformats.org/officeDocument/2006/relationships" xmlns:p="http://schemas.openxmlformats.org/presentationml/2006/main">
  <p:tag name="EMFCHILD" val="True"/>
  <p:tag name="ORIGINALHEIGHT" val="3.066575"/>
  <p:tag name="ORIGINALWIDTH" val="4.260984"/>
</p:tagLst>
</file>

<file path=ppt/tags/tag16.xml><?xml version="1.0" encoding="utf-8"?>
<p:tagLst xmlns:a="http://schemas.openxmlformats.org/drawingml/2006/main" xmlns:r="http://schemas.openxmlformats.org/officeDocument/2006/relationships" xmlns:p="http://schemas.openxmlformats.org/presentationml/2006/main">
  <p:tag name="EMFCHILD" val="True"/>
  <p:tag name="ORIGINALHEIGHT" val="3.066575"/>
  <p:tag name="ORIGINALWIDTH" val="4.051772"/>
</p:tagLst>
</file>

<file path=ppt/tags/tag17.xml><?xml version="1.0" encoding="utf-8"?>
<p:tagLst xmlns:a="http://schemas.openxmlformats.org/drawingml/2006/main" xmlns:r="http://schemas.openxmlformats.org/officeDocument/2006/relationships" xmlns:p="http://schemas.openxmlformats.org/presentationml/2006/main">
  <p:tag name="EMFCHILD" val="True"/>
  <p:tag name="ORIGINALHEIGHT" val="3.066575"/>
  <p:tag name="ORIGINALWIDTH" val="3.556653"/>
</p:tagLst>
</file>

<file path=ppt/tags/tag18.xml><?xml version="1.0" encoding="utf-8"?>
<p:tagLst xmlns:a="http://schemas.openxmlformats.org/drawingml/2006/main" xmlns:r="http://schemas.openxmlformats.org/officeDocument/2006/relationships" xmlns:p="http://schemas.openxmlformats.org/presentationml/2006/main">
  <p:tag name="EMFCHILD" val="True"/>
  <p:tag name="ORIGINALHEIGHT" val="4.786811"/>
  <p:tag name="ORIGINALWIDTH" val="1.562126"/>
</p:tagLst>
</file>

<file path=ppt/tags/tag19.xml><?xml version="1.0" encoding="utf-8"?>
<p:tagLst xmlns:a="http://schemas.openxmlformats.org/drawingml/2006/main" xmlns:r="http://schemas.openxmlformats.org/officeDocument/2006/relationships" xmlns:p="http://schemas.openxmlformats.org/presentationml/2006/main">
  <p:tag name="EMFCHILD" val="True"/>
  <p:tag name="ORIGINALHEIGHT" val="0.3885039"/>
  <p:tag name="ORIGINALWIDTH" val="6.087165"/>
</p:tagLst>
</file>

<file path=ppt/tags/tag20.xml><?xml version="1.0" encoding="utf-8"?>
<p:tagLst xmlns:a="http://schemas.openxmlformats.org/drawingml/2006/main" xmlns:r="http://schemas.openxmlformats.org/officeDocument/2006/relationships" xmlns:p="http://schemas.openxmlformats.org/presentationml/2006/main">
  <p:tag name="EMFCHILD" val="True"/>
  <p:tag name="ORIGINALHEIGHT" val="6.63437"/>
  <p:tag name="ORIGINALWIDTH" val="7.113307"/>
</p:tagLst>
</file>

<file path=ppt/tags/tag21.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22.xml><?xml version="1.0" encoding="utf-8"?>
<p:tagLst xmlns:a="http://schemas.openxmlformats.org/drawingml/2006/main" xmlns:r="http://schemas.openxmlformats.org/officeDocument/2006/relationships" xmlns:p="http://schemas.openxmlformats.org/presentationml/2006/main">
  <p:tag name="EMFCHILD" val="True"/>
  <p:tag name="ORIGINALHEIGHT" val="6.18752"/>
  <p:tag name="ORIGINALWIDTH" val="3.058504"/>
</p:tagLst>
</file>

<file path=ppt/tags/tag23.xml><?xml version="1.0" encoding="utf-8"?>
<p:tagLst xmlns:a="http://schemas.openxmlformats.org/drawingml/2006/main" xmlns:r="http://schemas.openxmlformats.org/officeDocument/2006/relationships" xmlns:p="http://schemas.openxmlformats.org/presentationml/2006/main">
  <p:tag name="EMFCHILD" val="True"/>
  <p:tag name="ORIGINALHEIGHT" val="4.650827"/>
  <p:tag name="ORIGINALWIDTH" val="3.235827"/>
</p:tagLst>
</file>

<file path=ppt/tags/tag24.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25.xml><?xml version="1.0" encoding="utf-8"?>
<p:tagLst xmlns:a="http://schemas.openxmlformats.org/drawingml/2006/main" xmlns:r="http://schemas.openxmlformats.org/officeDocument/2006/relationships" xmlns:p="http://schemas.openxmlformats.org/presentationml/2006/main">
  <p:tag name="EMFCHILD" val="True"/>
  <p:tag name="ORIGINALHEIGHT" val="0.3885039"/>
  <p:tag name="ORIGINALWIDTH" val="6.087165"/>
</p:tagLst>
</file>

<file path=ppt/tags/tag26.xml><?xml version="1.0" encoding="utf-8"?>
<p:tagLst xmlns:a="http://schemas.openxmlformats.org/drawingml/2006/main" xmlns:r="http://schemas.openxmlformats.org/officeDocument/2006/relationships" xmlns:p="http://schemas.openxmlformats.org/presentationml/2006/main">
  <p:tag name="EMFCHILD" val="True"/>
  <p:tag name="ORIGINALHEIGHT" val="6.63437"/>
  <p:tag name="ORIGINALWIDTH" val="7.611457"/>
</p:tagLst>
</file>

<file path=ppt/tags/tag27.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28.xml><?xml version="1.0" encoding="utf-8"?>
<p:tagLst xmlns:a="http://schemas.openxmlformats.org/drawingml/2006/main" xmlns:r="http://schemas.openxmlformats.org/officeDocument/2006/relationships" xmlns:p="http://schemas.openxmlformats.org/presentationml/2006/main">
  <p:tag name="EMFCHILD" val="True"/>
  <p:tag name="ORIGINALHEIGHT" val="6.18752"/>
  <p:tag name="ORIGINALWIDTH" val="3.058504"/>
</p:tagLst>
</file>

<file path=ppt/tags/tag29.xml><?xml version="1.0" encoding="utf-8"?>
<p:tagLst xmlns:a="http://schemas.openxmlformats.org/drawingml/2006/main" xmlns:r="http://schemas.openxmlformats.org/officeDocument/2006/relationships" xmlns:p="http://schemas.openxmlformats.org/presentationml/2006/main">
  <p:tag name="EMFCHILD" val="True"/>
  <p:tag name="ORIGINALHEIGHT" val="4.650827"/>
  <p:tag name="ORIGINALWIDTH" val="3.235827"/>
</p:tagLst>
</file>

<file path=ppt/tags/tag30.xml><?xml version="1.0" encoding="utf-8"?>
<p:tagLst xmlns:a="http://schemas.openxmlformats.org/drawingml/2006/main" xmlns:r="http://schemas.openxmlformats.org/officeDocument/2006/relationships" xmlns:p="http://schemas.openxmlformats.org/presentationml/2006/main">
  <p:tag name="EMFCHILD" val="True"/>
  <p:tag name="ORIGINALHEIGHT" val="9.713543"/>
  <p:tag name="ORIGINALWIDTH" val="2.311299"/>
</p:tagLst>
</file>

<file path=ppt/tags/tag31.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81"/>
  <p:tag name="IGUANATEXSIZE" val="18"/>
  <p:tag name="LATEXADDIN" val="\documentclass{article}&#10;\usepackage{amsmath}&#10;\pagestyle{empty}&#10;\begin{document}&#10;&#10;$u_{PID}(t) = P(t) + I(t) + D(t)$&#10;&#10;&#10;\end{document}"/>
  <p:tag name="LATEXENGINEID" val="0"/>
  <p:tag name="LATEXFORMHEIGHT" val="320"/>
  <p:tag name="LATEXFORMWIDTH" val="385"/>
  <p:tag name="LATEXFORMWRAP" val="True"/>
  <p:tag name="ORIGINALHEIGHT" val="4.400218"/>
  <p:tag name="ORIGINALWIDTH" val="5.100788"/>
  <p:tag name="TEMPFOLDER" val="c:\temp\"/>
  <p:tag name="TRANSPARENCY" val="True"/>
</p:tagLst>
</file>

<file path=ppt/tags/tag32.xml><?xml version="1.0" encoding="utf-8"?>
<p:tagLst xmlns:a="http://schemas.openxmlformats.org/drawingml/2006/main" xmlns:r="http://schemas.openxmlformats.org/officeDocument/2006/relationships" xmlns:p="http://schemas.openxmlformats.org/presentationml/2006/main">
  <p:tag name="EMFCHILD" val="True"/>
  <p:tag name="ORIGINALHEIGHT" val="4.644051"/>
  <p:tag name="ORIGINALWIDTH" val="5.300219"/>
</p:tagLst>
</file>

<file path=ppt/tags/tag33.xml><?xml version="1.0" encoding="utf-8"?>
<p:tagLst xmlns:a="http://schemas.openxmlformats.org/drawingml/2006/main" xmlns:r="http://schemas.openxmlformats.org/officeDocument/2006/relationships" xmlns:p="http://schemas.openxmlformats.org/presentationml/2006/main">
  <p:tag name="EMFCHILD" val="True"/>
  <p:tag name="ORIGINALHEIGHT" val="4.644051"/>
  <p:tag name="ORIGINALWIDTH" val="3.278784"/>
</p:tagLst>
</file>

<file path=ppt/tags/tag34.xml><?xml version="1.0" encoding="utf-8"?>
<p:tagLst xmlns:a="http://schemas.openxmlformats.org/drawingml/2006/main" xmlns:r="http://schemas.openxmlformats.org/officeDocument/2006/relationships" xmlns:p="http://schemas.openxmlformats.org/presentationml/2006/main">
  <p:tag name="EMFCHILD" val="True"/>
  <p:tag name="ORIGINALHEIGHT" val="4.644051"/>
  <p:tag name="ORIGINALWIDTH" val="5.710105"/>
</p:tagLst>
</file>

<file path=ppt/tags/tag3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36.xml><?xml version="1.0" encoding="utf-8"?>
<p:tagLst xmlns:a="http://schemas.openxmlformats.org/drawingml/2006/main" xmlns:r="http://schemas.openxmlformats.org/officeDocument/2006/relationships" xmlns:p="http://schemas.openxmlformats.org/presentationml/2006/main">
  <p:tag name="EMFCHILD" val="True"/>
  <p:tag name="ORIGINALHEIGHT" val="6.187533"/>
  <p:tag name="ORIGINALWIDTH" val="3.046544"/>
</p:tagLst>
</file>

<file path=ppt/tags/tag3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38.xml><?xml version="1.0" encoding="utf-8"?>
<p:tagLst xmlns:a="http://schemas.openxmlformats.org/drawingml/2006/main" xmlns:r="http://schemas.openxmlformats.org/officeDocument/2006/relationships" xmlns:p="http://schemas.openxmlformats.org/presentationml/2006/main">
  <p:tag name="EMFCHILD" val="True"/>
  <p:tag name="ORIGINALHEIGHT" val="2.272966"/>
  <p:tag name="ORIGINALWIDTH" val="6.599257"/>
</p:tagLst>
</file>

<file path=ppt/tags/tag39.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7.085521"/>
</p:tagLst>
</file>

<file path=ppt/tags/tag4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41.xml><?xml version="1.0" encoding="utf-8"?>
<p:tagLst xmlns:a="http://schemas.openxmlformats.org/drawingml/2006/main" xmlns:r="http://schemas.openxmlformats.org/officeDocument/2006/relationships" xmlns:p="http://schemas.openxmlformats.org/presentationml/2006/main">
  <p:tag name="EMFCHILD" val="True"/>
  <p:tag name="ORIGINALHEIGHT" val="6.187533"/>
  <p:tag name="ORIGINALWIDTH" val="3.046544"/>
</p:tagLst>
</file>

<file path=ppt/tags/tag4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43.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6.599257"/>
</p:tagLst>
</file>

<file path=ppt/tags/tag44.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4.594663"/>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6.187533"/>
  <p:tag name="ORIGINALWIDTH" val="3.046544"/>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6.469204"/>
  <p:tag name="ORIGINALWIDTH" val="6.599257"/>
</p:tagLst>
</file>

<file path=ppt/tags/tag49.xml><?xml version="1.0" encoding="utf-8"?>
<p:tagLst xmlns:a="http://schemas.openxmlformats.org/drawingml/2006/main" xmlns:r="http://schemas.openxmlformats.org/officeDocument/2006/relationships" xmlns:p="http://schemas.openxmlformats.org/presentationml/2006/main">
  <p:tag name="EMFCHILD" val="True"/>
  <p:tag name="ORIGINALHEIGHT" val="6.634339"/>
  <p:tag name="ORIGINALWIDTH" val="7.581715"/>
</p:tagLst>
</file>

<file path=ppt/tags/tag50.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ags/tag51.xml><?xml version="1.0" encoding="utf-8"?>
<p:tagLst xmlns:a="http://schemas.openxmlformats.org/drawingml/2006/main" xmlns:r="http://schemas.openxmlformats.org/officeDocument/2006/relationships" xmlns:p="http://schemas.openxmlformats.org/presentationml/2006/main">
  <p:tag name="EMFCHILD" val="True"/>
  <p:tag name="ORIGINALHEIGHT" val="6.187533"/>
  <p:tag name="ORIGINALWIDTH" val="3.046544"/>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9.713561"/>
  <p:tag name="ORIGINALWIDTH" val="2.302275"/>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1d90fb7-c10b-429b-a2b8-56a49218fdfe" xsi:nil="true"/>
    <lcf76f155ced4ddcb4097134ff3c332f xmlns="fac3ca94-d71a-4caa-9690-eb28d591cc1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53A00F274449E4D98379C6BF4F2EA6B" ma:contentTypeVersion="11" ma:contentTypeDescription="Crear nuevo documento." ma:contentTypeScope="" ma:versionID="eb3f5a400347c3417aab130743b3d1b7">
  <xsd:schema xmlns:xsd="http://www.w3.org/2001/XMLSchema" xmlns:xs="http://www.w3.org/2001/XMLSchema" xmlns:p="http://schemas.microsoft.com/office/2006/metadata/properties" xmlns:ns2="fac3ca94-d71a-4caa-9690-eb28d591cc11" xmlns:ns3="81d90fb7-c10b-429b-a2b8-56a49218fdfe" targetNamespace="http://schemas.microsoft.com/office/2006/metadata/properties" ma:root="true" ma:fieldsID="76a9e87a822cd72ed856b4afed0ee74c" ns2:_="" ns3:_="">
    <xsd:import namespace="fac3ca94-d71a-4caa-9690-eb28d591cc11"/>
    <xsd:import namespace="81d90fb7-c10b-429b-a2b8-56a49218fd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c3ca94-d71a-4caa-9690-eb28d591c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2093fb0a-f3be-4120-808e-fc0c80b8c9c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d90fb7-c10b-429b-a2b8-56a49218fdf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2809115-c1bd-42a4-a936-87346198339a}" ma:internalName="TaxCatchAll" ma:showField="CatchAllData" ma:web="81d90fb7-c10b-429b-a2b8-56a49218fd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46FD07-BBDC-4510-AD80-78C187AEEC56}">
  <ds:schemaRefs>
    <ds:schemaRef ds:uri="http://schemas.microsoft.com/sharepoint/v3/contenttype/forms"/>
  </ds:schemaRefs>
</ds:datastoreItem>
</file>

<file path=customXml/itemProps2.xml><?xml version="1.0" encoding="utf-8"?>
<ds:datastoreItem xmlns:ds="http://schemas.openxmlformats.org/officeDocument/2006/customXml" ds:itemID="{9CD4C52C-68F8-47DB-B954-50ADB21D078B}">
  <ds:schemaRefs>
    <ds:schemaRef ds:uri="81d90fb7-c10b-429b-a2b8-56a49218fdfe"/>
    <ds:schemaRef ds:uri="fac3ca94-d71a-4caa-9690-eb28d591cc1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ABF14B3-A948-4BC7-93C9-DB3DEC66A6BE}">
  <ds:schemaRefs>
    <ds:schemaRef ds:uri="81d90fb7-c10b-429b-a2b8-56a49218fdfe"/>
    <ds:schemaRef ds:uri="fac3ca94-d71a-4caa-9690-eb28d591cc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1</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Tema de Office</vt:lpstr>
      <vt:lpstr>PowerPoint Presentation</vt:lpstr>
      <vt:lpstr>Acción integradora</vt:lpstr>
      <vt:lpstr>Acción integradora</vt:lpstr>
      <vt:lpstr>Acción integradora</vt:lpstr>
      <vt:lpstr>Anti-windup</vt:lpstr>
      <vt:lpstr>Anti-windup via Incremento de Control</vt:lpstr>
      <vt:lpstr>Anti-windup via Descarga de la Acción Integral</vt:lpstr>
      <vt:lpstr>De Manual a Automático: El Peligro del "Salto"</vt:lpstr>
      <vt:lpstr>De Manual a Automático: El Peligro del "Salto"</vt:lpstr>
      <vt:lpstr>Transferencia Suave: Bumpless Transfer</vt:lpstr>
      <vt:lpstr>PowerPoint Presentation</vt:lpstr>
      <vt:lpstr>Transferencia Suave: Bumpless Transfer</vt:lpstr>
      <vt:lpstr>Transferencia Suave: Bumpless Transfer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Anti-Windup Control PID</dc:title>
  <dc:creator>Sergio Andres Castaño Giraldo</dc:creator>
  <cp:revision>5</cp:revision>
  <dcterms:created xsi:type="dcterms:W3CDTF">2020-09-03T02:39:03Z</dcterms:created>
  <dcterms:modified xsi:type="dcterms:W3CDTF">2026-04-26T23:42:12Z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0x010100753A00F274449E4D98379C6BF4F2EA6B</vt:lpwstr>
  </property>
  <property fmtid="{D5CDD505-2E9C-101B-9397-08002B2CF9AE}" pid="3" name="MediaServiceImageTags">
    <vt:lpwstr/>
  </property>
</Properties>
</file>